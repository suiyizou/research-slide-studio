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7" r:id="rId2"/>
    <p:sldId id="258" r:id="rId3"/>
    <p:sldId id="259" r:id="rId4"/>
    <p:sldId id="261" r:id="rId5"/>
    <p:sldId id="278" r:id="rId6"/>
    <p:sldId id="279" r:id="rId7"/>
    <p:sldId id="266" r:id="rId8"/>
    <p:sldId id="268" r:id="rId9"/>
    <p:sldId id="269" r:id="rId10"/>
    <p:sldId id="271" r:id="rId11"/>
    <p:sldId id="273" r:id="rId12"/>
    <p:sldId id="274" r:id="rId13"/>
    <p:sldId id="276" r:id="rId1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818" autoAdjust="0"/>
  </p:normalViewPr>
  <p:slideViewPr>
    <p:cSldViewPr snapToGrid="0">
      <p:cViewPr varScale="1">
        <p:scale>
          <a:sx n="117" d="100"/>
          <a:sy n="117" d="100"/>
        </p:scale>
        <p:origin x="643" y="58"/>
      </p:cViewPr>
      <p:guideLst/>
    </p:cSldViewPr>
  </p:slideViewPr>
  <p:notesTextViewPr>
    <p:cViewPr>
      <p:scale>
        <a:sx n="1" d="1"/>
        <a:sy n="1" d="1"/>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主线目录。先说明为什么选模，再明确已有工作和研究不足，然后按基础验证、信息增量、搜索决策和系统集成依次回答四个研究问题。内容页右上角固定章节导航。</a:t>
            </a:r>
          </a:p>
          <a:p>
            <a:r>
              <a:t>来源：</a:t>
            </a:r>
          </a:p>
          <a:p>
            <a:r>
              <a:t>本页为研究方案；示意图不代表已完成实验结果。动画：静态呈现，保留比较参照与完整信息流。</a:t>
            </a:r>
          </a:p>
          <a:p>
            <a:r>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从数据异质性讲起。DLinear、PatchTST、TimesNet分别采用不同建模机制，不能由单个模型名称推定所有任务上的优劣。图为结构示意，不是实测数据。</a:t>
            </a:r>
          </a:p>
          <a:p>
            <a:r>
              <a:t>来源：</a:t>
            </a:r>
          </a:p>
          <a:p>
            <a:r>
              <a:t>本页为研究方案；示意图不代表已完成实验结果。动画：静态呈现，保留比较参照与完整信息流。</a:t>
            </a:r>
          </a:p>
          <a:p>
            <a:r>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从数据异质性讲起。DLinear、PatchTST、TimesNet分别采用不同建模机制，不能由单个模型名称推定所有任务上的优劣。图为结构示意，不是实测数据。</a:t>
            </a:r>
          </a:p>
          <a:p>
            <a:r>
              <a:t>来源：</a:t>
            </a:r>
          </a:p>
          <a:p>
            <a:r>
              <a:t>本页为研究方案；示意图不代表已完成实验结果。动画：静态呈现，保留比较参照与完整信息流。</a:t>
            </a:r>
          </a:p>
          <a:p>
            <a:r>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此页回答为什么值得做，表达的是预期价值。最终是否节省成本、是否提高排序质量，都以跨任务对照实验为依据。</a:t>
            </a:r>
          </a:p>
          <a:p>
            <a:r>
              <a:t>来源：</a:t>
            </a:r>
          </a:p>
          <a:p>
            <a:r>
              <a:t>本页为研究方案；示意图不代表已完成实验结果。动画：静态呈现，保留比较参照与完整信息流。</a:t>
            </a:r>
          </a:p>
          <a:p>
            <a:r>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404039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Q1主要是基础验证与实验基线。预测模型误差的回归器可由任务特征和候选配置共同输入。历史任务完整表现只作为元训练标签，评测新任务时不可读取未执行候选的真实验证性能。划分以任务为单位，避免同数据集相邻窗口跨入训练与测试造成泄漏。</a:t>
            </a:r>
          </a:p>
          <a:p>
            <a:r>
              <a:t>来源：</a:t>
            </a:r>
          </a:p>
          <a:p>
            <a:r>
              <a:t>FFORMS · 2023</a:t>
            </a:r>
          </a:p>
          <a:p>
            <a:r>
              <a:t>Meta-learning how to forecast time series</a:t>
            </a:r>
          </a:p>
          <a:p>
            <a:r>
              <a:t>https://onlinelibrary.wiley.com/doi/10.1002/for.2963</a:t>
            </a:r>
          </a:p>
          <a:p>
            <a:r>
              <a:t>FFORMPP · 2022</a:t>
            </a:r>
          </a:p>
          <a:p>
            <a:r>
              <a:t>FFORMPP: Feature-based forecast model performance prediction</a:t>
            </a:r>
          </a:p>
          <a:p>
            <a:r>
              <a:t>https://doi.org/10.1016/j.ijforecast.2021.07.002</a:t>
            </a:r>
          </a:p>
          <a:p>
            <a:r>
              <a:t>Moeini 等 · AAAI 2026</a:t>
            </a:r>
          </a:p>
          <a:p>
            <a:r>
              <a:t>Neural Architecture and Hyperparameter Selection Through Meta-Learning on Time Series</a:t>
            </a:r>
          </a:p>
          <a:p>
            <a:r>
              <a:t>https://ojs.aaai.org/index.php/AAAI/article/view/39622</a:t>
            </a:r>
          </a:p>
          <a:p>
            <a:r>
              <a:t>本页为研究方案；示意图不代表已完成实验结果。动画：静态呈现，保留比较参照与完整信息流。</a:t>
            </a:r>
          </a:p>
          <a:p>
            <a:r>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这是核心假设。图中两组残差经过相同平均绝对值归一化，使示意MAE相同，显示仅看整体分数无法区分结构。消融中保持元模型容量、任务划分、候选池、初始模型和搜索预算一致。C与B的差异限定在残差特征输入，评估目标是未执行候选，而不是重新解释已执行模型的分数。</a:t>
            </a:r>
          </a:p>
          <a:p>
            <a:r>
              <a:rPr dirty="0" err="1"/>
              <a:t>来源</a:t>
            </a:r>
            <a:r>
              <a:rPr dirty="0"/>
              <a:t>：</a:t>
            </a:r>
          </a:p>
          <a:p>
            <a:r>
              <a:rPr dirty="0"/>
              <a:t>FFORMPP · 2022</a:t>
            </a:r>
          </a:p>
          <a:p>
            <a:r>
              <a:rPr dirty="0"/>
              <a:t>FFORMPP: Feature-based forecast model performance prediction</a:t>
            </a:r>
          </a:p>
          <a:p>
            <a:r>
              <a:rPr dirty="0"/>
              <a:t>https://doi.org/10.1016/j.ijforecast.2021.07.002</a:t>
            </a:r>
          </a:p>
          <a:p>
            <a:r>
              <a:rPr dirty="0"/>
              <a:t>Hyndman &amp; Athanasopoulos · FPP3</a:t>
            </a:r>
          </a:p>
          <a:p>
            <a:r>
              <a:rPr dirty="0"/>
              <a:t>Forecasting: Principles and Practice, Residual diagnostics</a:t>
            </a:r>
          </a:p>
          <a:p>
            <a:r>
              <a:rPr dirty="0"/>
              <a:t>https://otexts.com/fpp3/toolbox.html#residual-diagnostics</a:t>
            </a:r>
          </a:p>
          <a:p>
            <a:r>
              <a:rPr dirty="0"/>
              <a:t>MASTFM · ECML-PKDD 2025</a:t>
            </a:r>
          </a:p>
          <a:p>
            <a:r>
              <a:rPr dirty="0"/>
              <a:t>MASTFM: Meta-Learning and Data Augmentation to Stress Test Forecasting Models</a:t>
            </a:r>
          </a:p>
          <a:p>
            <a:r>
              <a:rPr dirty="0"/>
              <a:t>https://mlanthology.org/ecmlpkdd/2025/inacio2025ecmlpkdd-mastfm/</a:t>
            </a:r>
          </a:p>
          <a:p>
            <a:r>
              <a:rPr dirty="0" err="1"/>
              <a:t>本页为研究方案；示意图不代表已完成实验结果。动画：静态呈现，保留比较参照与完整信息流</a:t>
            </a:r>
            <a:r>
              <a:rPr dirty="0"/>
              <a:t>。</a:t>
            </a:r>
          </a:p>
          <a:p>
            <a:r>
              <a:rPr dirty="0"/>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是核心假设。图中两组残差经过相同平均绝对值归一化，使示意MAE相同，显示仅看整体分数无法区分结构。消融中保持元模型容量、任务划分、候选池、初始模型和搜索预算一致。C与B的差异限定在残差特征输入，评估目标是未执行候选，而不是重新解释已执行模型的分数。</a:t>
            </a:r>
          </a:p>
          <a:p>
            <a:r>
              <a:t>来源：</a:t>
            </a:r>
          </a:p>
          <a:p>
            <a:r>
              <a:t>FFORMPP · 2022</a:t>
            </a:r>
          </a:p>
          <a:p>
            <a:r>
              <a:t>FFORMPP: Feature-based forecast model performance prediction</a:t>
            </a:r>
          </a:p>
          <a:p>
            <a:r>
              <a:t>https://doi.org/10.1016/j.ijforecast.2021.07.002</a:t>
            </a:r>
          </a:p>
          <a:p>
            <a:r>
              <a:t>Hyndman &amp; Athanasopoulos · FPP3</a:t>
            </a:r>
          </a:p>
          <a:p>
            <a:r>
              <a:t>Forecasting: Principles and Practice, Residual diagnostics</a:t>
            </a:r>
          </a:p>
          <a:p>
            <a:r>
              <a:t>https://otexts.com/fpp3/toolbox.html#residual-diagnostics</a:t>
            </a:r>
          </a:p>
          <a:p>
            <a:r>
              <a:t>MASTFM · ECML-PKDD 2025</a:t>
            </a:r>
          </a:p>
          <a:p>
            <a:r>
              <a:t>MASTFM: Meta-Learning and Data Augmentation to Stress Test Forecasting Models</a:t>
            </a:r>
          </a:p>
          <a:p>
            <a:r>
              <a:t>https://mlanthology.org/ecmlpkdd/2025/inacio2025ecmlpkdd-mastfm/</a:t>
            </a:r>
          </a:p>
          <a:p>
            <a:r>
              <a:t>本页为研究方案；示意图不代表已完成实验结果。动画：静态呈现，保留比较参照与完整信息流。</a:t>
            </a:r>
          </a:p>
          <a:p>
            <a:r>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评价以新任务的有限预算搜索为对象。初始候选、候选池、预测长度与资源计价一致。预算可用实际墙钟时间或统一GPU时间；不只按次数比较，因为不同模型训练成本不同。Regret用离线评估得到的同候选池参考最优定义，参考最优只用于事后评价，不可提供给搜索决策器。</a:t>
            </a:r>
          </a:p>
          <a:p>
            <a:r>
              <a:t>来源：</a:t>
            </a:r>
          </a:p>
          <a:p>
            <a:r>
              <a:t>SMAC3 · 2022</a:t>
            </a:r>
          </a:p>
          <a:p>
            <a:r>
              <a:t>SMAC3: A Versatile Bayesian Optimization Package for Hyperparameter Optimization</a:t>
            </a:r>
          </a:p>
          <a:p>
            <a:r>
              <a:t>https://www.jmlr.org/papers/v23/21-0888.html</a:t>
            </a:r>
          </a:p>
          <a:p>
            <a:r>
              <a:t>AutoGluon-TimeSeries · 2023</a:t>
            </a:r>
          </a:p>
          <a:p>
            <a:r>
              <a:t>AutoGluon–TimeSeries: AutoML for Probabilistic Time Series Forecasting</a:t>
            </a:r>
          </a:p>
          <a:p>
            <a:r>
              <a:t>https://proceedings.mlr.press/v224/shchur23a.html</a:t>
            </a:r>
          </a:p>
          <a:p>
            <a:r>
              <a:t>FFORMPP · 2022</a:t>
            </a:r>
          </a:p>
          <a:p>
            <a:r>
              <a:t>FFORMPP: Feature-based forecast model performance prediction</a:t>
            </a:r>
          </a:p>
          <a:p>
            <a:r>
              <a:t>https://doi.org/10.1016/j.ijforecast.2021.07.002</a:t>
            </a:r>
          </a:p>
          <a:p>
            <a:r>
              <a:t>本页为研究方案；示意图不代表已完成实验结果。动画：静态呈现，保留比较参照与完整信息流。</a:t>
            </a:r>
          </a:p>
          <a:p>
            <a:r>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系统研究成果是方法应用载体。LLM负责解析需求和调度工具，不直接编造分数或决定无依据的数值排序。预算计量、候选选择、数据划分和工具返回结果用可复现程序执行。失败处理记录错误、有限重试或跳过候选，仍计入成本和完成率。</a:t>
            </a:r>
          </a:p>
          <a:p>
            <a:r>
              <a:t>来源：</a:t>
            </a:r>
          </a:p>
          <a:p>
            <a:r>
              <a:t>TimeSeriesScientist · 2025</a:t>
            </a:r>
          </a:p>
          <a:p>
            <a:r>
              <a:t>TimeSeriesScientist: A General-Purpose AI Agent for Time Series Analysis</a:t>
            </a:r>
          </a:p>
          <a:p>
            <a:r>
              <a:t>https://arxiv.org/abs/2510.01538</a:t>
            </a:r>
          </a:p>
          <a:p>
            <a:r>
              <a:t>AutoGluon-TimeSeries · 2023</a:t>
            </a:r>
          </a:p>
          <a:p>
            <a:r>
              <a:t>AutoGluon–TimeSeries: AutoML for Probabilistic Time Series Forecasting</a:t>
            </a:r>
          </a:p>
          <a:p>
            <a:r>
              <a:t>https://proceedings.mlr.press/v224/shchur23a.html</a:t>
            </a:r>
          </a:p>
          <a:p>
            <a:r>
              <a:t>本页为研究方案；示意图不代表已完成实验结果。动画：静态呈现，保留比较参照与完整信息流。</a:t>
            </a:r>
          </a:p>
          <a:p>
            <a:r>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总体图为拟议路线。上方历史任务元训练构造多个实验状态，学习任务、已完成模型、整体误差和残差到候选误差的关系；下方对未见任务推理，更新的是条件性能估计，不预设必须在线重训RF。预算在每次执行前检查，执行和反馈成本都记账。不能调用隐藏候选的真实误差或最终测试结果。</a:t>
            </a:r>
          </a:p>
          <a:p>
            <a:r>
              <a:t>来源：</a:t>
            </a:r>
          </a:p>
          <a:p>
            <a:r>
              <a:t>本页为研究方案；示意图不代表已完成实验结果。动画：静态呈现，保留比较参照与完整信息流。</a:t>
            </a:r>
          </a:p>
          <a:p>
            <a:r>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结尾回到核心假设：当前任务已执行模型的验证残差结构能否为未执行候选提供额外信息，并转化为搜索效率提升。方法意义是检验跨模型增量信息；实际意义是减少无效实验；系统意义是形成可复现流程。所有收益都等待跨任务实验，不预设贡献必然成立。若C相对B没有增益，应报告适用边界而非将增加特征本身当成创新。</a:t>
            </a:r>
          </a:p>
          <a:p>
            <a:r>
              <a:t>来源：</a:t>
            </a:r>
          </a:p>
          <a:p>
            <a:r>
              <a:t>本页为研究方案；示意图不代表已完成实验结果。动画：静态呈现，保留比较参照与完整信息流。</a:t>
            </a:r>
          </a:p>
          <a:p>
            <a:r>
              <a:t>本次按选定的D版总览及单页生图精修。内容拥挤处已拆页。章节背景为按用户图构建的原生矢量与独立文字；仅封面保留用户原始位图。所有曲线为示意。动画：静态呈现以保留完整比较参照。</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540E878-D2D7-4372-8992-BB09B4C2663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BCC3218C-2B36-4997-9415-102515A66150}"/>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B6280160-A5E9-41A7-BE26-1F0D2CF0EE73}"/>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D36B3DB-B052-4230-A1BD-0654F22C4E6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1A1CBA10-B0C3-4E56-9FF0-B9CA026E3407}"/>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B8F7D284-E2B3-4A98-88D6-72BAE71D7A9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3365188A-D61B-46B2-B3B9-0AC95433F17C}"/>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71BD0916-AE15-459C-9C04-A1E5E987AFFE}"/>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E540A084-83F7-4275-A72C-44D07EA2570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2E4F530F-3ED0-4C47-BB0A-6DB0B30DC2A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2" name="p2_shape_1">
            <a:extLst>
              <a:ext uri="{FF2B5EF4-FFF2-40B4-BE49-F238E27FC236}">
                <a16:creationId xmlns:a16="http://schemas.microsoft.com/office/drawing/2014/main" id="{42CE96F2-658A-406D-AA8B-2486AB294A72}"/>
              </a:ext>
            </a:extLst>
          </p:cNvPr>
          <p:cNvSpPr>
            <a:spLocks/>
          </p:cNvSpPr>
          <p:nvPr/>
        </p:nvSpPr>
        <p:spPr>
          <a:xfrm>
            <a:off x="400050" y="1238250"/>
            <a:ext cx="11391900" cy="953"/>
          </a:xfrm>
          <a:custGeom>
            <a:avLst/>
            <a:gdLst/>
            <a:ahLst/>
            <a:cxnLst/>
            <a:rect l="0" t="0" r="0" b="0"/>
            <a:pathLst>
              <a:path w="11391900" h="953">
                <a:moveTo>
                  <a:pt x="0" y="0"/>
                </a:moveTo>
                <a:lnTo>
                  <a:pt x="11391900" y="0"/>
                </a:lnTo>
              </a:path>
            </a:pathLst>
          </a:custGeom>
          <a:noFill/>
          <a:ln w="12383">
            <a:solidFill>
              <a:srgbClr val="394D93"/>
            </a:solidFill>
            <a:prstDash val="solid"/>
          </a:ln>
        </p:spPr>
      </p:sp>
      <p:sp>
        <p:nvSpPr>
          <p:cNvPr id="2" name="p2_shape_2">
            <a:extLst>
              <a:ext uri="{FF2B5EF4-FFF2-40B4-BE49-F238E27FC236}">
                <a16:creationId xmlns:a16="http://schemas.microsoft.com/office/drawing/2014/main" id="{B6C5B243-1B85-4E7C-A6BB-5A82DA1E1CD6}"/>
              </a:ext>
            </a:extLst>
          </p:cNvPr>
          <p:cNvSpPr>
            <a:spLocks/>
          </p:cNvSpPr>
          <p:nvPr/>
        </p:nvSpPr>
        <p:spPr>
          <a:xfrm>
            <a:off x="400050" y="6581775"/>
            <a:ext cx="11010900" cy="953"/>
          </a:xfrm>
          <a:custGeom>
            <a:avLst/>
            <a:gdLst/>
            <a:ahLst/>
            <a:cxnLst/>
            <a:rect l="0" t="0" r="0" b="0"/>
            <a:pathLst>
              <a:path w="11010900" h="953">
                <a:moveTo>
                  <a:pt x="0" y="0"/>
                </a:moveTo>
                <a:lnTo>
                  <a:pt x="11010900" y="0"/>
                </a:lnTo>
              </a:path>
            </a:pathLst>
          </a:custGeom>
          <a:noFill/>
          <a:ln w="7620">
            <a:solidFill>
              <a:srgbClr val="BBC4DF"/>
            </a:solidFill>
            <a:prstDash val="solid"/>
          </a:ln>
        </p:spPr>
      </p:sp>
      <p:sp>
        <p:nvSpPr>
          <p:cNvPr id="3" name="p2_shape_3">
            <a:extLst>
              <a:ext uri="{FF2B5EF4-FFF2-40B4-BE49-F238E27FC236}">
                <a16:creationId xmlns:a16="http://schemas.microsoft.com/office/drawing/2014/main" id="{5003D844-60BC-4967-870D-F95898F28B5A}"/>
              </a:ext>
            </a:extLst>
          </p:cNvPr>
          <p:cNvSpPr>
            <a:spLocks/>
          </p:cNvSpPr>
          <p:nvPr/>
        </p:nvSpPr>
        <p:spPr>
          <a:xfrm>
            <a:off x="1047750" y="2276475"/>
            <a:ext cx="685800" cy="685800"/>
          </a:xfrm>
          <a:prstGeom prst="ellipse">
            <a:avLst/>
          </a:prstGeom>
          <a:solidFill>
            <a:srgbClr val="394D93"/>
          </a:solidFill>
          <a:ln w="9525">
            <a:noFill/>
            <a:prstDash val="solid"/>
          </a:ln>
        </p:spPr>
      </p:sp>
      <p:sp>
        <p:nvSpPr>
          <p:cNvPr id="4" name="p2_shape_4">
            <a:extLst>
              <a:ext uri="{FF2B5EF4-FFF2-40B4-BE49-F238E27FC236}">
                <a16:creationId xmlns:a16="http://schemas.microsoft.com/office/drawing/2014/main" id="{4B25DCAB-803B-4E3C-BA10-82721AA34B51}"/>
              </a:ext>
            </a:extLst>
          </p:cNvPr>
          <p:cNvSpPr>
            <a:spLocks/>
          </p:cNvSpPr>
          <p:nvPr/>
        </p:nvSpPr>
        <p:spPr>
          <a:xfrm>
            <a:off x="1809750" y="2619375"/>
            <a:ext cx="561975" cy="953"/>
          </a:xfrm>
          <a:custGeom>
            <a:avLst/>
            <a:gdLst/>
            <a:ahLst/>
            <a:cxnLst/>
            <a:rect l="0" t="0" r="0" b="0"/>
            <a:pathLst>
              <a:path w="561975" h="953">
                <a:moveTo>
                  <a:pt x="0" y="0"/>
                </a:moveTo>
                <a:lnTo>
                  <a:pt x="561975" y="0"/>
                </a:lnTo>
              </a:path>
            </a:pathLst>
          </a:custGeom>
          <a:noFill/>
          <a:ln w="19050">
            <a:solidFill>
              <a:srgbClr val="BBC4DF"/>
            </a:solidFill>
            <a:prstDash val="solid"/>
          </a:ln>
        </p:spPr>
      </p:sp>
      <p:sp>
        <p:nvSpPr>
          <p:cNvPr id="5" name="p2_shape_5">
            <a:extLst>
              <a:ext uri="{FF2B5EF4-FFF2-40B4-BE49-F238E27FC236}">
                <a16:creationId xmlns:a16="http://schemas.microsoft.com/office/drawing/2014/main" id="{E6189724-FA5C-4AC9-8AC8-762A7100A854}"/>
              </a:ext>
            </a:extLst>
          </p:cNvPr>
          <p:cNvSpPr>
            <a:spLocks/>
          </p:cNvSpPr>
          <p:nvPr/>
        </p:nvSpPr>
        <p:spPr>
          <a:xfrm>
            <a:off x="2286000" y="2580799"/>
            <a:ext cx="85725" cy="77153"/>
          </a:xfrm>
          <a:custGeom>
            <a:avLst/>
            <a:gdLst/>
            <a:ahLst/>
            <a:cxnLst/>
            <a:rect l="0" t="0" r="0" b="0"/>
            <a:pathLst>
              <a:path w="85725" h="77153">
                <a:moveTo>
                  <a:pt x="85725" y="38576"/>
                </a:moveTo>
                <a:lnTo>
                  <a:pt x="0" y="77153"/>
                </a:lnTo>
                <a:lnTo>
                  <a:pt x="0" y="0"/>
                </a:lnTo>
                <a:close/>
              </a:path>
            </a:pathLst>
          </a:custGeom>
          <a:solidFill>
            <a:srgbClr val="BBC4DF"/>
          </a:solidFill>
          <a:ln w="0">
            <a:noFill/>
            <a:prstDash val="solid"/>
          </a:ln>
        </p:spPr>
      </p:sp>
      <p:sp>
        <p:nvSpPr>
          <p:cNvPr id="6" name="p2_shape_6">
            <a:extLst>
              <a:ext uri="{FF2B5EF4-FFF2-40B4-BE49-F238E27FC236}">
                <a16:creationId xmlns:a16="http://schemas.microsoft.com/office/drawing/2014/main" id="{DBD3EEAC-5F4F-461E-8B67-5B19A06288C0}"/>
              </a:ext>
            </a:extLst>
          </p:cNvPr>
          <p:cNvSpPr>
            <a:spLocks/>
          </p:cNvSpPr>
          <p:nvPr/>
        </p:nvSpPr>
        <p:spPr>
          <a:xfrm>
            <a:off x="3352800" y="2276475"/>
            <a:ext cx="685800" cy="685800"/>
          </a:xfrm>
          <a:prstGeom prst="ellipse">
            <a:avLst/>
          </a:prstGeom>
          <a:solidFill>
            <a:srgbClr val="394D93"/>
          </a:solidFill>
          <a:ln w="9525">
            <a:noFill/>
            <a:prstDash val="solid"/>
          </a:ln>
        </p:spPr>
      </p:sp>
      <p:sp>
        <p:nvSpPr>
          <p:cNvPr id="7" name="p2_shape_7">
            <a:extLst>
              <a:ext uri="{FF2B5EF4-FFF2-40B4-BE49-F238E27FC236}">
                <a16:creationId xmlns:a16="http://schemas.microsoft.com/office/drawing/2014/main" id="{7E2D3966-FD8A-477D-9EFD-6979F636F23D}"/>
              </a:ext>
            </a:extLst>
          </p:cNvPr>
          <p:cNvSpPr>
            <a:spLocks/>
          </p:cNvSpPr>
          <p:nvPr/>
        </p:nvSpPr>
        <p:spPr>
          <a:xfrm>
            <a:off x="4114800" y="2619375"/>
            <a:ext cx="561975" cy="953"/>
          </a:xfrm>
          <a:custGeom>
            <a:avLst/>
            <a:gdLst/>
            <a:ahLst/>
            <a:cxnLst/>
            <a:rect l="0" t="0" r="0" b="0"/>
            <a:pathLst>
              <a:path w="561975" h="953">
                <a:moveTo>
                  <a:pt x="0" y="0"/>
                </a:moveTo>
                <a:lnTo>
                  <a:pt x="561975" y="0"/>
                </a:lnTo>
              </a:path>
            </a:pathLst>
          </a:custGeom>
          <a:noFill/>
          <a:ln w="19050">
            <a:solidFill>
              <a:srgbClr val="BBC4DF"/>
            </a:solidFill>
            <a:prstDash val="solid"/>
          </a:ln>
        </p:spPr>
      </p:sp>
      <p:sp>
        <p:nvSpPr>
          <p:cNvPr id="8" name="p2_shape_8">
            <a:extLst>
              <a:ext uri="{FF2B5EF4-FFF2-40B4-BE49-F238E27FC236}">
                <a16:creationId xmlns:a16="http://schemas.microsoft.com/office/drawing/2014/main" id="{06B3629A-423E-4B5A-80A3-D833A6B31A1A}"/>
              </a:ext>
            </a:extLst>
          </p:cNvPr>
          <p:cNvSpPr>
            <a:spLocks/>
          </p:cNvSpPr>
          <p:nvPr/>
        </p:nvSpPr>
        <p:spPr>
          <a:xfrm>
            <a:off x="4591050" y="2580799"/>
            <a:ext cx="85725" cy="77153"/>
          </a:xfrm>
          <a:custGeom>
            <a:avLst/>
            <a:gdLst/>
            <a:ahLst/>
            <a:cxnLst/>
            <a:rect l="0" t="0" r="0" b="0"/>
            <a:pathLst>
              <a:path w="85725" h="77153">
                <a:moveTo>
                  <a:pt x="85725" y="38576"/>
                </a:moveTo>
                <a:lnTo>
                  <a:pt x="0" y="77153"/>
                </a:lnTo>
                <a:lnTo>
                  <a:pt x="0" y="0"/>
                </a:lnTo>
                <a:close/>
              </a:path>
            </a:pathLst>
          </a:custGeom>
          <a:solidFill>
            <a:srgbClr val="BBC4DF"/>
          </a:solidFill>
          <a:ln w="0">
            <a:noFill/>
            <a:prstDash val="solid"/>
          </a:ln>
        </p:spPr>
      </p:sp>
      <p:sp>
        <p:nvSpPr>
          <p:cNvPr id="9" name="p2_shape_9">
            <a:extLst>
              <a:ext uri="{FF2B5EF4-FFF2-40B4-BE49-F238E27FC236}">
                <a16:creationId xmlns:a16="http://schemas.microsoft.com/office/drawing/2014/main" id="{42D56F57-7911-4ACF-AE8E-989EEDC6ED73}"/>
              </a:ext>
            </a:extLst>
          </p:cNvPr>
          <p:cNvSpPr>
            <a:spLocks/>
          </p:cNvSpPr>
          <p:nvPr/>
        </p:nvSpPr>
        <p:spPr>
          <a:xfrm>
            <a:off x="5657850" y="2276475"/>
            <a:ext cx="685800" cy="685800"/>
          </a:xfrm>
          <a:prstGeom prst="ellipse">
            <a:avLst/>
          </a:prstGeom>
          <a:solidFill>
            <a:srgbClr val="394D93"/>
          </a:solidFill>
          <a:ln w="9525">
            <a:noFill/>
            <a:prstDash val="solid"/>
          </a:ln>
        </p:spPr>
      </p:sp>
      <p:sp>
        <p:nvSpPr>
          <p:cNvPr id="10" name="p2_shape_10">
            <a:extLst>
              <a:ext uri="{FF2B5EF4-FFF2-40B4-BE49-F238E27FC236}">
                <a16:creationId xmlns:a16="http://schemas.microsoft.com/office/drawing/2014/main" id="{9F6DA486-5415-4CF5-9901-80050EC00161}"/>
              </a:ext>
            </a:extLst>
          </p:cNvPr>
          <p:cNvSpPr>
            <a:spLocks/>
          </p:cNvSpPr>
          <p:nvPr/>
        </p:nvSpPr>
        <p:spPr>
          <a:xfrm>
            <a:off x="6419850" y="2619375"/>
            <a:ext cx="561975" cy="953"/>
          </a:xfrm>
          <a:custGeom>
            <a:avLst/>
            <a:gdLst/>
            <a:ahLst/>
            <a:cxnLst/>
            <a:rect l="0" t="0" r="0" b="0"/>
            <a:pathLst>
              <a:path w="561975" h="953">
                <a:moveTo>
                  <a:pt x="0" y="0"/>
                </a:moveTo>
                <a:lnTo>
                  <a:pt x="561975" y="0"/>
                </a:lnTo>
              </a:path>
            </a:pathLst>
          </a:custGeom>
          <a:noFill/>
          <a:ln w="19050">
            <a:solidFill>
              <a:srgbClr val="BBC4DF"/>
            </a:solidFill>
            <a:prstDash val="solid"/>
          </a:ln>
        </p:spPr>
      </p:sp>
      <p:sp>
        <p:nvSpPr>
          <p:cNvPr id="11" name="p2_shape_11">
            <a:extLst>
              <a:ext uri="{FF2B5EF4-FFF2-40B4-BE49-F238E27FC236}">
                <a16:creationId xmlns:a16="http://schemas.microsoft.com/office/drawing/2014/main" id="{C09690AC-F349-48F1-B916-A716CFBD5F12}"/>
              </a:ext>
            </a:extLst>
          </p:cNvPr>
          <p:cNvSpPr>
            <a:spLocks/>
          </p:cNvSpPr>
          <p:nvPr/>
        </p:nvSpPr>
        <p:spPr>
          <a:xfrm>
            <a:off x="6896100" y="2580799"/>
            <a:ext cx="85725" cy="77153"/>
          </a:xfrm>
          <a:custGeom>
            <a:avLst/>
            <a:gdLst/>
            <a:ahLst/>
            <a:cxnLst/>
            <a:rect l="0" t="0" r="0" b="0"/>
            <a:pathLst>
              <a:path w="85725" h="77153">
                <a:moveTo>
                  <a:pt x="85725" y="38576"/>
                </a:moveTo>
                <a:lnTo>
                  <a:pt x="0" y="77153"/>
                </a:lnTo>
                <a:lnTo>
                  <a:pt x="0" y="0"/>
                </a:lnTo>
                <a:close/>
              </a:path>
            </a:pathLst>
          </a:custGeom>
          <a:solidFill>
            <a:srgbClr val="BBC4DF"/>
          </a:solidFill>
          <a:ln w="0">
            <a:noFill/>
            <a:prstDash val="solid"/>
          </a:ln>
        </p:spPr>
      </p:sp>
      <p:sp>
        <p:nvSpPr>
          <p:cNvPr id="12" name="p2_shape_12">
            <a:extLst>
              <a:ext uri="{FF2B5EF4-FFF2-40B4-BE49-F238E27FC236}">
                <a16:creationId xmlns:a16="http://schemas.microsoft.com/office/drawing/2014/main" id="{992FDF07-6A98-4DF6-8D5B-89ACFE618AAF}"/>
              </a:ext>
            </a:extLst>
          </p:cNvPr>
          <p:cNvSpPr>
            <a:spLocks/>
          </p:cNvSpPr>
          <p:nvPr/>
        </p:nvSpPr>
        <p:spPr>
          <a:xfrm>
            <a:off x="7962900" y="2276475"/>
            <a:ext cx="685800" cy="685800"/>
          </a:xfrm>
          <a:prstGeom prst="ellipse">
            <a:avLst/>
          </a:prstGeom>
          <a:solidFill>
            <a:srgbClr val="9C3E76"/>
          </a:solidFill>
          <a:ln w="9525">
            <a:noFill/>
            <a:prstDash val="solid"/>
          </a:ln>
        </p:spPr>
      </p:sp>
      <p:sp>
        <p:nvSpPr>
          <p:cNvPr id="13" name="p2_shape_13">
            <a:extLst>
              <a:ext uri="{FF2B5EF4-FFF2-40B4-BE49-F238E27FC236}">
                <a16:creationId xmlns:a16="http://schemas.microsoft.com/office/drawing/2014/main" id="{41F34A17-5CEC-4A99-B38B-8D78470820DB}"/>
              </a:ext>
            </a:extLst>
          </p:cNvPr>
          <p:cNvSpPr>
            <a:spLocks/>
          </p:cNvSpPr>
          <p:nvPr/>
        </p:nvSpPr>
        <p:spPr>
          <a:xfrm>
            <a:off x="8724900" y="2619375"/>
            <a:ext cx="561975" cy="953"/>
          </a:xfrm>
          <a:custGeom>
            <a:avLst/>
            <a:gdLst/>
            <a:ahLst/>
            <a:cxnLst/>
            <a:rect l="0" t="0" r="0" b="0"/>
            <a:pathLst>
              <a:path w="561975" h="953">
                <a:moveTo>
                  <a:pt x="0" y="0"/>
                </a:moveTo>
                <a:lnTo>
                  <a:pt x="561975" y="0"/>
                </a:lnTo>
              </a:path>
            </a:pathLst>
          </a:custGeom>
          <a:noFill/>
          <a:ln w="19050">
            <a:solidFill>
              <a:srgbClr val="BBC4DF"/>
            </a:solidFill>
            <a:prstDash val="solid"/>
          </a:ln>
        </p:spPr>
      </p:sp>
      <p:sp>
        <p:nvSpPr>
          <p:cNvPr id="14" name="p2_shape_14">
            <a:extLst>
              <a:ext uri="{FF2B5EF4-FFF2-40B4-BE49-F238E27FC236}">
                <a16:creationId xmlns:a16="http://schemas.microsoft.com/office/drawing/2014/main" id="{DED75FB9-5063-47EB-B40A-9EDA54F04B95}"/>
              </a:ext>
            </a:extLst>
          </p:cNvPr>
          <p:cNvSpPr>
            <a:spLocks/>
          </p:cNvSpPr>
          <p:nvPr/>
        </p:nvSpPr>
        <p:spPr>
          <a:xfrm>
            <a:off x="9201150" y="2580799"/>
            <a:ext cx="85725" cy="77153"/>
          </a:xfrm>
          <a:custGeom>
            <a:avLst/>
            <a:gdLst/>
            <a:ahLst/>
            <a:cxnLst/>
            <a:rect l="0" t="0" r="0" b="0"/>
            <a:pathLst>
              <a:path w="85725" h="77153">
                <a:moveTo>
                  <a:pt x="85725" y="38576"/>
                </a:moveTo>
                <a:lnTo>
                  <a:pt x="0" y="77153"/>
                </a:lnTo>
                <a:lnTo>
                  <a:pt x="0" y="0"/>
                </a:lnTo>
                <a:close/>
              </a:path>
            </a:pathLst>
          </a:custGeom>
          <a:solidFill>
            <a:srgbClr val="BBC4DF"/>
          </a:solidFill>
          <a:ln w="0">
            <a:noFill/>
            <a:prstDash val="solid"/>
          </a:ln>
        </p:spPr>
      </p:sp>
      <p:sp>
        <p:nvSpPr>
          <p:cNvPr id="15" name="p2_shape_15">
            <a:extLst>
              <a:ext uri="{FF2B5EF4-FFF2-40B4-BE49-F238E27FC236}">
                <a16:creationId xmlns:a16="http://schemas.microsoft.com/office/drawing/2014/main" id="{946012FC-550B-4338-9FD6-A2BF6497F524}"/>
              </a:ext>
            </a:extLst>
          </p:cNvPr>
          <p:cNvSpPr>
            <a:spLocks/>
          </p:cNvSpPr>
          <p:nvPr/>
        </p:nvSpPr>
        <p:spPr>
          <a:xfrm>
            <a:off x="10267950" y="2276475"/>
            <a:ext cx="685800" cy="685800"/>
          </a:xfrm>
          <a:prstGeom prst="ellipse">
            <a:avLst/>
          </a:prstGeom>
          <a:solidFill>
            <a:srgbClr val="394D93"/>
          </a:solidFill>
          <a:ln w="9525">
            <a:noFill/>
            <a:prstDash val="solid"/>
          </a:ln>
        </p:spPr>
      </p:sp>
      <p:sp>
        <p:nvSpPr>
          <p:cNvPr id="16" name="p2_shape_16">
            <a:extLst>
              <a:ext uri="{FF2B5EF4-FFF2-40B4-BE49-F238E27FC236}">
                <a16:creationId xmlns:a16="http://schemas.microsoft.com/office/drawing/2014/main" id="{C80EAC53-3ECD-48BC-8C0F-D55729C07FAE}"/>
              </a:ext>
            </a:extLst>
          </p:cNvPr>
          <p:cNvSpPr>
            <a:spLocks/>
          </p:cNvSpPr>
          <p:nvPr/>
        </p:nvSpPr>
        <p:spPr>
          <a:xfrm>
            <a:off x="495300" y="4562475"/>
            <a:ext cx="11201400" cy="838200"/>
          </a:xfrm>
          <a:prstGeom prst="roundRect">
            <a:avLst>
              <a:gd name="adj" fmla="val 10227"/>
            </a:avLst>
          </a:prstGeom>
          <a:gradFill>
            <a:gsLst>
              <a:gs pos="0">
                <a:srgbClr val="FFFDFE"/>
              </a:gs>
              <a:gs pos="100000">
                <a:srgbClr val="F7EAF2"/>
              </a:gs>
            </a:gsLst>
            <a:lin ang="5400000"/>
          </a:gradFill>
          <a:ln w="9525">
            <a:noFill/>
            <a:prstDash val="solid"/>
          </a:ln>
        </p:spPr>
      </p:sp>
      <p:sp>
        <p:nvSpPr>
          <p:cNvPr id="17" name="p2_shape_17">
            <a:extLst>
              <a:ext uri="{FF2B5EF4-FFF2-40B4-BE49-F238E27FC236}">
                <a16:creationId xmlns:a16="http://schemas.microsoft.com/office/drawing/2014/main" id="{8DCB2999-C30A-48D7-96E3-A1FFA6995FFC}"/>
              </a:ext>
            </a:extLst>
          </p:cNvPr>
          <p:cNvSpPr>
            <a:spLocks/>
          </p:cNvSpPr>
          <p:nvPr/>
        </p:nvSpPr>
        <p:spPr>
          <a:xfrm>
            <a:off x="400050" y="5886450"/>
            <a:ext cx="11391900" cy="552450"/>
          </a:xfrm>
          <a:prstGeom prst="roundRect">
            <a:avLst>
              <a:gd name="adj" fmla="val 12069"/>
            </a:avLst>
          </a:prstGeom>
          <a:gradFill>
            <a:gsLst>
              <a:gs pos="0">
                <a:srgbClr val="FEFEFF"/>
              </a:gs>
              <a:gs pos="100000">
                <a:srgbClr val="EDF0F8"/>
              </a:gs>
            </a:gsLst>
            <a:lin ang="5400000"/>
          </a:gradFill>
          <a:ln w="9525">
            <a:noFill/>
            <a:prstDash val="solid"/>
          </a:ln>
        </p:spPr>
      </p:sp>
      <p:sp>
        <p:nvSpPr>
          <p:cNvPr id="18" name="p2_shape_18">
            <a:extLst>
              <a:ext uri="{FF2B5EF4-FFF2-40B4-BE49-F238E27FC236}">
                <a16:creationId xmlns:a16="http://schemas.microsoft.com/office/drawing/2014/main" id="{F668E8A4-C2B2-418E-B387-16A9875EF5A3}"/>
              </a:ext>
            </a:extLst>
          </p:cNvPr>
          <p:cNvSpPr>
            <a:spLocks/>
          </p:cNvSpPr>
          <p:nvPr/>
        </p:nvSpPr>
        <p:spPr>
          <a:xfrm>
            <a:off x="400050" y="5886450"/>
            <a:ext cx="57150" cy="552450"/>
          </a:xfrm>
          <a:prstGeom prst="rect">
            <a:avLst/>
          </a:prstGeom>
          <a:solidFill>
            <a:srgbClr val="9C3E76"/>
          </a:solidFill>
          <a:ln w="9525">
            <a:noFill/>
            <a:prstDash val="solid"/>
          </a:ln>
        </p:spPr>
      </p:sp>
      <p:sp>
        <p:nvSpPr>
          <p:cNvPr id="19" name="p2_label_19">
            <a:extLst>
              <a:ext uri="{FF2B5EF4-FFF2-40B4-BE49-F238E27FC236}">
                <a16:creationId xmlns:a16="http://schemas.microsoft.com/office/drawing/2014/main" id="{8B1FEE13-CD0B-4C40-85DE-8391DEE6461F}"/>
              </a:ext>
            </a:extLst>
          </p:cNvPr>
          <p:cNvSpPr>
            <a:spLocks/>
          </p:cNvSpPr>
          <p:nvPr/>
        </p:nvSpPr>
        <p:spPr>
          <a:xfrm>
            <a:off x="400050" y="209550"/>
            <a:ext cx="6191250" cy="266700"/>
          </a:xfrm>
          <a:prstGeom prst="rect">
            <a:avLst/>
          </a:prstGeom>
          <a:noFill/>
          <a:ln w="0">
            <a:noFill/>
          </a:ln>
        </p:spPr>
        <p:txBody>
          <a:bodyPr wrap="square" lIns="0" tIns="0" rIns="0" bIns="0" anchor="t">
            <a:noAutofit/>
          </a:bodyPr>
          <a:lstStyle>
            <a:defPPr algn="l">
              <a:defRPr sz="1500" b="0">
                <a:solidFill>
                  <a:srgbClr val="52617D"/>
                </a:solidFill>
                <a:latin typeface="Noto Sans SC"/>
                <a:ea typeface="Noto Sans SC"/>
                <a:cs typeface="Noto Sans SC"/>
              </a:defRPr>
            </a:defPPr>
          </a:lstStyle>
          <a:p>
            <a:pPr algn="l">
              <a:defRPr sz="1500" b="0">
                <a:solidFill>
                  <a:srgbClr val="52617D"/>
                </a:solidFill>
                <a:latin typeface="Noto Sans SC"/>
                <a:ea typeface="Noto Sans SC"/>
                <a:cs typeface="Noto Sans SC"/>
              </a:defRPr>
            </a:pPr>
            <a:r>
              <a:rPr sz="1500" b="0">
                <a:solidFill>
                  <a:srgbClr val="52617D"/>
                </a:solidFill>
                <a:latin typeface="Noto Sans SC"/>
                <a:ea typeface="Noto Sans SC"/>
                <a:cs typeface="Noto Sans SC"/>
              </a:rPr>
              <a:t>汇报目录</a:t>
            </a:r>
          </a:p>
        </p:txBody>
      </p:sp>
      <p:sp>
        <p:nvSpPr>
          <p:cNvPr id="20" name="p2_label_20">
            <a:extLst>
              <a:ext uri="{FF2B5EF4-FFF2-40B4-BE49-F238E27FC236}">
                <a16:creationId xmlns:a16="http://schemas.microsoft.com/office/drawing/2014/main" id="{A890C610-ED86-4FEA-904F-EF9FEDC17F92}"/>
              </a:ext>
            </a:extLst>
          </p:cNvPr>
          <p:cNvSpPr>
            <a:spLocks/>
          </p:cNvSpPr>
          <p:nvPr/>
        </p:nvSpPr>
        <p:spPr>
          <a:xfrm>
            <a:off x="400050" y="600075"/>
            <a:ext cx="11391900" cy="571500"/>
          </a:xfrm>
          <a:prstGeom prst="rect">
            <a:avLst/>
          </a:prstGeom>
          <a:noFill/>
          <a:ln w="0">
            <a:noFill/>
          </a:ln>
        </p:spPr>
        <p:txBody>
          <a:bodyPr wrap="square" lIns="0" tIns="0" rIns="0" bIns="0" anchor="t">
            <a:noAutofit/>
          </a:bodyPr>
          <a:lstStyle>
            <a:defPPr algn="l">
              <a:defRPr sz="3225" b="0">
                <a:solidFill>
                  <a:srgbClr val="172956"/>
                </a:solidFill>
                <a:latin typeface="Source Han Serif SC Heavy"/>
                <a:ea typeface="Source Han Serif SC Heavy"/>
                <a:cs typeface="Source Han Serif SC Heavy"/>
              </a:defRPr>
            </a:defPPr>
          </a:lstStyle>
          <a:p>
            <a:pPr algn="l">
              <a:defRPr sz="3225" b="0">
                <a:solidFill>
                  <a:srgbClr val="172956"/>
                </a:solidFill>
                <a:latin typeface="Source Han Serif SC Heavy"/>
                <a:ea typeface="Source Han Serif SC Heavy"/>
                <a:cs typeface="Source Han Serif SC Heavy"/>
              </a:defRPr>
            </a:pPr>
            <a:r>
              <a:rPr sz="3225" b="0">
                <a:solidFill>
                  <a:srgbClr val="172956"/>
                </a:solidFill>
                <a:latin typeface="Source Han Serif SC Heavy"/>
                <a:ea typeface="Source Han Serif SC Heavy"/>
                <a:cs typeface="Source Han Serif SC Heavy"/>
              </a:rPr>
              <a:t>从模型选择需求，走向可验证的研究问题</a:t>
            </a:r>
          </a:p>
        </p:txBody>
      </p:sp>
      <p:sp>
        <p:nvSpPr>
          <p:cNvPr id="21" name="p2_label_21">
            <a:extLst>
              <a:ext uri="{FF2B5EF4-FFF2-40B4-BE49-F238E27FC236}">
                <a16:creationId xmlns:a16="http://schemas.microsoft.com/office/drawing/2014/main" id="{8A1986F4-575D-4C1E-A075-D67E16E36C80}"/>
              </a:ext>
            </a:extLst>
          </p:cNvPr>
          <p:cNvSpPr>
            <a:spLocks/>
          </p:cNvSpPr>
          <p:nvPr/>
        </p:nvSpPr>
        <p:spPr>
          <a:xfrm>
            <a:off x="409575" y="1381125"/>
            <a:ext cx="11334750" cy="381000"/>
          </a:xfrm>
          <a:prstGeom prst="rect">
            <a:avLst/>
          </a:prstGeom>
          <a:noFill/>
          <a:ln w="0">
            <a:noFill/>
          </a:ln>
        </p:spPr>
        <p:txBody>
          <a:bodyPr wrap="square" lIns="0" tIns="0" rIns="0" bIns="0" anchor="t">
            <a:noAutofit/>
          </a:bodyPr>
          <a:lstStyle>
            <a:defPPr algn="l">
              <a:defRPr sz="1800" b="0">
                <a:solidFill>
                  <a:srgbClr val="52617D"/>
                </a:solidFill>
                <a:latin typeface="Noto Sans SC"/>
                <a:ea typeface="Noto Sans SC"/>
                <a:cs typeface="Noto Sans SC"/>
              </a:defRPr>
            </a:defPPr>
          </a:lstStyle>
          <a:p>
            <a:pPr algn="l">
              <a:defRPr sz="1800" b="0">
                <a:solidFill>
                  <a:srgbClr val="52617D"/>
                </a:solidFill>
                <a:latin typeface="Noto Sans SC"/>
                <a:ea typeface="Noto Sans SC"/>
                <a:cs typeface="Noto Sans SC"/>
              </a:defRPr>
            </a:pPr>
            <a:r>
              <a:rPr sz="1800" b="0">
                <a:solidFill>
                  <a:srgbClr val="52617D"/>
                </a:solidFill>
                <a:latin typeface="Noto Sans SC"/>
                <a:ea typeface="Noto Sans SC"/>
                <a:cs typeface="Noto Sans SC"/>
              </a:rPr>
              <a:t>研究背景 → 研究意义 → 现有不足 → 研究问题 → 总结与预期意义</a:t>
            </a:r>
          </a:p>
        </p:txBody>
      </p:sp>
      <p:sp>
        <p:nvSpPr>
          <p:cNvPr id="22" name="p2_label_22">
            <a:extLst>
              <a:ext uri="{FF2B5EF4-FFF2-40B4-BE49-F238E27FC236}">
                <a16:creationId xmlns:a16="http://schemas.microsoft.com/office/drawing/2014/main" id="{3B46D2EB-262B-4A46-8EC8-263A3C078B80}"/>
              </a:ext>
            </a:extLst>
          </p:cNvPr>
          <p:cNvSpPr>
            <a:spLocks/>
          </p:cNvSpPr>
          <p:nvPr/>
        </p:nvSpPr>
        <p:spPr>
          <a:xfrm>
            <a:off x="400050" y="6619875"/>
            <a:ext cx="10763250" cy="228600"/>
          </a:xfrm>
          <a:prstGeom prst="rect">
            <a:avLst/>
          </a:prstGeom>
          <a:noFill/>
          <a:ln w="0">
            <a:noFill/>
          </a:ln>
        </p:spPr>
        <p:txBody>
          <a:bodyPr wrap="square" lIns="0" tIns="0" rIns="0" bIns="0" anchor="t">
            <a:noAutofit/>
          </a:bodyPr>
          <a:lstStyle>
            <a:defPPr algn="l">
              <a:defRPr sz="1200" b="0">
                <a:solidFill>
                  <a:srgbClr val="52617D"/>
                </a:solidFill>
                <a:latin typeface="Noto Sans SC"/>
                <a:ea typeface="Noto Sans SC"/>
                <a:cs typeface="Noto Sans SC"/>
              </a:defRPr>
            </a:defPPr>
          </a:lstStyle>
          <a:p>
            <a:endParaRPr/>
          </a:p>
        </p:txBody>
      </p:sp>
      <p:sp>
        <p:nvSpPr>
          <p:cNvPr id="23" name="p2_label_23">
            <a:extLst>
              <a:ext uri="{FF2B5EF4-FFF2-40B4-BE49-F238E27FC236}">
                <a16:creationId xmlns:a16="http://schemas.microsoft.com/office/drawing/2014/main" id="{6FC81FBA-763F-4BC9-9252-99ECC3C2BE92}"/>
              </a:ext>
            </a:extLst>
          </p:cNvPr>
          <p:cNvSpPr>
            <a:spLocks/>
          </p:cNvSpPr>
          <p:nvPr/>
        </p:nvSpPr>
        <p:spPr>
          <a:xfrm>
            <a:off x="11334750" y="6553200"/>
            <a:ext cx="457200" cy="285750"/>
          </a:xfrm>
          <a:prstGeom prst="rect">
            <a:avLst/>
          </a:prstGeom>
          <a:noFill/>
          <a:ln w="0">
            <a:noFill/>
          </a:ln>
        </p:spPr>
        <p:txBody>
          <a:bodyPr wrap="square" lIns="0" tIns="0" rIns="0" bIns="0" anchor="t">
            <a:noAutofit/>
          </a:bodyPr>
          <a:lstStyle>
            <a:defPPr algn="r">
              <a:defRPr sz="1575" b="0">
                <a:solidFill>
                  <a:srgbClr val="52617D"/>
                </a:solidFill>
                <a:latin typeface="Arial"/>
                <a:ea typeface="Arial"/>
                <a:cs typeface="Arial"/>
              </a:defRPr>
            </a:defPPr>
          </a:lstStyle>
          <a:p>
            <a:pPr algn="r">
              <a:defRPr sz="1575" b="0">
                <a:solidFill>
                  <a:srgbClr val="52617D"/>
                </a:solidFill>
                <a:latin typeface="Arial"/>
                <a:ea typeface="Arial"/>
                <a:cs typeface="Arial"/>
              </a:defRPr>
            </a:pPr>
            <a:r>
              <a:rPr sz="1575" b="0">
                <a:solidFill>
                  <a:srgbClr val="52617D"/>
                </a:solidFill>
                <a:latin typeface="Arial"/>
                <a:ea typeface="Arial"/>
                <a:cs typeface="Arial"/>
              </a:rPr>
              <a:t>02</a:t>
            </a:r>
          </a:p>
        </p:txBody>
      </p:sp>
      <p:sp>
        <p:nvSpPr>
          <p:cNvPr id="24" name="p2_label_24">
            <a:extLst>
              <a:ext uri="{FF2B5EF4-FFF2-40B4-BE49-F238E27FC236}">
                <a16:creationId xmlns:a16="http://schemas.microsoft.com/office/drawing/2014/main" id="{4F912701-0189-4EC9-83A5-A8BED0203DEE}"/>
              </a:ext>
            </a:extLst>
          </p:cNvPr>
          <p:cNvSpPr>
            <a:spLocks/>
          </p:cNvSpPr>
          <p:nvPr/>
        </p:nvSpPr>
        <p:spPr>
          <a:xfrm>
            <a:off x="1057275" y="2390775"/>
            <a:ext cx="666750" cy="466725"/>
          </a:xfrm>
          <a:prstGeom prst="rect">
            <a:avLst/>
          </a:prstGeom>
          <a:noFill/>
          <a:ln w="0">
            <a:noFill/>
          </a:ln>
        </p:spPr>
        <p:txBody>
          <a:bodyPr wrap="square" lIns="0" tIns="0" rIns="0" bIns="0" anchor="t">
            <a:noAutofit/>
          </a:bodyPr>
          <a:lstStyle>
            <a:defPPr algn="ctr">
              <a:defRPr sz="2625" b="1">
                <a:solidFill>
                  <a:srgbClr val="FFFFFF"/>
                </a:solidFill>
                <a:latin typeface="Arial"/>
                <a:ea typeface="Arial"/>
                <a:cs typeface="Arial"/>
              </a:defRPr>
            </a:defPPr>
          </a:lstStyle>
          <a:p>
            <a:pPr algn="ctr">
              <a:defRPr sz="2625" b="1">
                <a:solidFill>
                  <a:srgbClr val="FFFFFF"/>
                </a:solidFill>
                <a:latin typeface="Arial"/>
                <a:ea typeface="Arial"/>
                <a:cs typeface="Arial"/>
              </a:defRPr>
            </a:pPr>
            <a:r>
              <a:rPr sz="2625" b="1">
                <a:solidFill>
                  <a:srgbClr val="FFFFFF"/>
                </a:solidFill>
                <a:latin typeface="Arial"/>
                <a:ea typeface="Arial"/>
                <a:cs typeface="Arial"/>
              </a:rPr>
              <a:t>01</a:t>
            </a:r>
          </a:p>
        </p:txBody>
      </p:sp>
      <p:sp>
        <p:nvSpPr>
          <p:cNvPr id="25" name="p2_label_25">
            <a:extLst>
              <a:ext uri="{FF2B5EF4-FFF2-40B4-BE49-F238E27FC236}">
                <a16:creationId xmlns:a16="http://schemas.microsoft.com/office/drawing/2014/main" id="{6C1A6F2C-8710-40FC-9C80-0A8852B9BE19}"/>
              </a:ext>
            </a:extLst>
          </p:cNvPr>
          <p:cNvSpPr>
            <a:spLocks/>
          </p:cNvSpPr>
          <p:nvPr/>
        </p:nvSpPr>
        <p:spPr>
          <a:xfrm>
            <a:off x="485775" y="3219450"/>
            <a:ext cx="1924050" cy="428625"/>
          </a:xfrm>
          <a:prstGeom prst="rect">
            <a:avLst/>
          </a:prstGeom>
          <a:noFill/>
          <a:ln w="0">
            <a:noFill/>
          </a:ln>
        </p:spPr>
        <p:txBody>
          <a:bodyPr wrap="square" lIns="0" tIns="0" rIns="0" bIns="0" anchor="t">
            <a:noAutofit/>
          </a:bodyPr>
          <a:lstStyle>
            <a:defPPr algn="ctr">
              <a:defRPr sz="2325" b="1">
                <a:solidFill>
                  <a:srgbClr val="394D93"/>
                </a:solidFill>
                <a:latin typeface="Noto Sans SC"/>
                <a:ea typeface="Noto Sans SC"/>
                <a:cs typeface="Noto Sans SC"/>
              </a:defRPr>
            </a:defPPr>
          </a:lstStyle>
          <a:p>
            <a:pPr algn="ctr">
              <a:defRPr sz="2325" b="1">
                <a:solidFill>
                  <a:srgbClr val="394D93"/>
                </a:solidFill>
                <a:latin typeface="Noto Sans SC"/>
                <a:ea typeface="Noto Sans SC"/>
                <a:cs typeface="Noto Sans SC"/>
              </a:defRPr>
            </a:pPr>
            <a:r>
              <a:rPr sz="2325" b="1">
                <a:solidFill>
                  <a:srgbClr val="394D93"/>
                </a:solidFill>
                <a:latin typeface="Noto Sans SC"/>
                <a:ea typeface="Noto Sans SC"/>
                <a:cs typeface="Noto Sans SC"/>
              </a:rPr>
              <a:t>研究背景</a:t>
            </a:r>
          </a:p>
        </p:txBody>
      </p:sp>
      <p:sp>
        <p:nvSpPr>
          <p:cNvPr id="26" name="p2_label_26">
            <a:extLst>
              <a:ext uri="{FF2B5EF4-FFF2-40B4-BE49-F238E27FC236}">
                <a16:creationId xmlns:a16="http://schemas.microsoft.com/office/drawing/2014/main" id="{D34DAE4E-C930-4B78-BBA6-037E91DC8C30}"/>
              </a:ext>
            </a:extLst>
          </p:cNvPr>
          <p:cNvSpPr>
            <a:spLocks/>
          </p:cNvSpPr>
          <p:nvPr/>
        </p:nvSpPr>
        <p:spPr>
          <a:xfrm>
            <a:off x="485775" y="3800475"/>
            <a:ext cx="1924050" cy="323850"/>
          </a:xfrm>
          <a:prstGeom prst="rect">
            <a:avLst/>
          </a:prstGeom>
          <a:noFill/>
          <a:ln w="0">
            <a:noFill/>
          </a:ln>
        </p:spPr>
        <p:txBody>
          <a:bodyPr wrap="square" lIns="0" tIns="0" rIns="0" bIns="0" anchor="t">
            <a:noAutofit/>
          </a:bodyPr>
          <a:lstStyle>
            <a:defPPr algn="ctr">
              <a:defRPr sz="1725" b="0">
                <a:solidFill>
                  <a:srgbClr val="52617D"/>
                </a:solidFill>
                <a:latin typeface="Noto Sans SC"/>
                <a:ea typeface="Noto Sans SC"/>
                <a:cs typeface="Noto Sans SC"/>
              </a:defRPr>
            </a:defPPr>
          </a:lstStyle>
          <a:p>
            <a:pPr algn="ctr">
              <a:defRPr sz="1725" b="0">
                <a:solidFill>
                  <a:srgbClr val="52617D"/>
                </a:solidFill>
                <a:latin typeface="Noto Sans SC"/>
                <a:ea typeface="Noto Sans SC"/>
                <a:cs typeface="Noto Sans SC"/>
              </a:defRPr>
            </a:pPr>
            <a:r>
              <a:rPr sz="1725" b="0">
                <a:solidFill>
                  <a:srgbClr val="52617D"/>
                </a:solidFill>
                <a:latin typeface="Noto Sans SC"/>
                <a:ea typeface="Noto Sans SC"/>
                <a:cs typeface="Noto Sans SC"/>
              </a:rPr>
              <a:t>为什么需要选模</a:t>
            </a:r>
          </a:p>
        </p:txBody>
      </p:sp>
      <p:sp>
        <p:nvSpPr>
          <p:cNvPr id="27" name="p2_label_27">
            <a:extLst>
              <a:ext uri="{FF2B5EF4-FFF2-40B4-BE49-F238E27FC236}">
                <a16:creationId xmlns:a16="http://schemas.microsoft.com/office/drawing/2014/main" id="{BE38CCC8-0158-45AC-9BC9-6D3836476035}"/>
              </a:ext>
            </a:extLst>
          </p:cNvPr>
          <p:cNvSpPr>
            <a:spLocks/>
          </p:cNvSpPr>
          <p:nvPr/>
        </p:nvSpPr>
        <p:spPr>
          <a:xfrm>
            <a:off x="3362325" y="2390775"/>
            <a:ext cx="666750" cy="466725"/>
          </a:xfrm>
          <a:prstGeom prst="rect">
            <a:avLst/>
          </a:prstGeom>
          <a:noFill/>
          <a:ln w="0">
            <a:noFill/>
          </a:ln>
        </p:spPr>
        <p:txBody>
          <a:bodyPr wrap="square" lIns="0" tIns="0" rIns="0" bIns="0" anchor="t">
            <a:noAutofit/>
          </a:bodyPr>
          <a:lstStyle>
            <a:defPPr algn="ctr">
              <a:defRPr sz="2625" b="1">
                <a:solidFill>
                  <a:srgbClr val="FFFFFF"/>
                </a:solidFill>
                <a:latin typeface="Arial"/>
                <a:ea typeface="Arial"/>
                <a:cs typeface="Arial"/>
              </a:defRPr>
            </a:defPPr>
          </a:lstStyle>
          <a:p>
            <a:pPr algn="ctr">
              <a:defRPr sz="2625" b="1">
                <a:solidFill>
                  <a:srgbClr val="FFFFFF"/>
                </a:solidFill>
                <a:latin typeface="Arial"/>
                <a:ea typeface="Arial"/>
                <a:cs typeface="Arial"/>
              </a:defRPr>
            </a:pPr>
            <a:r>
              <a:rPr sz="2625" b="1">
                <a:solidFill>
                  <a:srgbClr val="FFFFFF"/>
                </a:solidFill>
                <a:latin typeface="Arial"/>
                <a:ea typeface="Arial"/>
                <a:cs typeface="Arial"/>
              </a:rPr>
              <a:t>02</a:t>
            </a:r>
          </a:p>
        </p:txBody>
      </p:sp>
      <p:sp>
        <p:nvSpPr>
          <p:cNvPr id="28" name="p2_label_28">
            <a:extLst>
              <a:ext uri="{FF2B5EF4-FFF2-40B4-BE49-F238E27FC236}">
                <a16:creationId xmlns:a16="http://schemas.microsoft.com/office/drawing/2014/main" id="{878E1A13-CA29-4453-AB2F-1DC77B1AA293}"/>
              </a:ext>
            </a:extLst>
          </p:cNvPr>
          <p:cNvSpPr>
            <a:spLocks/>
          </p:cNvSpPr>
          <p:nvPr/>
        </p:nvSpPr>
        <p:spPr>
          <a:xfrm>
            <a:off x="2790825" y="3219450"/>
            <a:ext cx="1924050" cy="428625"/>
          </a:xfrm>
          <a:prstGeom prst="rect">
            <a:avLst/>
          </a:prstGeom>
          <a:noFill/>
          <a:ln w="0">
            <a:noFill/>
          </a:ln>
        </p:spPr>
        <p:txBody>
          <a:bodyPr wrap="square" lIns="0" tIns="0" rIns="0" bIns="0" anchor="t">
            <a:noAutofit/>
          </a:bodyPr>
          <a:lstStyle>
            <a:defPPr algn="ctr">
              <a:defRPr sz="2325" b="1">
                <a:solidFill>
                  <a:srgbClr val="394D93"/>
                </a:solidFill>
                <a:latin typeface="Noto Sans SC"/>
                <a:ea typeface="Noto Sans SC"/>
                <a:cs typeface="Noto Sans SC"/>
              </a:defRPr>
            </a:defPPr>
          </a:lstStyle>
          <a:p>
            <a:pPr algn="ctr">
              <a:defRPr sz="2325" b="1">
                <a:solidFill>
                  <a:srgbClr val="394D93"/>
                </a:solidFill>
                <a:latin typeface="Noto Sans SC"/>
                <a:ea typeface="Noto Sans SC"/>
                <a:cs typeface="Noto Sans SC"/>
              </a:defRPr>
            </a:pPr>
            <a:r>
              <a:rPr sz="2325" b="1">
                <a:solidFill>
                  <a:srgbClr val="394D93"/>
                </a:solidFill>
                <a:latin typeface="Noto Sans SC"/>
                <a:ea typeface="Noto Sans SC"/>
                <a:cs typeface="Noto Sans SC"/>
              </a:rPr>
              <a:t>研究意义</a:t>
            </a:r>
          </a:p>
        </p:txBody>
      </p:sp>
      <p:sp>
        <p:nvSpPr>
          <p:cNvPr id="29" name="p2_label_29">
            <a:extLst>
              <a:ext uri="{FF2B5EF4-FFF2-40B4-BE49-F238E27FC236}">
                <a16:creationId xmlns:a16="http://schemas.microsoft.com/office/drawing/2014/main" id="{0940F908-56A2-4C3D-8B5A-1906935E2EDB}"/>
              </a:ext>
            </a:extLst>
          </p:cNvPr>
          <p:cNvSpPr>
            <a:spLocks/>
          </p:cNvSpPr>
          <p:nvPr/>
        </p:nvSpPr>
        <p:spPr>
          <a:xfrm>
            <a:off x="2790825" y="3800475"/>
            <a:ext cx="1924050" cy="323850"/>
          </a:xfrm>
          <a:prstGeom prst="rect">
            <a:avLst/>
          </a:prstGeom>
          <a:noFill/>
          <a:ln w="0">
            <a:noFill/>
          </a:ln>
        </p:spPr>
        <p:txBody>
          <a:bodyPr wrap="square" lIns="0" tIns="0" rIns="0" bIns="0" anchor="t">
            <a:noAutofit/>
          </a:bodyPr>
          <a:lstStyle>
            <a:defPPr algn="ctr">
              <a:defRPr sz="1725" b="0">
                <a:solidFill>
                  <a:srgbClr val="52617D"/>
                </a:solidFill>
                <a:latin typeface="Noto Sans SC"/>
                <a:ea typeface="Noto Sans SC"/>
                <a:cs typeface="Noto Sans SC"/>
              </a:defRPr>
            </a:defPPr>
          </a:lstStyle>
          <a:p>
            <a:pPr algn="ctr">
              <a:defRPr sz="1725" b="0">
                <a:solidFill>
                  <a:srgbClr val="52617D"/>
                </a:solidFill>
                <a:latin typeface="Noto Sans SC"/>
                <a:ea typeface="Noto Sans SC"/>
                <a:cs typeface="Noto Sans SC"/>
              </a:defRPr>
            </a:pPr>
            <a:r>
              <a:rPr sz="1725" b="0">
                <a:solidFill>
                  <a:srgbClr val="52617D"/>
                </a:solidFill>
                <a:latin typeface="Noto Sans SC"/>
                <a:ea typeface="Noto Sans SC"/>
                <a:cs typeface="Noto Sans SC"/>
              </a:rPr>
              <a:t>为什么值得研究</a:t>
            </a:r>
          </a:p>
        </p:txBody>
      </p:sp>
      <p:sp>
        <p:nvSpPr>
          <p:cNvPr id="30" name="p2_label_30">
            <a:extLst>
              <a:ext uri="{FF2B5EF4-FFF2-40B4-BE49-F238E27FC236}">
                <a16:creationId xmlns:a16="http://schemas.microsoft.com/office/drawing/2014/main" id="{743FD5FD-A5A6-47FF-AA81-FD4D5F939585}"/>
              </a:ext>
            </a:extLst>
          </p:cNvPr>
          <p:cNvSpPr>
            <a:spLocks/>
          </p:cNvSpPr>
          <p:nvPr/>
        </p:nvSpPr>
        <p:spPr>
          <a:xfrm>
            <a:off x="5667375" y="2390775"/>
            <a:ext cx="666750" cy="466725"/>
          </a:xfrm>
          <a:prstGeom prst="rect">
            <a:avLst/>
          </a:prstGeom>
          <a:noFill/>
          <a:ln w="0">
            <a:noFill/>
          </a:ln>
        </p:spPr>
        <p:txBody>
          <a:bodyPr wrap="square" lIns="0" tIns="0" rIns="0" bIns="0" anchor="t">
            <a:noAutofit/>
          </a:bodyPr>
          <a:lstStyle>
            <a:defPPr algn="ctr">
              <a:defRPr sz="2625" b="1">
                <a:solidFill>
                  <a:srgbClr val="FFFFFF"/>
                </a:solidFill>
                <a:latin typeface="Arial"/>
                <a:ea typeface="Arial"/>
                <a:cs typeface="Arial"/>
              </a:defRPr>
            </a:defPPr>
          </a:lstStyle>
          <a:p>
            <a:pPr algn="ctr">
              <a:defRPr sz="2625" b="1">
                <a:solidFill>
                  <a:srgbClr val="FFFFFF"/>
                </a:solidFill>
                <a:latin typeface="Arial"/>
                <a:ea typeface="Arial"/>
                <a:cs typeface="Arial"/>
              </a:defRPr>
            </a:pPr>
            <a:r>
              <a:rPr sz="2625" b="1">
                <a:solidFill>
                  <a:srgbClr val="FFFFFF"/>
                </a:solidFill>
                <a:latin typeface="Arial"/>
                <a:ea typeface="Arial"/>
                <a:cs typeface="Arial"/>
              </a:rPr>
              <a:t>03</a:t>
            </a:r>
          </a:p>
        </p:txBody>
      </p:sp>
      <p:sp>
        <p:nvSpPr>
          <p:cNvPr id="31" name="p2_label_31">
            <a:extLst>
              <a:ext uri="{FF2B5EF4-FFF2-40B4-BE49-F238E27FC236}">
                <a16:creationId xmlns:a16="http://schemas.microsoft.com/office/drawing/2014/main" id="{BB4C1D4D-FC61-40CB-84C3-BABB481950D2}"/>
              </a:ext>
            </a:extLst>
          </p:cNvPr>
          <p:cNvSpPr>
            <a:spLocks/>
          </p:cNvSpPr>
          <p:nvPr/>
        </p:nvSpPr>
        <p:spPr>
          <a:xfrm>
            <a:off x="5095875" y="3219450"/>
            <a:ext cx="1924050" cy="428625"/>
          </a:xfrm>
          <a:prstGeom prst="rect">
            <a:avLst/>
          </a:prstGeom>
          <a:noFill/>
          <a:ln w="0">
            <a:noFill/>
          </a:ln>
        </p:spPr>
        <p:txBody>
          <a:bodyPr wrap="square" lIns="0" tIns="0" rIns="0" bIns="0" anchor="t">
            <a:noAutofit/>
          </a:bodyPr>
          <a:lstStyle>
            <a:defPPr algn="ctr">
              <a:defRPr sz="2325" b="1">
                <a:solidFill>
                  <a:srgbClr val="394D93"/>
                </a:solidFill>
                <a:latin typeface="Noto Sans SC"/>
                <a:ea typeface="Noto Sans SC"/>
                <a:cs typeface="Noto Sans SC"/>
              </a:defRPr>
            </a:defPPr>
          </a:lstStyle>
          <a:p>
            <a:pPr algn="ctr">
              <a:defRPr sz="2325" b="1">
                <a:solidFill>
                  <a:srgbClr val="394D93"/>
                </a:solidFill>
                <a:latin typeface="Noto Sans SC"/>
                <a:ea typeface="Noto Sans SC"/>
                <a:cs typeface="Noto Sans SC"/>
              </a:defRPr>
            </a:pPr>
            <a:r>
              <a:rPr sz="2325" b="1">
                <a:solidFill>
                  <a:srgbClr val="394D93"/>
                </a:solidFill>
                <a:latin typeface="Noto Sans SC"/>
                <a:ea typeface="Noto Sans SC"/>
                <a:cs typeface="Noto Sans SC"/>
              </a:rPr>
              <a:t>现有不足</a:t>
            </a:r>
          </a:p>
        </p:txBody>
      </p:sp>
      <p:sp>
        <p:nvSpPr>
          <p:cNvPr id="32" name="p2_label_32">
            <a:extLst>
              <a:ext uri="{FF2B5EF4-FFF2-40B4-BE49-F238E27FC236}">
                <a16:creationId xmlns:a16="http://schemas.microsoft.com/office/drawing/2014/main" id="{CFFD01B4-1E71-4F48-965A-5087F3B4FDE3}"/>
              </a:ext>
            </a:extLst>
          </p:cNvPr>
          <p:cNvSpPr>
            <a:spLocks/>
          </p:cNvSpPr>
          <p:nvPr/>
        </p:nvSpPr>
        <p:spPr>
          <a:xfrm>
            <a:off x="5095875" y="3800475"/>
            <a:ext cx="1924050" cy="323850"/>
          </a:xfrm>
          <a:prstGeom prst="rect">
            <a:avLst/>
          </a:prstGeom>
          <a:noFill/>
          <a:ln w="0">
            <a:noFill/>
          </a:ln>
        </p:spPr>
        <p:txBody>
          <a:bodyPr wrap="square" lIns="0" tIns="0" rIns="0" bIns="0" anchor="t">
            <a:noAutofit/>
          </a:bodyPr>
          <a:lstStyle>
            <a:defPPr algn="ctr">
              <a:defRPr sz="1725" b="0">
                <a:solidFill>
                  <a:srgbClr val="52617D"/>
                </a:solidFill>
                <a:latin typeface="Noto Sans SC"/>
                <a:ea typeface="Noto Sans SC"/>
                <a:cs typeface="Noto Sans SC"/>
              </a:defRPr>
            </a:defPPr>
          </a:lstStyle>
          <a:p>
            <a:pPr algn="ctr">
              <a:defRPr sz="1725" b="0">
                <a:solidFill>
                  <a:srgbClr val="52617D"/>
                </a:solidFill>
                <a:latin typeface="Noto Sans SC"/>
                <a:ea typeface="Noto Sans SC"/>
                <a:cs typeface="Noto Sans SC"/>
              </a:defRPr>
            </a:pPr>
            <a:r>
              <a:rPr sz="1725" b="0">
                <a:solidFill>
                  <a:srgbClr val="52617D"/>
                </a:solidFill>
                <a:latin typeface="Noto Sans SC"/>
                <a:ea typeface="Noto Sans SC"/>
                <a:cs typeface="Noto Sans SC"/>
              </a:rPr>
              <a:t>问题收敛在哪里</a:t>
            </a:r>
          </a:p>
        </p:txBody>
      </p:sp>
      <p:sp>
        <p:nvSpPr>
          <p:cNvPr id="33" name="p2_label_33">
            <a:extLst>
              <a:ext uri="{FF2B5EF4-FFF2-40B4-BE49-F238E27FC236}">
                <a16:creationId xmlns:a16="http://schemas.microsoft.com/office/drawing/2014/main" id="{0E476EC2-1380-40E4-B198-14F79D91C123}"/>
              </a:ext>
            </a:extLst>
          </p:cNvPr>
          <p:cNvSpPr>
            <a:spLocks/>
          </p:cNvSpPr>
          <p:nvPr/>
        </p:nvSpPr>
        <p:spPr>
          <a:xfrm>
            <a:off x="7972425" y="2390775"/>
            <a:ext cx="666750" cy="466725"/>
          </a:xfrm>
          <a:prstGeom prst="rect">
            <a:avLst/>
          </a:prstGeom>
          <a:noFill/>
          <a:ln w="0">
            <a:noFill/>
          </a:ln>
        </p:spPr>
        <p:txBody>
          <a:bodyPr wrap="square" lIns="0" tIns="0" rIns="0" bIns="0" anchor="t">
            <a:noAutofit/>
          </a:bodyPr>
          <a:lstStyle>
            <a:defPPr algn="ctr">
              <a:defRPr sz="2625" b="1">
                <a:solidFill>
                  <a:srgbClr val="FFFFFF"/>
                </a:solidFill>
                <a:latin typeface="Arial"/>
                <a:ea typeface="Arial"/>
                <a:cs typeface="Arial"/>
              </a:defRPr>
            </a:defPPr>
          </a:lstStyle>
          <a:p>
            <a:pPr algn="ctr">
              <a:defRPr sz="2625" b="1">
                <a:solidFill>
                  <a:srgbClr val="FFFFFF"/>
                </a:solidFill>
                <a:latin typeface="Arial"/>
                <a:ea typeface="Arial"/>
                <a:cs typeface="Arial"/>
              </a:defRPr>
            </a:pPr>
            <a:r>
              <a:rPr sz="2625" b="1">
                <a:solidFill>
                  <a:srgbClr val="FFFFFF"/>
                </a:solidFill>
                <a:latin typeface="Arial"/>
                <a:ea typeface="Arial"/>
                <a:cs typeface="Arial"/>
              </a:rPr>
              <a:t>04</a:t>
            </a:r>
          </a:p>
        </p:txBody>
      </p:sp>
      <p:sp>
        <p:nvSpPr>
          <p:cNvPr id="34" name="p2_label_34">
            <a:extLst>
              <a:ext uri="{FF2B5EF4-FFF2-40B4-BE49-F238E27FC236}">
                <a16:creationId xmlns:a16="http://schemas.microsoft.com/office/drawing/2014/main" id="{73EEFDD4-E093-4FBD-A801-DEE1B82ABDA6}"/>
              </a:ext>
            </a:extLst>
          </p:cNvPr>
          <p:cNvSpPr>
            <a:spLocks/>
          </p:cNvSpPr>
          <p:nvPr/>
        </p:nvSpPr>
        <p:spPr>
          <a:xfrm>
            <a:off x="7400925" y="3219450"/>
            <a:ext cx="1924050" cy="428625"/>
          </a:xfrm>
          <a:prstGeom prst="rect">
            <a:avLst/>
          </a:prstGeom>
          <a:noFill/>
          <a:ln w="0">
            <a:noFill/>
          </a:ln>
        </p:spPr>
        <p:txBody>
          <a:bodyPr wrap="square" lIns="0" tIns="0" rIns="0" bIns="0" anchor="t">
            <a:noAutofit/>
          </a:bodyPr>
          <a:lstStyle>
            <a:defPPr algn="ctr">
              <a:defRPr sz="2325" b="1">
                <a:solidFill>
                  <a:srgbClr val="9C3E76"/>
                </a:solidFill>
                <a:latin typeface="Noto Sans SC"/>
                <a:ea typeface="Noto Sans SC"/>
                <a:cs typeface="Noto Sans SC"/>
              </a:defRPr>
            </a:defPPr>
          </a:lstStyle>
          <a:p>
            <a:pPr algn="ctr">
              <a:defRPr sz="2325" b="1">
                <a:solidFill>
                  <a:srgbClr val="9C3E76"/>
                </a:solidFill>
                <a:latin typeface="Noto Sans SC"/>
                <a:ea typeface="Noto Sans SC"/>
                <a:cs typeface="Noto Sans SC"/>
              </a:defRPr>
            </a:pPr>
            <a:r>
              <a:rPr sz="2325" b="1">
                <a:solidFill>
                  <a:srgbClr val="9C3E76"/>
                </a:solidFill>
                <a:latin typeface="Noto Sans SC"/>
                <a:ea typeface="Noto Sans SC"/>
                <a:cs typeface="Noto Sans SC"/>
              </a:rPr>
              <a:t>研究问题</a:t>
            </a:r>
          </a:p>
        </p:txBody>
      </p:sp>
      <p:sp>
        <p:nvSpPr>
          <p:cNvPr id="35" name="p2_label_35">
            <a:extLst>
              <a:ext uri="{FF2B5EF4-FFF2-40B4-BE49-F238E27FC236}">
                <a16:creationId xmlns:a16="http://schemas.microsoft.com/office/drawing/2014/main" id="{0CECBCF5-A3EF-4EC3-BB2E-93A45287C535}"/>
              </a:ext>
            </a:extLst>
          </p:cNvPr>
          <p:cNvSpPr>
            <a:spLocks/>
          </p:cNvSpPr>
          <p:nvPr/>
        </p:nvSpPr>
        <p:spPr>
          <a:xfrm>
            <a:off x="7400925" y="3800475"/>
            <a:ext cx="1924050" cy="323850"/>
          </a:xfrm>
          <a:prstGeom prst="rect">
            <a:avLst/>
          </a:prstGeom>
          <a:noFill/>
          <a:ln w="0">
            <a:noFill/>
          </a:ln>
        </p:spPr>
        <p:txBody>
          <a:bodyPr wrap="square" lIns="0" tIns="0" rIns="0" bIns="0" anchor="t">
            <a:noAutofit/>
          </a:bodyPr>
          <a:lstStyle>
            <a:defPPr algn="ctr">
              <a:defRPr sz="1725" b="0">
                <a:solidFill>
                  <a:srgbClr val="52617D"/>
                </a:solidFill>
                <a:latin typeface="Noto Sans SC"/>
                <a:ea typeface="Noto Sans SC"/>
                <a:cs typeface="Noto Sans SC"/>
              </a:defRPr>
            </a:defPPr>
          </a:lstStyle>
          <a:p>
            <a:pPr algn="ctr">
              <a:defRPr sz="1725" b="0">
                <a:solidFill>
                  <a:srgbClr val="52617D"/>
                </a:solidFill>
                <a:latin typeface="Noto Sans SC"/>
                <a:ea typeface="Noto Sans SC"/>
                <a:cs typeface="Noto Sans SC"/>
              </a:defRPr>
            </a:pPr>
            <a:r>
              <a:rPr sz="1725" b="0">
                <a:solidFill>
                  <a:srgbClr val="52617D"/>
                </a:solidFill>
                <a:latin typeface="Noto Sans SC"/>
                <a:ea typeface="Noto Sans SC"/>
                <a:cs typeface="Noto Sans SC"/>
              </a:rPr>
              <a:t>如何逐层验证</a:t>
            </a:r>
          </a:p>
        </p:txBody>
      </p:sp>
      <p:sp>
        <p:nvSpPr>
          <p:cNvPr id="36" name="p2_label_36">
            <a:extLst>
              <a:ext uri="{FF2B5EF4-FFF2-40B4-BE49-F238E27FC236}">
                <a16:creationId xmlns:a16="http://schemas.microsoft.com/office/drawing/2014/main" id="{C73A0BB3-64F8-4D9C-BB2C-D5DF2C7EDAD1}"/>
              </a:ext>
            </a:extLst>
          </p:cNvPr>
          <p:cNvSpPr>
            <a:spLocks/>
          </p:cNvSpPr>
          <p:nvPr/>
        </p:nvSpPr>
        <p:spPr>
          <a:xfrm>
            <a:off x="10277475" y="2390775"/>
            <a:ext cx="666750" cy="466725"/>
          </a:xfrm>
          <a:prstGeom prst="rect">
            <a:avLst/>
          </a:prstGeom>
          <a:noFill/>
          <a:ln w="0">
            <a:noFill/>
          </a:ln>
        </p:spPr>
        <p:txBody>
          <a:bodyPr wrap="square" lIns="0" tIns="0" rIns="0" bIns="0" anchor="t">
            <a:noAutofit/>
          </a:bodyPr>
          <a:lstStyle>
            <a:defPPr algn="ctr">
              <a:defRPr sz="2625" b="1">
                <a:solidFill>
                  <a:srgbClr val="FFFFFF"/>
                </a:solidFill>
                <a:latin typeface="Arial"/>
                <a:ea typeface="Arial"/>
                <a:cs typeface="Arial"/>
              </a:defRPr>
            </a:defPPr>
          </a:lstStyle>
          <a:p>
            <a:pPr algn="ctr">
              <a:defRPr sz="2625" b="1">
                <a:solidFill>
                  <a:srgbClr val="FFFFFF"/>
                </a:solidFill>
                <a:latin typeface="Arial"/>
                <a:ea typeface="Arial"/>
                <a:cs typeface="Arial"/>
              </a:defRPr>
            </a:pPr>
            <a:r>
              <a:rPr sz="2625" b="1">
                <a:solidFill>
                  <a:srgbClr val="FFFFFF"/>
                </a:solidFill>
                <a:latin typeface="Arial"/>
                <a:ea typeface="Arial"/>
                <a:cs typeface="Arial"/>
              </a:rPr>
              <a:t>05</a:t>
            </a:r>
          </a:p>
        </p:txBody>
      </p:sp>
      <p:sp>
        <p:nvSpPr>
          <p:cNvPr id="37" name="p2_label_37">
            <a:extLst>
              <a:ext uri="{FF2B5EF4-FFF2-40B4-BE49-F238E27FC236}">
                <a16:creationId xmlns:a16="http://schemas.microsoft.com/office/drawing/2014/main" id="{3F01BD52-D0A1-432A-A983-3636E1E168AC}"/>
              </a:ext>
            </a:extLst>
          </p:cNvPr>
          <p:cNvSpPr>
            <a:spLocks/>
          </p:cNvSpPr>
          <p:nvPr/>
        </p:nvSpPr>
        <p:spPr>
          <a:xfrm>
            <a:off x="9705975" y="3219450"/>
            <a:ext cx="1924050" cy="428625"/>
          </a:xfrm>
          <a:prstGeom prst="rect">
            <a:avLst/>
          </a:prstGeom>
          <a:noFill/>
          <a:ln w="0">
            <a:noFill/>
          </a:ln>
        </p:spPr>
        <p:txBody>
          <a:bodyPr wrap="square" lIns="0" tIns="0" rIns="0" bIns="0" anchor="t">
            <a:noAutofit/>
          </a:bodyPr>
          <a:lstStyle>
            <a:defPPr algn="ctr">
              <a:defRPr sz="2325" b="1">
                <a:solidFill>
                  <a:srgbClr val="394D93"/>
                </a:solidFill>
                <a:latin typeface="Noto Sans SC"/>
                <a:ea typeface="Noto Sans SC"/>
                <a:cs typeface="Noto Sans SC"/>
              </a:defRPr>
            </a:defPPr>
          </a:lstStyle>
          <a:p>
            <a:pPr algn="ctr">
              <a:defRPr sz="2325" b="1">
                <a:solidFill>
                  <a:srgbClr val="394D93"/>
                </a:solidFill>
                <a:latin typeface="Noto Sans SC"/>
                <a:ea typeface="Noto Sans SC"/>
                <a:cs typeface="Noto Sans SC"/>
              </a:defRPr>
            </a:pPr>
            <a:r>
              <a:rPr sz="2325" b="1">
                <a:solidFill>
                  <a:srgbClr val="394D93"/>
                </a:solidFill>
                <a:latin typeface="Noto Sans SC"/>
                <a:ea typeface="Noto Sans SC"/>
                <a:cs typeface="Noto Sans SC"/>
              </a:rPr>
              <a:t>总结与意义</a:t>
            </a:r>
          </a:p>
        </p:txBody>
      </p:sp>
      <p:sp>
        <p:nvSpPr>
          <p:cNvPr id="38" name="p2_label_38">
            <a:extLst>
              <a:ext uri="{FF2B5EF4-FFF2-40B4-BE49-F238E27FC236}">
                <a16:creationId xmlns:a16="http://schemas.microsoft.com/office/drawing/2014/main" id="{AAEDCE3F-08F0-4349-A326-FC1FF48C9B94}"/>
              </a:ext>
            </a:extLst>
          </p:cNvPr>
          <p:cNvSpPr>
            <a:spLocks/>
          </p:cNvSpPr>
          <p:nvPr/>
        </p:nvSpPr>
        <p:spPr>
          <a:xfrm>
            <a:off x="9705975" y="3800475"/>
            <a:ext cx="1924050" cy="323850"/>
          </a:xfrm>
          <a:prstGeom prst="rect">
            <a:avLst/>
          </a:prstGeom>
          <a:noFill/>
          <a:ln w="0">
            <a:noFill/>
          </a:ln>
        </p:spPr>
        <p:txBody>
          <a:bodyPr wrap="square" lIns="0" tIns="0" rIns="0" bIns="0" anchor="t">
            <a:noAutofit/>
          </a:bodyPr>
          <a:lstStyle>
            <a:defPPr algn="ctr">
              <a:defRPr sz="1725" b="0">
                <a:solidFill>
                  <a:srgbClr val="52617D"/>
                </a:solidFill>
                <a:latin typeface="Noto Sans SC"/>
                <a:ea typeface="Noto Sans SC"/>
                <a:cs typeface="Noto Sans SC"/>
              </a:defRPr>
            </a:defPPr>
          </a:lstStyle>
          <a:p>
            <a:pPr algn="ctr">
              <a:defRPr sz="1725" b="0">
                <a:solidFill>
                  <a:srgbClr val="52617D"/>
                </a:solidFill>
                <a:latin typeface="Noto Sans SC"/>
                <a:ea typeface="Noto Sans SC"/>
                <a:cs typeface="Noto Sans SC"/>
              </a:defRPr>
            </a:pPr>
            <a:r>
              <a:rPr sz="1725" b="0">
                <a:solidFill>
                  <a:srgbClr val="52617D"/>
                </a:solidFill>
                <a:latin typeface="Noto Sans SC"/>
                <a:ea typeface="Noto Sans SC"/>
                <a:cs typeface="Noto Sans SC"/>
              </a:rPr>
              <a:t>预期价值与下一步</a:t>
            </a:r>
          </a:p>
        </p:txBody>
      </p:sp>
      <p:sp>
        <p:nvSpPr>
          <p:cNvPr id="39" name="p2_label_39">
            <a:extLst>
              <a:ext uri="{FF2B5EF4-FFF2-40B4-BE49-F238E27FC236}">
                <a16:creationId xmlns:a16="http://schemas.microsoft.com/office/drawing/2014/main" id="{0409BED1-0C92-4733-873C-CFB26B14D787}"/>
              </a:ext>
            </a:extLst>
          </p:cNvPr>
          <p:cNvSpPr>
            <a:spLocks/>
          </p:cNvSpPr>
          <p:nvPr/>
        </p:nvSpPr>
        <p:spPr>
          <a:xfrm>
            <a:off x="704850" y="4686300"/>
            <a:ext cx="2095500" cy="342900"/>
          </a:xfrm>
          <a:prstGeom prst="rect">
            <a:avLst/>
          </a:prstGeom>
          <a:noFill/>
          <a:ln w="0">
            <a:noFill/>
          </a:ln>
        </p:spPr>
        <p:txBody>
          <a:bodyPr wrap="square" lIns="0" tIns="0" rIns="0" bIns="0" anchor="t">
            <a:noAutofit/>
          </a:bodyPr>
          <a:lstStyle>
            <a:defPPr algn="l">
              <a:defRPr sz="2025" b="1">
                <a:solidFill>
                  <a:srgbClr val="9C3E76"/>
                </a:solidFill>
                <a:latin typeface="Noto Sans SC"/>
                <a:ea typeface="Noto Sans SC"/>
                <a:cs typeface="Noto Sans SC"/>
              </a:defRPr>
            </a:defPPr>
          </a:lstStyle>
          <a:p>
            <a:pPr algn="l">
              <a:defRPr sz="2025" b="1">
                <a:solidFill>
                  <a:srgbClr val="9C3E76"/>
                </a:solidFill>
                <a:latin typeface="Noto Sans SC"/>
                <a:ea typeface="Noto Sans SC"/>
                <a:cs typeface="Noto Sans SC"/>
              </a:defRPr>
            </a:pPr>
            <a:r>
              <a:rPr sz="2025" b="1">
                <a:solidFill>
                  <a:srgbClr val="9C3E76"/>
                </a:solidFill>
                <a:latin typeface="Noto Sans SC"/>
                <a:ea typeface="Noto Sans SC"/>
                <a:cs typeface="Noto Sans SC"/>
              </a:rPr>
              <a:t>研究问题的递进</a:t>
            </a:r>
          </a:p>
        </p:txBody>
      </p:sp>
      <p:sp>
        <p:nvSpPr>
          <p:cNvPr id="40" name="p2_label_40">
            <a:extLst>
              <a:ext uri="{FF2B5EF4-FFF2-40B4-BE49-F238E27FC236}">
                <a16:creationId xmlns:a16="http://schemas.microsoft.com/office/drawing/2014/main" id="{7FD873B4-063E-426E-A5E6-511E063544CC}"/>
              </a:ext>
            </a:extLst>
          </p:cNvPr>
          <p:cNvSpPr>
            <a:spLocks/>
          </p:cNvSpPr>
          <p:nvPr/>
        </p:nvSpPr>
        <p:spPr>
          <a:xfrm>
            <a:off x="3009900" y="4705350"/>
            <a:ext cx="8362950" cy="342900"/>
          </a:xfrm>
          <a:prstGeom prst="rect">
            <a:avLst/>
          </a:prstGeom>
          <a:noFill/>
          <a:ln w="0">
            <a:noFill/>
          </a:ln>
        </p:spPr>
        <p:txBody>
          <a:bodyPr wrap="square" lIns="0" tIns="0" rIns="0" bIns="0" anchor="t">
            <a:noAutofit/>
          </a:bodyPr>
          <a:lstStyle>
            <a:defPPr algn="l">
              <a:defRPr sz="2025" b="1">
                <a:solidFill>
                  <a:srgbClr val="172956"/>
                </a:solidFill>
                <a:latin typeface="Noto Sans SC"/>
                <a:ea typeface="Noto Sans SC"/>
                <a:cs typeface="Noto Sans SC"/>
              </a:defRPr>
            </a:defPPr>
          </a:lstStyle>
          <a:p>
            <a:pPr algn="l">
              <a:defRPr sz="2025" b="1">
                <a:solidFill>
                  <a:srgbClr val="172956"/>
                </a:solidFill>
                <a:latin typeface="Noto Sans SC"/>
                <a:ea typeface="Noto Sans SC"/>
                <a:cs typeface="Noto Sans SC"/>
              </a:defRPr>
            </a:pPr>
            <a:r>
              <a:rPr sz="2025" b="1">
                <a:solidFill>
                  <a:srgbClr val="172956"/>
                </a:solidFill>
                <a:latin typeface="Noto Sans SC"/>
                <a:ea typeface="Noto Sans SC"/>
                <a:cs typeface="Noto Sans SC"/>
              </a:rPr>
              <a:t>RQ1 基础 → RQ2 信息 → RQ3 决策 → RQ4 系统</a:t>
            </a:r>
          </a:p>
        </p:txBody>
      </p:sp>
      <p:sp>
        <p:nvSpPr>
          <p:cNvPr id="41" name="p2_label_41">
            <a:extLst>
              <a:ext uri="{FF2B5EF4-FFF2-40B4-BE49-F238E27FC236}">
                <a16:creationId xmlns:a16="http://schemas.microsoft.com/office/drawing/2014/main" id="{64119E8C-9CA8-4AC7-9412-1B125AFFFCA4}"/>
              </a:ext>
            </a:extLst>
          </p:cNvPr>
          <p:cNvSpPr>
            <a:spLocks/>
          </p:cNvSpPr>
          <p:nvPr/>
        </p:nvSpPr>
        <p:spPr>
          <a:xfrm>
            <a:off x="619125" y="6019800"/>
            <a:ext cx="10934700" cy="381000"/>
          </a:xfrm>
          <a:prstGeom prst="rect">
            <a:avLst/>
          </a:prstGeom>
          <a:noFill/>
          <a:ln w="0">
            <a:noFill/>
          </a:ln>
        </p:spPr>
        <p:txBody>
          <a:bodyPr wrap="square" lIns="0" tIns="0" rIns="0" bIns="0" anchor="t">
            <a:noAutofit/>
          </a:bodyPr>
          <a:lstStyle>
            <a:defPPr algn="l">
              <a:defRPr sz="1950" b="1">
                <a:solidFill>
                  <a:srgbClr val="172956"/>
                </a:solidFill>
                <a:latin typeface="Noto Sans SC"/>
                <a:ea typeface="Noto Sans SC"/>
                <a:cs typeface="Noto Sans SC"/>
              </a:defRPr>
            </a:defPPr>
          </a:lstStyle>
          <a:p>
            <a:pPr algn="l">
              <a:defRPr sz="1950" b="1">
                <a:solidFill>
                  <a:srgbClr val="172956"/>
                </a:solidFill>
                <a:latin typeface="Noto Sans SC"/>
                <a:ea typeface="Noto Sans SC"/>
                <a:cs typeface="Noto Sans SC"/>
              </a:defRPr>
            </a:pPr>
            <a:r>
              <a:rPr sz="1950" b="1">
                <a:solidFill>
                  <a:srgbClr val="172956"/>
                </a:solidFill>
                <a:latin typeface="Noto Sans SC"/>
                <a:ea typeface="Noto Sans SC"/>
                <a:cs typeface="Noto Sans SC"/>
              </a:rPr>
              <a:t>本次重点：残差的跨模型增量信息，能否转化为有限预算搜索收益</a:t>
            </a:r>
          </a:p>
        </p:txBody>
      </p:sp>
    </p:spTree>
    <p:extLst>
      <p:ext uri="{BB962C8B-B14F-4D97-AF65-F5344CB8AC3E}">
        <p14:creationId xmlns:p14="http://schemas.microsoft.com/office/powerpoint/2010/main" val="1157188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 name="p3_path_1">
            <a:extLst>
              <a:ext uri="{FF2B5EF4-FFF2-40B4-BE49-F238E27FC236}">
                <a16:creationId xmlns:a16="http://schemas.microsoft.com/office/drawing/2014/main" id="{FC54E798-430B-4DB5-8639-AD7DA2E6F95C}"/>
              </a:ext>
            </a:extLst>
          </p:cNvPr>
          <p:cNvSpPr>
            <a:spLocks/>
          </p:cNvSpPr>
          <p:nvPr/>
        </p:nvSpPr>
        <p:spPr>
          <a:xfrm>
            <a:off x="10749787" y="0"/>
            <a:ext cx="1435734" cy="1217095"/>
          </a:xfrm>
          <a:custGeom>
            <a:avLst/>
            <a:gdLst/>
            <a:ahLst/>
            <a:cxnLst/>
            <a:rect l="0" t="0" r="0" b="0"/>
            <a:pathLst>
              <a:path w="1876425" h="1590675">
                <a:moveTo>
                  <a:pt x="0" y="0"/>
                </a:moveTo>
                <a:lnTo>
                  <a:pt x="1876425" y="0"/>
                </a:lnTo>
                <a:lnTo>
                  <a:pt x="1876425" y="1590675"/>
                </a:lnTo>
                <a:cubicBezTo>
                  <a:pt x="828675" y="1590675"/>
                  <a:pt x="0" y="781050"/>
                  <a:pt x="0" y="0"/>
                </a:cubicBezTo>
                <a:close/>
              </a:path>
            </a:pathLst>
          </a:custGeom>
          <a:solidFill>
            <a:srgbClr val="F2F6FC"/>
          </a:solidFill>
          <a:ln w="0">
            <a:noFill/>
            <a:prstDash val="solid"/>
          </a:ln>
        </p:spPr>
      </p:sp>
      <p:sp>
        <p:nvSpPr>
          <p:cNvPr id="2" name="p3_path_2">
            <a:extLst>
              <a:ext uri="{FF2B5EF4-FFF2-40B4-BE49-F238E27FC236}">
                <a16:creationId xmlns:a16="http://schemas.microsoft.com/office/drawing/2014/main" id="{166C6388-EF28-4D43-9DAF-E29D4E57CB4E}"/>
              </a:ext>
            </a:extLst>
          </p:cNvPr>
          <p:cNvSpPr>
            <a:spLocks/>
          </p:cNvSpPr>
          <p:nvPr/>
        </p:nvSpPr>
        <p:spPr>
          <a:xfrm>
            <a:off x="0" y="5480570"/>
            <a:ext cx="1472174" cy="1377430"/>
          </a:xfrm>
          <a:custGeom>
            <a:avLst/>
            <a:gdLst/>
            <a:ahLst/>
            <a:cxnLst/>
            <a:rect l="0" t="0" r="0" b="0"/>
            <a:pathLst>
              <a:path w="1924050" h="1800225">
                <a:moveTo>
                  <a:pt x="0" y="1800225"/>
                </a:moveTo>
                <a:lnTo>
                  <a:pt x="0" y="0"/>
                </a:lnTo>
                <a:cubicBezTo>
                  <a:pt x="1028700" y="0"/>
                  <a:pt x="1924050" y="809625"/>
                  <a:pt x="1924050" y="1800225"/>
                </a:cubicBezTo>
                <a:close/>
              </a:path>
            </a:pathLst>
          </a:custGeom>
          <a:solidFill>
            <a:srgbClr val="EEF4FC"/>
          </a:solidFill>
          <a:ln w="0">
            <a:noFill/>
            <a:prstDash val="solid"/>
          </a:ln>
        </p:spPr>
      </p:sp>
      <p:sp>
        <p:nvSpPr>
          <p:cNvPr id="3" name="p3_path_3">
            <a:extLst>
              <a:ext uri="{FF2B5EF4-FFF2-40B4-BE49-F238E27FC236}">
                <a16:creationId xmlns:a16="http://schemas.microsoft.com/office/drawing/2014/main" id="{0C40BBD5-759A-4B02-AB0A-855CE6B38C13}"/>
              </a:ext>
            </a:extLst>
          </p:cNvPr>
          <p:cNvSpPr>
            <a:spLocks/>
          </p:cNvSpPr>
          <p:nvPr/>
        </p:nvSpPr>
        <p:spPr>
          <a:xfrm>
            <a:off x="10800803" y="14576"/>
            <a:ext cx="1370142" cy="1370142"/>
          </a:xfrm>
          <a:custGeom>
            <a:avLst/>
            <a:gdLst/>
            <a:ahLst/>
            <a:cxnLst/>
            <a:rect l="0" t="0" r="0" b="0"/>
            <a:pathLst>
              <a:path w="1790700" h="1790700">
                <a:moveTo>
                  <a:pt x="0" y="1790700"/>
                </a:moveTo>
                <a:lnTo>
                  <a:pt x="1790700" y="0"/>
                </a:lnTo>
              </a:path>
            </a:pathLst>
          </a:custGeom>
          <a:noFill/>
          <a:ln w="9474">
            <a:solidFill>
              <a:srgbClr val="5481BA"/>
            </a:solidFill>
            <a:prstDash val="solid"/>
          </a:ln>
        </p:spPr>
      </p:sp>
      <p:sp>
        <p:nvSpPr>
          <p:cNvPr id="4" name="p3_ellipse_4">
            <a:extLst>
              <a:ext uri="{FF2B5EF4-FFF2-40B4-BE49-F238E27FC236}">
                <a16:creationId xmlns:a16="http://schemas.microsoft.com/office/drawing/2014/main" id="{FF16C129-4B3B-474C-9BCF-1B1D57984E0E}"/>
              </a:ext>
            </a:extLst>
          </p:cNvPr>
          <p:cNvSpPr>
            <a:spLocks/>
          </p:cNvSpPr>
          <p:nvPr/>
        </p:nvSpPr>
        <p:spPr>
          <a:xfrm>
            <a:off x="11106899" y="925575"/>
            <a:ext cx="145760" cy="145760"/>
          </a:xfrm>
          <a:prstGeom prst="ellipse">
            <a:avLst/>
          </a:prstGeom>
          <a:solidFill>
            <a:srgbClr val="8AAAD0"/>
          </a:solidFill>
          <a:ln w="10932">
            <a:noFill/>
            <a:prstDash val="solid"/>
          </a:ln>
        </p:spPr>
      </p:sp>
      <p:sp>
        <p:nvSpPr>
          <p:cNvPr id="5" name="p3_path_5">
            <a:extLst>
              <a:ext uri="{FF2B5EF4-FFF2-40B4-BE49-F238E27FC236}">
                <a16:creationId xmlns:a16="http://schemas.microsoft.com/office/drawing/2014/main" id="{9B9840B0-86F4-4BCD-8D26-615E466FE5C2}"/>
              </a:ext>
            </a:extLst>
          </p:cNvPr>
          <p:cNvSpPr>
            <a:spLocks/>
          </p:cNvSpPr>
          <p:nvPr/>
        </p:nvSpPr>
        <p:spPr>
          <a:xfrm>
            <a:off x="0" y="5261930"/>
            <a:ext cx="1596070" cy="1596070"/>
          </a:xfrm>
          <a:custGeom>
            <a:avLst/>
            <a:gdLst/>
            <a:ahLst/>
            <a:cxnLst/>
            <a:rect l="0" t="0" r="0" b="0"/>
            <a:pathLst>
              <a:path w="2085975" h="2085975">
                <a:moveTo>
                  <a:pt x="0" y="2085975"/>
                </a:moveTo>
                <a:lnTo>
                  <a:pt x="2085975" y="0"/>
                </a:lnTo>
              </a:path>
            </a:pathLst>
          </a:custGeom>
          <a:noFill/>
          <a:ln w="9474">
            <a:solidFill>
              <a:srgbClr val="5481BA"/>
            </a:solidFill>
            <a:prstDash val="solid"/>
          </a:ln>
        </p:spPr>
      </p:sp>
      <p:sp>
        <p:nvSpPr>
          <p:cNvPr id="6" name="p3_ellipse_6">
            <a:extLst>
              <a:ext uri="{FF2B5EF4-FFF2-40B4-BE49-F238E27FC236}">
                <a16:creationId xmlns:a16="http://schemas.microsoft.com/office/drawing/2014/main" id="{444B15DB-0C97-4E79-92B9-9536EAE91A05}"/>
              </a:ext>
            </a:extLst>
          </p:cNvPr>
          <p:cNvSpPr>
            <a:spLocks/>
          </p:cNvSpPr>
          <p:nvPr/>
        </p:nvSpPr>
        <p:spPr>
          <a:xfrm>
            <a:off x="1202519" y="5772089"/>
            <a:ext cx="123896" cy="123896"/>
          </a:xfrm>
          <a:prstGeom prst="ellipse">
            <a:avLst/>
          </a:prstGeom>
          <a:solidFill>
            <a:srgbClr val="8AAAD0"/>
          </a:solidFill>
          <a:ln w="10932">
            <a:noFill/>
            <a:prstDash val="solid"/>
          </a:ln>
        </p:spPr>
      </p:sp>
      <p:sp>
        <p:nvSpPr>
          <p:cNvPr id="7" name="p3_ellipse_7">
            <a:extLst>
              <a:ext uri="{FF2B5EF4-FFF2-40B4-BE49-F238E27FC236}">
                <a16:creationId xmlns:a16="http://schemas.microsoft.com/office/drawing/2014/main" id="{A831B727-3EA2-4A72-8D59-E36FEC9248BD}"/>
              </a:ext>
            </a:extLst>
          </p:cNvPr>
          <p:cNvSpPr>
            <a:spLocks/>
          </p:cNvSpPr>
          <p:nvPr/>
        </p:nvSpPr>
        <p:spPr>
          <a:xfrm>
            <a:off x="371688" y="626767"/>
            <a:ext cx="43728" cy="43728"/>
          </a:xfrm>
          <a:prstGeom prst="ellipse">
            <a:avLst/>
          </a:prstGeom>
          <a:solidFill>
            <a:srgbClr val="C8D8EF"/>
          </a:solidFill>
          <a:ln w="10932">
            <a:noFill/>
            <a:prstDash val="solid"/>
          </a:ln>
        </p:spPr>
      </p:sp>
      <p:sp>
        <p:nvSpPr>
          <p:cNvPr id="8" name="p3_ellipse_8">
            <a:extLst>
              <a:ext uri="{FF2B5EF4-FFF2-40B4-BE49-F238E27FC236}">
                <a16:creationId xmlns:a16="http://schemas.microsoft.com/office/drawing/2014/main" id="{455FBB0D-0A34-4B18-8950-9E22F9399F5A}"/>
              </a:ext>
            </a:extLst>
          </p:cNvPr>
          <p:cNvSpPr>
            <a:spLocks/>
          </p:cNvSpPr>
          <p:nvPr/>
        </p:nvSpPr>
        <p:spPr>
          <a:xfrm>
            <a:off x="10873683" y="5859545"/>
            <a:ext cx="43728" cy="43728"/>
          </a:xfrm>
          <a:prstGeom prst="ellipse">
            <a:avLst/>
          </a:prstGeom>
          <a:solidFill>
            <a:srgbClr val="C8D8EF"/>
          </a:solidFill>
          <a:ln w="10932">
            <a:noFill/>
            <a:prstDash val="solid"/>
          </a:ln>
        </p:spPr>
      </p:sp>
      <p:sp>
        <p:nvSpPr>
          <p:cNvPr id="9" name="p3_ellipse_9">
            <a:extLst>
              <a:ext uri="{FF2B5EF4-FFF2-40B4-BE49-F238E27FC236}">
                <a16:creationId xmlns:a16="http://schemas.microsoft.com/office/drawing/2014/main" id="{D583E63C-8822-471C-A001-D0B06E9AA491}"/>
              </a:ext>
            </a:extLst>
          </p:cNvPr>
          <p:cNvSpPr>
            <a:spLocks/>
          </p:cNvSpPr>
          <p:nvPr/>
        </p:nvSpPr>
        <p:spPr>
          <a:xfrm>
            <a:off x="371688" y="794391"/>
            <a:ext cx="43728" cy="43728"/>
          </a:xfrm>
          <a:prstGeom prst="ellipse">
            <a:avLst/>
          </a:prstGeom>
          <a:solidFill>
            <a:srgbClr val="C8D8EF"/>
          </a:solidFill>
          <a:ln w="10932">
            <a:noFill/>
            <a:prstDash val="solid"/>
          </a:ln>
        </p:spPr>
      </p:sp>
      <p:sp>
        <p:nvSpPr>
          <p:cNvPr id="10" name="p3_ellipse_10">
            <a:extLst>
              <a:ext uri="{FF2B5EF4-FFF2-40B4-BE49-F238E27FC236}">
                <a16:creationId xmlns:a16="http://schemas.microsoft.com/office/drawing/2014/main" id="{1B120138-25D3-4063-B770-0A8C44DB6593}"/>
              </a:ext>
            </a:extLst>
          </p:cNvPr>
          <p:cNvSpPr>
            <a:spLocks/>
          </p:cNvSpPr>
          <p:nvPr/>
        </p:nvSpPr>
        <p:spPr>
          <a:xfrm>
            <a:off x="10873683" y="6027169"/>
            <a:ext cx="43728" cy="43728"/>
          </a:xfrm>
          <a:prstGeom prst="ellipse">
            <a:avLst/>
          </a:prstGeom>
          <a:solidFill>
            <a:srgbClr val="C8D8EF"/>
          </a:solidFill>
          <a:ln w="10932">
            <a:noFill/>
            <a:prstDash val="solid"/>
          </a:ln>
        </p:spPr>
      </p:sp>
      <p:sp>
        <p:nvSpPr>
          <p:cNvPr id="11" name="p3_ellipse_11">
            <a:extLst>
              <a:ext uri="{FF2B5EF4-FFF2-40B4-BE49-F238E27FC236}">
                <a16:creationId xmlns:a16="http://schemas.microsoft.com/office/drawing/2014/main" id="{68E4D289-B31A-423F-A3EC-0941CA8A63F1}"/>
              </a:ext>
            </a:extLst>
          </p:cNvPr>
          <p:cNvSpPr>
            <a:spLocks/>
          </p:cNvSpPr>
          <p:nvPr/>
        </p:nvSpPr>
        <p:spPr>
          <a:xfrm>
            <a:off x="371688" y="962015"/>
            <a:ext cx="43728" cy="43728"/>
          </a:xfrm>
          <a:prstGeom prst="ellipse">
            <a:avLst/>
          </a:prstGeom>
          <a:solidFill>
            <a:srgbClr val="C8D8EF"/>
          </a:solidFill>
          <a:ln w="10932">
            <a:noFill/>
            <a:prstDash val="solid"/>
          </a:ln>
        </p:spPr>
      </p:sp>
      <p:sp>
        <p:nvSpPr>
          <p:cNvPr id="12" name="p3_ellipse_12">
            <a:extLst>
              <a:ext uri="{FF2B5EF4-FFF2-40B4-BE49-F238E27FC236}">
                <a16:creationId xmlns:a16="http://schemas.microsoft.com/office/drawing/2014/main" id="{4B294456-123F-4FA0-926B-23F9D2FAE458}"/>
              </a:ext>
            </a:extLst>
          </p:cNvPr>
          <p:cNvSpPr>
            <a:spLocks/>
          </p:cNvSpPr>
          <p:nvPr/>
        </p:nvSpPr>
        <p:spPr>
          <a:xfrm>
            <a:off x="10873683" y="6194793"/>
            <a:ext cx="43728" cy="43728"/>
          </a:xfrm>
          <a:prstGeom prst="ellipse">
            <a:avLst/>
          </a:prstGeom>
          <a:solidFill>
            <a:srgbClr val="C8D8EF"/>
          </a:solidFill>
          <a:ln w="10932">
            <a:noFill/>
            <a:prstDash val="solid"/>
          </a:ln>
        </p:spPr>
      </p:sp>
      <p:sp>
        <p:nvSpPr>
          <p:cNvPr id="13" name="p3_ellipse_13">
            <a:extLst>
              <a:ext uri="{FF2B5EF4-FFF2-40B4-BE49-F238E27FC236}">
                <a16:creationId xmlns:a16="http://schemas.microsoft.com/office/drawing/2014/main" id="{DD3A39ED-1132-4AF7-B6A1-0524B07D2271}"/>
              </a:ext>
            </a:extLst>
          </p:cNvPr>
          <p:cNvSpPr>
            <a:spLocks/>
          </p:cNvSpPr>
          <p:nvPr/>
        </p:nvSpPr>
        <p:spPr>
          <a:xfrm>
            <a:off x="546599" y="626767"/>
            <a:ext cx="43728" cy="43728"/>
          </a:xfrm>
          <a:prstGeom prst="ellipse">
            <a:avLst/>
          </a:prstGeom>
          <a:solidFill>
            <a:srgbClr val="C8D8EF"/>
          </a:solidFill>
          <a:ln w="10932">
            <a:noFill/>
            <a:prstDash val="solid"/>
          </a:ln>
        </p:spPr>
      </p:sp>
      <p:sp>
        <p:nvSpPr>
          <p:cNvPr id="14" name="p3_ellipse_14">
            <a:extLst>
              <a:ext uri="{FF2B5EF4-FFF2-40B4-BE49-F238E27FC236}">
                <a16:creationId xmlns:a16="http://schemas.microsoft.com/office/drawing/2014/main" id="{A38E902A-F767-4F07-AF1C-0BDB3FCD5162}"/>
              </a:ext>
            </a:extLst>
          </p:cNvPr>
          <p:cNvSpPr>
            <a:spLocks/>
          </p:cNvSpPr>
          <p:nvPr/>
        </p:nvSpPr>
        <p:spPr>
          <a:xfrm>
            <a:off x="11048595" y="5859545"/>
            <a:ext cx="43728" cy="43728"/>
          </a:xfrm>
          <a:prstGeom prst="ellipse">
            <a:avLst/>
          </a:prstGeom>
          <a:solidFill>
            <a:srgbClr val="C8D8EF"/>
          </a:solidFill>
          <a:ln w="10932">
            <a:noFill/>
            <a:prstDash val="solid"/>
          </a:ln>
        </p:spPr>
      </p:sp>
      <p:sp>
        <p:nvSpPr>
          <p:cNvPr id="15" name="p3_ellipse_15">
            <a:extLst>
              <a:ext uri="{FF2B5EF4-FFF2-40B4-BE49-F238E27FC236}">
                <a16:creationId xmlns:a16="http://schemas.microsoft.com/office/drawing/2014/main" id="{AD2AB185-1284-43FD-B357-EEBA5B72E1B3}"/>
              </a:ext>
            </a:extLst>
          </p:cNvPr>
          <p:cNvSpPr>
            <a:spLocks/>
          </p:cNvSpPr>
          <p:nvPr/>
        </p:nvSpPr>
        <p:spPr>
          <a:xfrm>
            <a:off x="546599" y="794391"/>
            <a:ext cx="43728" cy="43728"/>
          </a:xfrm>
          <a:prstGeom prst="ellipse">
            <a:avLst/>
          </a:prstGeom>
          <a:solidFill>
            <a:srgbClr val="C8D8EF"/>
          </a:solidFill>
          <a:ln w="10932">
            <a:noFill/>
            <a:prstDash val="solid"/>
          </a:ln>
        </p:spPr>
      </p:sp>
      <p:sp>
        <p:nvSpPr>
          <p:cNvPr id="16" name="p3_ellipse_16">
            <a:extLst>
              <a:ext uri="{FF2B5EF4-FFF2-40B4-BE49-F238E27FC236}">
                <a16:creationId xmlns:a16="http://schemas.microsoft.com/office/drawing/2014/main" id="{17C96BF8-6518-42DB-9B46-A4F0D0525B3B}"/>
              </a:ext>
            </a:extLst>
          </p:cNvPr>
          <p:cNvSpPr>
            <a:spLocks/>
          </p:cNvSpPr>
          <p:nvPr/>
        </p:nvSpPr>
        <p:spPr>
          <a:xfrm>
            <a:off x="11048595" y="6027169"/>
            <a:ext cx="43728" cy="43728"/>
          </a:xfrm>
          <a:prstGeom prst="ellipse">
            <a:avLst/>
          </a:prstGeom>
          <a:solidFill>
            <a:srgbClr val="C8D8EF"/>
          </a:solidFill>
          <a:ln w="10932">
            <a:noFill/>
            <a:prstDash val="solid"/>
          </a:ln>
        </p:spPr>
      </p:sp>
      <p:sp>
        <p:nvSpPr>
          <p:cNvPr id="17" name="p3_ellipse_17">
            <a:extLst>
              <a:ext uri="{FF2B5EF4-FFF2-40B4-BE49-F238E27FC236}">
                <a16:creationId xmlns:a16="http://schemas.microsoft.com/office/drawing/2014/main" id="{7D5721C6-84C5-4965-BAC1-0ED326213140}"/>
              </a:ext>
            </a:extLst>
          </p:cNvPr>
          <p:cNvSpPr>
            <a:spLocks/>
          </p:cNvSpPr>
          <p:nvPr/>
        </p:nvSpPr>
        <p:spPr>
          <a:xfrm>
            <a:off x="546599" y="962015"/>
            <a:ext cx="43728" cy="43728"/>
          </a:xfrm>
          <a:prstGeom prst="ellipse">
            <a:avLst/>
          </a:prstGeom>
          <a:solidFill>
            <a:srgbClr val="C8D8EF"/>
          </a:solidFill>
          <a:ln w="10932">
            <a:noFill/>
            <a:prstDash val="solid"/>
          </a:ln>
        </p:spPr>
      </p:sp>
      <p:sp>
        <p:nvSpPr>
          <p:cNvPr id="18" name="p3_ellipse_18">
            <a:extLst>
              <a:ext uri="{FF2B5EF4-FFF2-40B4-BE49-F238E27FC236}">
                <a16:creationId xmlns:a16="http://schemas.microsoft.com/office/drawing/2014/main" id="{E27AD612-E920-492D-8292-2BABC0EC334B}"/>
              </a:ext>
            </a:extLst>
          </p:cNvPr>
          <p:cNvSpPr>
            <a:spLocks/>
          </p:cNvSpPr>
          <p:nvPr/>
        </p:nvSpPr>
        <p:spPr>
          <a:xfrm>
            <a:off x="11048595" y="6194793"/>
            <a:ext cx="43728" cy="43728"/>
          </a:xfrm>
          <a:prstGeom prst="ellipse">
            <a:avLst/>
          </a:prstGeom>
          <a:solidFill>
            <a:srgbClr val="C8D8EF"/>
          </a:solidFill>
          <a:ln w="10932">
            <a:noFill/>
            <a:prstDash val="solid"/>
          </a:ln>
        </p:spPr>
      </p:sp>
      <p:sp>
        <p:nvSpPr>
          <p:cNvPr id="19" name="p3_ellipse_19">
            <a:extLst>
              <a:ext uri="{FF2B5EF4-FFF2-40B4-BE49-F238E27FC236}">
                <a16:creationId xmlns:a16="http://schemas.microsoft.com/office/drawing/2014/main" id="{A54A7B5B-50E5-4DA9-8B80-F18FE285EFDD}"/>
              </a:ext>
            </a:extLst>
          </p:cNvPr>
          <p:cNvSpPr>
            <a:spLocks/>
          </p:cNvSpPr>
          <p:nvPr/>
        </p:nvSpPr>
        <p:spPr>
          <a:xfrm>
            <a:off x="721511" y="626767"/>
            <a:ext cx="43728" cy="43728"/>
          </a:xfrm>
          <a:prstGeom prst="ellipse">
            <a:avLst/>
          </a:prstGeom>
          <a:solidFill>
            <a:srgbClr val="C8D8EF"/>
          </a:solidFill>
          <a:ln w="10932">
            <a:noFill/>
            <a:prstDash val="solid"/>
          </a:ln>
        </p:spPr>
      </p:sp>
      <p:sp>
        <p:nvSpPr>
          <p:cNvPr id="20" name="p3_ellipse_20">
            <a:extLst>
              <a:ext uri="{FF2B5EF4-FFF2-40B4-BE49-F238E27FC236}">
                <a16:creationId xmlns:a16="http://schemas.microsoft.com/office/drawing/2014/main" id="{11DA9CE1-3637-4F97-BB4E-11C84AC8BCC1}"/>
              </a:ext>
            </a:extLst>
          </p:cNvPr>
          <p:cNvSpPr>
            <a:spLocks/>
          </p:cNvSpPr>
          <p:nvPr/>
        </p:nvSpPr>
        <p:spPr>
          <a:xfrm>
            <a:off x="11223507" y="5859545"/>
            <a:ext cx="43728" cy="43728"/>
          </a:xfrm>
          <a:prstGeom prst="ellipse">
            <a:avLst/>
          </a:prstGeom>
          <a:solidFill>
            <a:srgbClr val="C8D8EF"/>
          </a:solidFill>
          <a:ln w="10932">
            <a:noFill/>
            <a:prstDash val="solid"/>
          </a:ln>
        </p:spPr>
      </p:sp>
      <p:sp>
        <p:nvSpPr>
          <p:cNvPr id="21" name="p3_ellipse_21">
            <a:extLst>
              <a:ext uri="{FF2B5EF4-FFF2-40B4-BE49-F238E27FC236}">
                <a16:creationId xmlns:a16="http://schemas.microsoft.com/office/drawing/2014/main" id="{EB2E7BE7-2776-4BF7-904E-E22D57DAB6E0}"/>
              </a:ext>
            </a:extLst>
          </p:cNvPr>
          <p:cNvSpPr>
            <a:spLocks/>
          </p:cNvSpPr>
          <p:nvPr/>
        </p:nvSpPr>
        <p:spPr>
          <a:xfrm>
            <a:off x="721511" y="794391"/>
            <a:ext cx="43728" cy="43728"/>
          </a:xfrm>
          <a:prstGeom prst="ellipse">
            <a:avLst/>
          </a:prstGeom>
          <a:solidFill>
            <a:srgbClr val="C8D8EF"/>
          </a:solidFill>
          <a:ln w="10932">
            <a:noFill/>
            <a:prstDash val="solid"/>
          </a:ln>
        </p:spPr>
      </p:sp>
      <p:sp>
        <p:nvSpPr>
          <p:cNvPr id="22" name="p3_ellipse_22">
            <a:extLst>
              <a:ext uri="{FF2B5EF4-FFF2-40B4-BE49-F238E27FC236}">
                <a16:creationId xmlns:a16="http://schemas.microsoft.com/office/drawing/2014/main" id="{9831F27B-244E-444D-92A5-CF3E9F1E6C6A}"/>
              </a:ext>
            </a:extLst>
          </p:cNvPr>
          <p:cNvSpPr>
            <a:spLocks/>
          </p:cNvSpPr>
          <p:nvPr/>
        </p:nvSpPr>
        <p:spPr>
          <a:xfrm>
            <a:off x="11223507" y="6027169"/>
            <a:ext cx="43728" cy="43728"/>
          </a:xfrm>
          <a:prstGeom prst="ellipse">
            <a:avLst/>
          </a:prstGeom>
          <a:solidFill>
            <a:srgbClr val="C8D8EF"/>
          </a:solidFill>
          <a:ln w="10932">
            <a:noFill/>
            <a:prstDash val="solid"/>
          </a:ln>
        </p:spPr>
      </p:sp>
      <p:sp>
        <p:nvSpPr>
          <p:cNvPr id="23" name="p3_ellipse_23">
            <a:extLst>
              <a:ext uri="{FF2B5EF4-FFF2-40B4-BE49-F238E27FC236}">
                <a16:creationId xmlns:a16="http://schemas.microsoft.com/office/drawing/2014/main" id="{17980693-271F-4564-B379-DA5D7628D169}"/>
              </a:ext>
            </a:extLst>
          </p:cNvPr>
          <p:cNvSpPr>
            <a:spLocks/>
          </p:cNvSpPr>
          <p:nvPr/>
        </p:nvSpPr>
        <p:spPr>
          <a:xfrm>
            <a:off x="721511" y="962015"/>
            <a:ext cx="43728" cy="43728"/>
          </a:xfrm>
          <a:prstGeom prst="ellipse">
            <a:avLst/>
          </a:prstGeom>
          <a:solidFill>
            <a:srgbClr val="C8D8EF"/>
          </a:solidFill>
          <a:ln w="10932">
            <a:noFill/>
            <a:prstDash val="solid"/>
          </a:ln>
        </p:spPr>
      </p:sp>
      <p:sp>
        <p:nvSpPr>
          <p:cNvPr id="24" name="p3_ellipse_24">
            <a:extLst>
              <a:ext uri="{FF2B5EF4-FFF2-40B4-BE49-F238E27FC236}">
                <a16:creationId xmlns:a16="http://schemas.microsoft.com/office/drawing/2014/main" id="{55081FC3-C107-47F1-8C9C-E8BFD23C2EF5}"/>
              </a:ext>
            </a:extLst>
          </p:cNvPr>
          <p:cNvSpPr>
            <a:spLocks/>
          </p:cNvSpPr>
          <p:nvPr/>
        </p:nvSpPr>
        <p:spPr>
          <a:xfrm>
            <a:off x="11223507" y="6194793"/>
            <a:ext cx="43728" cy="43728"/>
          </a:xfrm>
          <a:prstGeom prst="ellipse">
            <a:avLst/>
          </a:prstGeom>
          <a:solidFill>
            <a:srgbClr val="C8D8EF"/>
          </a:solidFill>
          <a:ln w="10932">
            <a:noFill/>
            <a:prstDash val="solid"/>
          </a:ln>
        </p:spPr>
      </p:sp>
      <p:sp>
        <p:nvSpPr>
          <p:cNvPr id="25" name="p3_ellipse_25">
            <a:extLst>
              <a:ext uri="{FF2B5EF4-FFF2-40B4-BE49-F238E27FC236}">
                <a16:creationId xmlns:a16="http://schemas.microsoft.com/office/drawing/2014/main" id="{EDCA935B-EE4A-49A8-9C6C-07B7623F0CA6}"/>
              </a:ext>
            </a:extLst>
          </p:cNvPr>
          <p:cNvSpPr>
            <a:spLocks/>
          </p:cNvSpPr>
          <p:nvPr/>
        </p:nvSpPr>
        <p:spPr>
          <a:xfrm>
            <a:off x="896423" y="626767"/>
            <a:ext cx="43728" cy="43728"/>
          </a:xfrm>
          <a:prstGeom prst="ellipse">
            <a:avLst/>
          </a:prstGeom>
          <a:solidFill>
            <a:srgbClr val="C8D8EF"/>
          </a:solidFill>
          <a:ln w="10932">
            <a:noFill/>
            <a:prstDash val="solid"/>
          </a:ln>
        </p:spPr>
      </p:sp>
      <p:sp>
        <p:nvSpPr>
          <p:cNvPr id="26" name="p3_ellipse_26">
            <a:extLst>
              <a:ext uri="{FF2B5EF4-FFF2-40B4-BE49-F238E27FC236}">
                <a16:creationId xmlns:a16="http://schemas.microsoft.com/office/drawing/2014/main" id="{545E8D97-2DF6-4CDC-BAFB-271E9C7D4568}"/>
              </a:ext>
            </a:extLst>
          </p:cNvPr>
          <p:cNvSpPr>
            <a:spLocks/>
          </p:cNvSpPr>
          <p:nvPr/>
        </p:nvSpPr>
        <p:spPr>
          <a:xfrm>
            <a:off x="11398419" y="5859545"/>
            <a:ext cx="43728" cy="43728"/>
          </a:xfrm>
          <a:prstGeom prst="ellipse">
            <a:avLst/>
          </a:prstGeom>
          <a:solidFill>
            <a:srgbClr val="C8D8EF"/>
          </a:solidFill>
          <a:ln w="10932">
            <a:noFill/>
            <a:prstDash val="solid"/>
          </a:ln>
        </p:spPr>
      </p:sp>
      <p:sp>
        <p:nvSpPr>
          <p:cNvPr id="27" name="p3_ellipse_27">
            <a:extLst>
              <a:ext uri="{FF2B5EF4-FFF2-40B4-BE49-F238E27FC236}">
                <a16:creationId xmlns:a16="http://schemas.microsoft.com/office/drawing/2014/main" id="{37ADBF86-1CB4-4430-AA4A-C076408EBC8D}"/>
              </a:ext>
            </a:extLst>
          </p:cNvPr>
          <p:cNvSpPr>
            <a:spLocks/>
          </p:cNvSpPr>
          <p:nvPr/>
        </p:nvSpPr>
        <p:spPr>
          <a:xfrm>
            <a:off x="896423" y="794391"/>
            <a:ext cx="43728" cy="43728"/>
          </a:xfrm>
          <a:prstGeom prst="ellipse">
            <a:avLst/>
          </a:prstGeom>
          <a:solidFill>
            <a:srgbClr val="C8D8EF"/>
          </a:solidFill>
          <a:ln w="10932">
            <a:noFill/>
            <a:prstDash val="solid"/>
          </a:ln>
        </p:spPr>
      </p:sp>
      <p:sp>
        <p:nvSpPr>
          <p:cNvPr id="28" name="p3_ellipse_28">
            <a:extLst>
              <a:ext uri="{FF2B5EF4-FFF2-40B4-BE49-F238E27FC236}">
                <a16:creationId xmlns:a16="http://schemas.microsoft.com/office/drawing/2014/main" id="{2AE8D24F-5BB7-4754-A9C5-3E22A1773F9E}"/>
              </a:ext>
            </a:extLst>
          </p:cNvPr>
          <p:cNvSpPr>
            <a:spLocks/>
          </p:cNvSpPr>
          <p:nvPr/>
        </p:nvSpPr>
        <p:spPr>
          <a:xfrm>
            <a:off x="11398419" y="6027169"/>
            <a:ext cx="43728" cy="43728"/>
          </a:xfrm>
          <a:prstGeom prst="ellipse">
            <a:avLst/>
          </a:prstGeom>
          <a:solidFill>
            <a:srgbClr val="C8D8EF"/>
          </a:solidFill>
          <a:ln w="10932">
            <a:noFill/>
            <a:prstDash val="solid"/>
          </a:ln>
        </p:spPr>
      </p:sp>
      <p:sp>
        <p:nvSpPr>
          <p:cNvPr id="29" name="p3_ellipse_29">
            <a:extLst>
              <a:ext uri="{FF2B5EF4-FFF2-40B4-BE49-F238E27FC236}">
                <a16:creationId xmlns:a16="http://schemas.microsoft.com/office/drawing/2014/main" id="{9663AB94-154F-4ADA-9373-F0B648C1CAF7}"/>
              </a:ext>
            </a:extLst>
          </p:cNvPr>
          <p:cNvSpPr>
            <a:spLocks/>
          </p:cNvSpPr>
          <p:nvPr/>
        </p:nvSpPr>
        <p:spPr>
          <a:xfrm>
            <a:off x="896423" y="962015"/>
            <a:ext cx="43728" cy="43728"/>
          </a:xfrm>
          <a:prstGeom prst="ellipse">
            <a:avLst/>
          </a:prstGeom>
          <a:solidFill>
            <a:srgbClr val="C8D8EF"/>
          </a:solidFill>
          <a:ln w="10932">
            <a:noFill/>
            <a:prstDash val="solid"/>
          </a:ln>
        </p:spPr>
      </p:sp>
      <p:sp>
        <p:nvSpPr>
          <p:cNvPr id="30" name="p3_ellipse_30">
            <a:extLst>
              <a:ext uri="{FF2B5EF4-FFF2-40B4-BE49-F238E27FC236}">
                <a16:creationId xmlns:a16="http://schemas.microsoft.com/office/drawing/2014/main" id="{E4D62D6C-4DFA-4750-BC1F-BBD65BED5D68}"/>
              </a:ext>
            </a:extLst>
          </p:cNvPr>
          <p:cNvSpPr>
            <a:spLocks/>
          </p:cNvSpPr>
          <p:nvPr/>
        </p:nvSpPr>
        <p:spPr>
          <a:xfrm>
            <a:off x="11398419" y="6194793"/>
            <a:ext cx="43728" cy="43728"/>
          </a:xfrm>
          <a:prstGeom prst="ellipse">
            <a:avLst/>
          </a:prstGeom>
          <a:solidFill>
            <a:srgbClr val="C8D8EF"/>
          </a:solidFill>
          <a:ln w="10932">
            <a:noFill/>
            <a:prstDash val="solid"/>
          </a:ln>
        </p:spPr>
      </p:sp>
      <p:sp>
        <p:nvSpPr>
          <p:cNvPr id="31" name="p3_ellipse_31">
            <a:extLst>
              <a:ext uri="{FF2B5EF4-FFF2-40B4-BE49-F238E27FC236}">
                <a16:creationId xmlns:a16="http://schemas.microsoft.com/office/drawing/2014/main" id="{34EDE039-D0FD-4AC0-B542-D14FB83F6571}"/>
              </a:ext>
            </a:extLst>
          </p:cNvPr>
          <p:cNvSpPr>
            <a:spLocks/>
          </p:cNvSpPr>
          <p:nvPr/>
        </p:nvSpPr>
        <p:spPr>
          <a:xfrm>
            <a:off x="1071335" y="626767"/>
            <a:ext cx="43728" cy="43728"/>
          </a:xfrm>
          <a:prstGeom prst="ellipse">
            <a:avLst/>
          </a:prstGeom>
          <a:solidFill>
            <a:srgbClr val="C8D8EF"/>
          </a:solidFill>
          <a:ln w="10932">
            <a:noFill/>
            <a:prstDash val="solid"/>
          </a:ln>
        </p:spPr>
      </p:sp>
      <p:sp>
        <p:nvSpPr>
          <p:cNvPr id="32" name="p3_ellipse_32">
            <a:extLst>
              <a:ext uri="{FF2B5EF4-FFF2-40B4-BE49-F238E27FC236}">
                <a16:creationId xmlns:a16="http://schemas.microsoft.com/office/drawing/2014/main" id="{118A31D5-31B0-454A-B101-0FC37B351A90}"/>
              </a:ext>
            </a:extLst>
          </p:cNvPr>
          <p:cNvSpPr>
            <a:spLocks/>
          </p:cNvSpPr>
          <p:nvPr/>
        </p:nvSpPr>
        <p:spPr>
          <a:xfrm>
            <a:off x="11573330" y="5859545"/>
            <a:ext cx="43728" cy="43728"/>
          </a:xfrm>
          <a:prstGeom prst="ellipse">
            <a:avLst/>
          </a:prstGeom>
          <a:solidFill>
            <a:srgbClr val="C8D8EF"/>
          </a:solidFill>
          <a:ln w="10932">
            <a:noFill/>
            <a:prstDash val="solid"/>
          </a:ln>
        </p:spPr>
      </p:sp>
      <p:sp>
        <p:nvSpPr>
          <p:cNvPr id="33" name="p3_ellipse_33">
            <a:extLst>
              <a:ext uri="{FF2B5EF4-FFF2-40B4-BE49-F238E27FC236}">
                <a16:creationId xmlns:a16="http://schemas.microsoft.com/office/drawing/2014/main" id="{76829DE5-CB43-4C0D-B114-9DF9B43A806A}"/>
              </a:ext>
            </a:extLst>
          </p:cNvPr>
          <p:cNvSpPr>
            <a:spLocks/>
          </p:cNvSpPr>
          <p:nvPr/>
        </p:nvSpPr>
        <p:spPr>
          <a:xfrm>
            <a:off x="1071335" y="794391"/>
            <a:ext cx="43728" cy="43728"/>
          </a:xfrm>
          <a:prstGeom prst="ellipse">
            <a:avLst/>
          </a:prstGeom>
          <a:solidFill>
            <a:srgbClr val="C8D8EF"/>
          </a:solidFill>
          <a:ln w="10932">
            <a:noFill/>
            <a:prstDash val="solid"/>
          </a:ln>
        </p:spPr>
      </p:sp>
      <p:sp>
        <p:nvSpPr>
          <p:cNvPr id="34" name="p3_ellipse_34">
            <a:extLst>
              <a:ext uri="{FF2B5EF4-FFF2-40B4-BE49-F238E27FC236}">
                <a16:creationId xmlns:a16="http://schemas.microsoft.com/office/drawing/2014/main" id="{AEB23693-F312-45AE-B836-C8D852064ADF}"/>
              </a:ext>
            </a:extLst>
          </p:cNvPr>
          <p:cNvSpPr>
            <a:spLocks/>
          </p:cNvSpPr>
          <p:nvPr/>
        </p:nvSpPr>
        <p:spPr>
          <a:xfrm>
            <a:off x="11573330" y="6027169"/>
            <a:ext cx="43728" cy="43728"/>
          </a:xfrm>
          <a:prstGeom prst="ellipse">
            <a:avLst/>
          </a:prstGeom>
          <a:solidFill>
            <a:srgbClr val="C8D8EF"/>
          </a:solidFill>
          <a:ln w="10932">
            <a:noFill/>
            <a:prstDash val="solid"/>
          </a:ln>
        </p:spPr>
      </p:sp>
      <p:sp>
        <p:nvSpPr>
          <p:cNvPr id="35" name="p3_ellipse_35">
            <a:extLst>
              <a:ext uri="{FF2B5EF4-FFF2-40B4-BE49-F238E27FC236}">
                <a16:creationId xmlns:a16="http://schemas.microsoft.com/office/drawing/2014/main" id="{792632A3-8ECA-44CE-85B2-DF3F3CE21845}"/>
              </a:ext>
            </a:extLst>
          </p:cNvPr>
          <p:cNvSpPr>
            <a:spLocks/>
          </p:cNvSpPr>
          <p:nvPr/>
        </p:nvSpPr>
        <p:spPr>
          <a:xfrm>
            <a:off x="1071335" y="962015"/>
            <a:ext cx="43728" cy="43728"/>
          </a:xfrm>
          <a:prstGeom prst="ellipse">
            <a:avLst/>
          </a:prstGeom>
          <a:solidFill>
            <a:srgbClr val="C8D8EF"/>
          </a:solidFill>
          <a:ln w="10932">
            <a:noFill/>
            <a:prstDash val="solid"/>
          </a:ln>
        </p:spPr>
      </p:sp>
      <p:sp>
        <p:nvSpPr>
          <p:cNvPr id="36" name="p3_ellipse_36">
            <a:extLst>
              <a:ext uri="{FF2B5EF4-FFF2-40B4-BE49-F238E27FC236}">
                <a16:creationId xmlns:a16="http://schemas.microsoft.com/office/drawing/2014/main" id="{2DE13762-18D8-4E79-8CBE-5F6487173194}"/>
              </a:ext>
            </a:extLst>
          </p:cNvPr>
          <p:cNvSpPr>
            <a:spLocks/>
          </p:cNvSpPr>
          <p:nvPr/>
        </p:nvSpPr>
        <p:spPr>
          <a:xfrm>
            <a:off x="11573330" y="6194793"/>
            <a:ext cx="43728" cy="43728"/>
          </a:xfrm>
          <a:prstGeom prst="ellipse">
            <a:avLst/>
          </a:prstGeom>
          <a:solidFill>
            <a:srgbClr val="C8D8EF"/>
          </a:solidFill>
          <a:ln w="10932">
            <a:noFill/>
            <a:prstDash val="solid"/>
          </a:ln>
        </p:spPr>
      </p:sp>
      <p:sp>
        <p:nvSpPr>
          <p:cNvPr id="37" name="p3_ellipse_37">
            <a:extLst>
              <a:ext uri="{FF2B5EF4-FFF2-40B4-BE49-F238E27FC236}">
                <a16:creationId xmlns:a16="http://schemas.microsoft.com/office/drawing/2014/main" id="{65708F31-96C5-4CE1-AA79-41DE18636375}"/>
              </a:ext>
            </a:extLst>
          </p:cNvPr>
          <p:cNvSpPr>
            <a:spLocks/>
          </p:cNvSpPr>
          <p:nvPr/>
        </p:nvSpPr>
        <p:spPr>
          <a:xfrm>
            <a:off x="1246247" y="626767"/>
            <a:ext cx="43728" cy="43728"/>
          </a:xfrm>
          <a:prstGeom prst="ellipse">
            <a:avLst/>
          </a:prstGeom>
          <a:solidFill>
            <a:srgbClr val="C8D8EF"/>
          </a:solidFill>
          <a:ln w="10932">
            <a:noFill/>
            <a:prstDash val="solid"/>
          </a:ln>
        </p:spPr>
      </p:sp>
      <p:sp>
        <p:nvSpPr>
          <p:cNvPr id="38" name="p3_ellipse_38">
            <a:extLst>
              <a:ext uri="{FF2B5EF4-FFF2-40B4-BE49-F238E27FC236}">
                <a16:creationId xmlns:a16="http://schemas.microsoft.com/office/drawing/2014/main" id="{319B9BDE-E8AA-4003-8B85-B732236C456B}"/>
              </a:ext>
            </a:extLst>
          </p:cNvPr>
          <p:cNvSpPr>
            <a:spLocks/>
          </p:cNvSpPr>
          <p:nvPr/>
        </p:nvSpPr>
        <p:spPr>
          <a:xfrm>
            <a:off x="11748242" y="5859545"/>
            <a:ext cx="43728" cy="43728"/>
          </a:xfrm>
          <a:prstGeom prst="ellipse">
            <a:avLst/>
          </a:prstGeom>
          <a:solidFill>
            <a:srgbClr val="C8D8EF"/>
          </a:solidFill>
          <a:ln w="10932">
            <a:noFill/>
            <a:prstDash val="solid"/>
          </a:ln>
        </p:spPr>
      </p:sp>
      <p:sp>
        <p:nvSpPr>
          <p:cNvPr id="39" name="p3_ellipse_39">
            <a:extLst>
              <a:ext uri="{FF2B5EF4-FFF2-40B4-BE49-F238E27FC236}">
                <a16:creationId xmlns:a16="http://schemas.microsoft.com/office/drawing/2014/main" id="{A8BDB1FA-2ABE-4F8F-8803-646A4DB58E8D}"/>
              </a:ext>
            </a:extLst>
          </p:cNvPr>
          <p:cNvSpPr>
            <a:spLocks/>
          </p:cNvSpPr>
          <p:nvPr/>
        </p:nvSpPr>
        <p:spPr>
          <a:xfrm>
            <a:off x="1246247" y="794391"/>
            <a:ext cx="43728" cy="43728"/>
          </a:xfrm>
          <a:prstGeom prst="ellipse">
            <a:avLst/>
          </a:prstGeom>
          <a:solidFill>
            <a:srgbClr val="C8D8EF"/>
          </a:solidFill>
          <a:ln w="10932">
            <a:noFill/>
            <a:prstDash val="solid"/>
          </a:ln>
        </p:spPr>
      </p:sp>
      <p:sp>
        <p:nvSpPr>
          <p:cNvPr id="40" name="p3_ellipse_40">
            <a:extLst>
              <a:ext uri="{FF2B5EF4-FFF2-40B4-BE49-F238E27FC236}">
                <a16:creationId xmlns:a16="http://schemas.microsoft.com/office/drawing/2014/main" id="{0757EB57-4565-40F5-B9B7-9B9D1945E0F9}"/>
              </a:ext>
            </a:extLst>
          </p:cNvPr>
          <p:cNvSpPr>
            <a:spLocks/>
          </p:cNvSpPr>
          <p:nvPr/>
        </p:nvSpPr>
        <p:spPr>
          <a:xfrm>
            <a:off x="11748242" y="6027169"/>
            <a:ext cx="43728" cy="43728"/>
          </a:xfrm>
          <a:prstGeom prst="ellipse">
            <a:avLst/>
          </a:prstGeom>
          <a:solidFill>
            <a:srgbClr val="C8D8EF"/>
          </a:solidFill>
          <a:ln w="10932">
            <a:noFill/>
            <a:prstDash val="solid"/>
          </a:ln>
        </p:spPr>
      </p:sp>
      <p:sp>
        <p:nvSpPr>
          <p:cNvPr id="41" name="p3_ellipse_41">
            <a:extLst>
              <a:ext uri="{FF2B5EF4-FFF2-40B4-BE49-F238E27FC236}">
                <a16:creationId xmlns:a16="http://schemas.microsoft.com/office/drawing/2014/main" id="{EE99F0D5-1FAF-4974-B3B9-F6E329C77D9E}"/>
              </a:ext>
            </a:extLst>
          </p:cNvPr>
          <p:cNvSpPr>
            <a:spLocks/>
          </p:cNvSpPr>
          <p:nvPr/>
        </p:nvSpPr>
        <p:spPr>
          <a:xfrm>
            <a:off x="1246247" y="962015"/>
            <a:ext cx="43728" cy="43728"/>
          </a:xfrm>
          <a:prstGeom prst="ellipse">
            <a:avLst/>
          </a:prstGeom>
          <a:solidFill>
            <a:srgbClr val="C8D8EF"/>
          </a:solidFill>
          <a:ln w="10932">
            <a:noFill/>
            <a:prstDash val="solid"/>
          </a:ln>
        </p:spPr>
      </p:sp>
      <p:sp>
        <p:nvSpPr>
          <p:cNvPr id="42" name="p3_ellipse_42">
            <a:extLst>
              <a:ext uri="{FF2B5EF4-FFF2-40B4-BE49-F238E27FC236}">
                <a16:creationId xmlns:a16="http://schemas.microsoft.com/office/drawing/2014/main" id="{272CFC64-6EE3-43EF-ADDA-FF9E6BABF9BF}"/>
              </a:ext>
            </a:extLst>
          </p:cNvPr>
          <p:cNvSpPr>
            <a:spLocks/>
          </p:cNvSpPr>
          <p:nvPr/>
        </p:nvSpPr>
        <p:spPr>
          <a:xfrm>
            <a:off x="11748242" y="6194793"/>
            <a:ext cx="43728" cy="43728"/>
          </a:xfrm>
          <a:prstGeom prst="ellipse">
            <a:avLst/>
          </a:prstGeom>
          <a:solidFill>
            <a:srgbClr val="C8D8EF"/>
          </a:solidFill>
          <a:ln w="10932">
            <a:noFill/>
            <a:prstDash val="solid"/>
          </a:ln>
        </p:spPr>
      </p:sp>
      <p:sp>
        <p:nvSpPr>
          <p:cNvPr id="43" name="p3_rect_43">
            <a:extLst>
              <a:ext uri="{FF2B5EF4-FFF2-40B4-BE49-F238E27FC236}">
                <a16:creationId xmlns:a16="http://schemas.microsoft.com/office/drawing/2014/main" id="{9D0C5B36-C7BC-44C7-8B59-9507B02F33CB}"/>
              </a:ext>
            </a:extLst>
          </p:cNvPr>
          <p:cNvSpPr>
            <a:spLocks/>
          </p:cNvSpPr>
          <p:nvPr/>
        </p:nvSpPr>
        <p:spPr>
          <a:xfrm>
            <a:off x="0" y="1741830"/>
            <a:ext cx="12185522" cy="3192140"/>
          </a:xfrm>
          <a:prstGeom prst="rect">
            <a:avLst/>
          </a:prstGeom>
          <a:gradFill>
            <a:gsLst>
              <a:gs pos="0">
                <a:srgbClr val="25578C"/>
              </a:gs>
              <a:gs pos="100000">
                <a:srgbClr val="11345F"/>
              </a:gs>
            </a:gsLst>
            <a:lin ang="5400000"/>
          </a:gradFill>
          <a:ln w="0">
            <a:noFill/>
            <a:prstDash val="solid"/>
          </a:ln>
        </p:spPr>
      </p:sp>
      <p:sp>
        <p:nvSpPr>
          <p:cNvPr id="44" name="p3_rect_44">
            <a:extLst>
              <a:ext uri="{FF2B5EF4-FFF2-40B4-BE49-F238E27FC236}">
                <a16:creationId xmlns:a16="http://schemas.microsoft.com/office/drawing/2014/main" id="{A1068270-BF86-4BF0-9117-DAABB7F574FF}"/>
              </a:ext>
            </a:extLst>
          </p:cNvPr>
          <p:cNvSpPr>
            <a:spLocks/>
          </p:cNvSpPr>
          <p:nvPr/>
        </p:nvSpPr>
        <p:spPr>
          <a:xfrm>
            <a:off x="0" y="1719966"/>
            <a:ext cx="12185522" cy="43728"/>
          </a:xfrm>
          <a:prstGeom prst="rect">
            <a:avLst/>
          </a:prstGeom>
          <a:solidFill>
            <a:srgbClr val="2C629F"/>
          </a:solidFill>
          <a:ln w="0">
            <a:noFill/>
            <a:prstDash val="solid"/>
          </a:ln>
        </p:spPr>
      </p:sp>
      <p:sp>
        <p:nvSpPr>
          <p:cNvPr id="45" name="p3_path_45">
            <a:extLst>
              <a:ext uri="{FF2B5EF4-FFF2-40B4-BE49-F238E27FC236}">
                <a16:creationId xmlns:a16="http://schemas.microsoft.com/office/drawing/2014/main" id="{2F01DF92-03A1-4CD3-A4EF-2F5A04249603}"/>
              </a:ext>
            </a:extLst>
          </p:cNvPr>
          <p:cNvSpPr>
            <a:spLocks/>
          </p:cNvSpPr>
          <p:nvPr/>
        </p:nvSpPr>
        <p:spPr>
          <a:xfrm>
            <a:off x="0" y="1792846"/>
            <a:ext cx="12185522" cy="729"/>
          </a:xfrm>
          <a:custGeom>
            <a:avLst/>
            <a:gdLst/>
            <a:ahLst/>
            <a:cxnLst/>
            <a:rect l="0" t="0" r="0" b="0"/>
            <a:pathLst>
              <a:path w="15925800" h="953">
                <a:moveTo>
                  <a:pt x="0" y="0"/>
                </a:moveTo>
                <a:lnTo>
                  <a:pt x="15925800" y="0"/>
                </a:lnTo>
              </a:path>
            </a:pathLst>
          </a:custGeom>
          <a:noFill/>
          <a:ln w="14576">
            <a:solidFill>
              <a:srgbClr val="A2C5E8"/>
            </a:solidFill>
            <a:prstDash val="solid"/>
          </a:ln>
        </p:spPr>
      </p:sp>
      <p:sp>
        <p:nvSpPr>
          <p:cNvPr id="46" name="p3_path_46">
            <a:extLst>
              <a:ext uri="{FF2B5EF4-FFF2-40B4-BE49-F238E27FC236}">
                <a16:creationId xmlns:a16="http://schemas.microsoft.com/office/drawing/2014/main" id="{F6F9CAD8-9965-40F9-9E8F-C76242B19856}"/>
              </a:ext>
            </a:extLst>
          </p:cNvPr>
          <p:cNvSpPr>
            <a:spLocks/>
          </p:cNvSpPr>
          <p:nvPr/>
        </p:nvSpPr>
        <p:spPr>
          <a:xfrm>
            <a:off x="0" y="4868378"/>
            <a:ext cx="12185522" cy="729"/>
          </a:xfrm>
          <a:custGeom>
            <a:avLst/>
            <a:gdLst/>
            <a:ahLst/>
            <a:cxnLst/>
            <a:rect l="0" t="0" r="0" b="0"/>
            <a:pathLst>
              <a:path w="15925800" h="953">
                <a:moveTo>
                  <a:pt x="0" y="0"/>
                </a:moveTo>
                <a:lnTo>
                  <a:pt x="15925800" y="0"/>
                </a:lnTo>
              </a:path>
            </a:pathLst>
          </a:custGeom>
          <a:noFill/>
          <a:ln w="14576">
            <a:solidFill>
              <a:srgbClr val="92B5DE"/>
            </a:solidFill>
            <a:prstDash val="solid"/>
          </a:ln>
        </p:spPr>
      </p:sp>
      <p:sp>
        <p:nvSpPr>
          <p:cNvPr id="47" name="p3_path_47">
            <a:extLst>
              <a:ext uri="{FF2B5EF4-FFF2-40B4-BE49-F238E27FC236}">
                <a16:creationId xmlns:a16="http://schemas.microsoft.com/office/drawing/2014/main" id="{CE323BB1-CF62-425F-AC36-D426326EB74C}"/>
              </a:ext>
            </a:extLst>
          </p:cNvPr>
          <p:cNvSpPr>
            <a:spLocks/>
          </p:cNvSpPr>
          <p:nvPr/>
        </p:nvSpPr>
        <p:spPr>
          <a:xfrm>
            <a:off x="0" y="3228580"/>
            <a:ext cx="1610646" cy="1698102"/>
          </a:xfrm>
          <a:custGeom>
            <a:avLst/>
            <a:gdLst/>
            <a:ahLst/>
            <a:cxnLst/>
            <a:rect l="0" t="0" r="0" b="0"/>
            <a:pathLst>
              <a:path w="2105025" h="2219325">
                <a:moveTo>
                  <a:pt x="0" y="0"/>
                </a:moveTo>
                <a:cubicBezTo>
                  <a:pt x="1304925" y="95250"/>
                  <a:pt x="2105025" y="1085850"/>
                  <a:pt x="2105025" y="2219325"/>
                </a:cubicBezTo>
                <a:lnTo>
                  <a:pt x="1657350" y="2219325"/>
                </a:lnTo>
                <a:cubicBezTo>
                  <a:pt x="1657350" y="1285875"/>
                  <a:pt x="1057275" y="533400"/>
                  <a:pt x="0" y="447675"/>
                </a:cubicBezTo>
                <a:close/>
              </a:path>
            </a:pathLst>
          </a:custGeom>
          <a:solidFill>
            <a:srgbClr val="2A5E95"/>
          </a:solidFill>
          <a:ln w="0">
            <a:noFill/>
            <a:prstDash val="solid"/>
          </a:ln>
        </p:spPr>
      </p:sp>
      <p:sp>
        <p:nvSpPr>
          <p:cNvPr id="48" name="p3_path_48">
            <a:extLst>
              <a:ext uri="{FF2B5EF4-FFF2-40B4-BE49-F238E27FC236}">
                <a16:creationId xmlns:a16="http://schemas.microsoft.com/office/drawing/2014/main" id="{42347D7E-0B8C-4ADB-AC9A-920BCCC91F6C}"/>
              </a:ext>
            </a:extLst>
          </p:cNvPr>
          <p:cNvSpPr>
            <a:spLocks/>
          </p:cNvSpPr>
          <p:nvPr/>
        </p:nvSpPr>
        <p:spPr>
          <a:xfrm>
            <a:off x="0" y="3483660"/>
            <a:ext cx="1100487" cy="1443022"/>
          </a:xfrm>
          <a:custGeom>
            <a:avLst/>
            <a:gdLst/>
            <a:ahLst/>
            <a:cxnLst/>
            <a:rect l="0" t="0" r="0" b="0"/>
            <a:pathLst>
              <a:path w="1438275" h="1885950">
                <a:moveTo>
                  <a:pt x="0" y="0"/>
                </a:moveTo>
                <a:cubicBezTo>
                  <a:pt x="962025" y="161925"/>
                  <a:pt x="1438275" y="866775"/>
                  <a:pt x="1438275" y="1885950"/>
                </a:cubicBezTo>
                <a:lnTo>
                  <a:pt x="0" y="1885950"/>
                </a:lnTo>
                <a:close/>
              </a:path>
            </a:pathLst>
          </a:custGeom>
          <a:solidFill>
            <a:srgbClr val="244F82"/>
          </a:solidFill>
          <a:ln w="0">
            <a:noFill/>
            <a:prstDash val="solid"/>
          </a:ln>
        </p:spPr>
      </p:sp>
      <p:sp>
        <p:nvSpPr>
          <p:cNvPr id="49" name="p3_path_49">
            <a:extLst>
              <a:ext uri="{FF2B5EF4-FFF2-40B4-BE49-F238E27FC236}">
                <a16:creationId xmlns:a16="http://schemas.microsoft.com/office/drawing/2014/main" id="{183D5F91-86C1-41DB-9114-E7D8E48A2BBF}"/>
              </a:ext>
            </a:extLst>
          </p:cNvPr>
          <p:cNvSpPr>
            <a:spLocks/>
          </p:cNvSpPr>
          <p:nvPr/>
        </p:nvSpPr>
        <p:spPr>
          <a:xfrm>
            <a:off x="10837243" y="2514357"/>
            <a:ext cx="1348278" cy="2412325"/>
          </a:xfrm>
          <a:custGeom>
            <a:avLst/>
            <a:gdLst/>
            <a:ahLst/>
            <a:cxnLst/>
            <a:rect l="0" t="0" r="0" b="0"/>
            <a:pathLst>
              <a:path w="1762125" h="3152775">
                <a:moveTo>
                  <a:pt x="1762125" y="0"/>
                </a:moveTo>
                <a:cubicBezTo>
                  <a:pt x="161925" y="0"/>
                  <a:pt x="0" y="1438275"/>
                  <a:pt x="266700" y="2200275"/>
                </a:cubicBezTo>
                <a:cubicBezTo>
                  <a:pt x="476250" y="2838450"/>
                  <a:pt x="1076325" y="3152775"/>
                  <a:pt x="1762125" y="3152775"/>
                </a:cubicBezTo>
              </a:path>
            </a:pathLst>
          </a:custGeom>
          <a:noFill/>
          <a:ln w="14576">
            <a:solidFill>
              <a:srgbClr val="4F7EAC"/>
            </a:solidFill>
            <a:prstDash val="solid"/>
          </a:ln>
        </p:spPr>
      </p:sp>
      <p:sp>
        <p:nvSpPr>
          <p:cNvPr id="50" name="p3_path_50">
            <a:extLst>
              <a:ext uri="{FF2B5EF4-FFF2-40B4-BE49-F238E27FC236}">
                <a16:creationId xmlns:a16="http://schemas.microsoft.com/office/drawing/2014/main" id="{8F3A1F52-99A8-461F-B84F-FB50EB229E8B}"/>
              </a:ext>
            </a:extLst>
          </p:cNvPr>
          <p:cNvSpPr>
            <a:spLocks/>
          </p:cNvSpPr>
          <p:nvPr/>
        </p:nvSpPr>
        <p:spPr>
          <a:xfrm>
            <a:off x="11245371" y="2995365"/>
            <a:ext cx="940151" cy="1144215"/>
          </a:xfrm>
          <a:custGeom>
            <a:avLst/>
            <a:gdLst/>
            <a:ahLst/>
            <a:cxnLst/>
            <a:rect l="0" t="0" r="0" b="0"/>
            <a:pathLst>
              <a:path w="1228725" h="1495425">
                <a:moveTo>
                  <a:pt x="1228725" y="0"/>
                </a:moveTo>
                <a:cubicBezTo>
                  <a:pt x="0" y="0"/>
                  <a:pt x="57150" y="1495425"/>
                  <a:pt x="1228725" y="1495425"/>
                </a:cubicBezTo>
                <a:close/>
              </a:path>
            </a:pathLst>
          </a:custGeom>
          <a:solidFill>
            <a:srgbClr val="2B5B8F"/>
          </a:solidFill>
          <a:ln w="0">
            <a:noFill/>
            <a:prstDash val="solid"/>
          </a:ln>
        </p:spPr>
      </p:sp>
      <p:sp>
        <p:nvSpPr>
          <p:cNvPr id="51" name="p3_path_51">
            <a:extLst>
              <a:ext uri="{FF2B5EF4-FFF2-40B4-BE49-F238E27FC236}">
                <a16:creationId xmlns:a16="http://schemas.microsoft.com/office/drawing/2014/main" id="{99392425-AE0B-4D8B-B320-19DE62726EA4}"/>
              </a:ext>
            </a:extLst>
          </p:cNvPr>
          <p:cNvSpPr>
            <a:spLocks/>
          </p:cNvSpPr>
          <p:nvPr/>
        </p:nvSpPr>
        <p:spPr>
          <a:xfrm>
            <a:off x="3753316" y="3461796"/>
            <a:ext cx="2215549" cy="729"/>
          </a:xfrm>
          <a:custGeom>
            <a:avLst/>
            <a:gdLst/>
            <a:ahLst/>
            <a:cxnLst/>
            <a:rect l="0" t="0" r="0" b="0"/>
            <a:pathLst>
              <a:path w="2895600" h="953">
                <a:moveTo>
                  <a:pt x="0" y="0"/>
                </a:moveTo>
                <a:lnTo>
                  <a:pt x="2895600" y="0"/>
                </a:lnTo>
              </a:path>
            </a:pathLst>
          </a:custGeom>
          <a:noFill/>
          <a:ln w="10932">
            <a:solidFill>
              <a:srgbClr val="95B5D7"/>
            </a:solidFill>
            <a:prstDash val="solid"/>
          </a:ln>
        </p:spPr>
      </p:sp>
      <p:sp>
        <p:nvSpPr>
          <p:cNvPr id="52" name="p3_path_52">
            <a:extLst>
              <a:ext uri="{FF2B5EF4-FFF2-40B4-BE49-F238E27FC236}">
                <a16:creationId xmlns:a16="http://schemas.microsoft.com/office/drawing/2014/main" id="{8B57FD17-A02F-4CF9-8227-5CC07F53B4D4}"/>
              </a:ext>
            </a:extLst>
          </p:cNvPr>
          <p:cNvSpPr>
            <a:spLocks/>
          </p:cNvSpPr>
          <p:nvPr/>
        </p:nvSpPr>
        <p:spPr>
          <a:xfrm>
            <a:off x="6223945" y="3461796"/>
            <a:ext cx="2332157" cy="729"/>
          </a:xfrm>
          <a:custGeom>
            <a:avLst/>
            <a:gdLst/>
            <a:ahLst/>
            <a:cxnLst/>
            <a:rect l="0" t="0" r="0" b="0"/>
            <a:pathLst>
              <a:path w="3048000" h="953">
                <a:moveTo>
                  <a:pt x="0" y="0"/>
                </a:moveTo>
                <a:lnTo>
                  <a:pt x="3048000" y="0"/>
                </a:lnTo>
              </a:path>
            </a:pathLst>
          </a:custGeom>
          <a:noFill/>
          <a:ln w="10932">
            <a:solidFill>
              <a:srgbClr val="95B5D7"/>
            </a:solidFill>
            <a:prstDash val="solid"/>
          </a:ln>
        </p:spPr>
      </p:sp>
      <p:sp>
        <p:nvSpPr>
          <p:cNvPr id="53" name="p3_path_53">
            <a:extLst>
              <a:ext uri="{FF2B5EF4-FFF2-40B4-BE49-F238E27FC236}">
                <a16:creationId xmlns:a16="http://schemas.microsoft.com/office/drawing/2014/main" id="{235252DC-53BB-4C5E-B638-D00975CD7D73}"/>
              </a:ext>
            </a:extLst>
          </p:cNvPr>
          <p:cNvSpPr>
            <a:spLocks/>
          </p:cNvSpPr>
          <p:nvPr/>
        </p:nvSpPr>
        <p:spPr>
          <a:xfrm>
            <a:off x="6012593" y="3381628"/>
            <a:ext cx="160336" cy="160336"/>
          </a:xfrm>
          <a:custGeom>
            <a:avLst/>
            <a:gdLst/>
            <a:ahLst/>
            <a:cxnLst/>
            <a:rect l="0" t="0" r="0" b="0"/>
            <a:pathLst>
              <a:path w="209550" h="209550">
                <a:moveTo>
                  <a:pt x="104775" y="0"/>
                </a:moveTo>
                <a:lnTo>
                  <a:pt x="209550" y="104775"/>
                </a:lnTo>
                <a:lnTo>
                  <a:pt x="104775" y="209550"/>
                </a:lnTo>
                <a:lnTo>
                  <a:pt x="0" y="104775"/>
                </a:lnTo>
                <a:close/>
              </a:path>
            </a:pathLst>
          </a:custGeom>
          <a:solidFill>
            <a:srgbClr val="92B3D7"/>
          </a:solidFill>
          <a:ln w="0">
            <a:noFill/>
            <a:prstDash val="solid"/>
          </a:ln>
        </p:spPr>
      </p:sp>
      <p:sp>
        <p:nvSpPr>
          <p:cNvPr id="54" name="p3_rect_54">
            <a:extLst>
              <a:ext uri="{FF2B5EF4-FFF2-40B4-BE49-F238E27FC236}">
                <a16:creationId xmlns:a16="http://schemas.microsoft.com/office/drawing/2014/main" id="{0C7FEC87-8D9A-4E8B-8E98-C1C9A37D7633}"/>
              </a:ext>
            </a:extLst>
          </p:cNvPr>
          <p:cNvSpPr>
            <a:spLocks/>
          </p:cNvSpPr>
          <p:nvPr/>
        </p:nvSpPr>
        <p:spPr>
          <a:xfrm>
            <a:off x="1676238" y="5699209"/>
            <a:ext cx="1603358" cy="495583"/>
          </a:xfrm>
          <a:prstGeom prst="roundRect">
            <a:avLst>
              <a:gd name="adj" fmla="val 11765"/>
            </a:avLst>
          </a:prstGeom>
          <a:solidFill>
            <a:srgbClr val="285D99"/>
          </a:solidFill>
          <a:ln w="0">
            <a:noFill/>
            <a:prstDash val="solid"/>
          </a:ln>
        </p:spPr>
      </p:sp>
      <p:sp>
        <p:nvSpPr>
          <p:cNvPr id="55" name="p3_rect_55">
            <a:extLst>
              <a:ext uri="{FF2B5EF4-FFF2-40B4-BE49-F238E27FC236}">
                <a16:creationId xmlns:a16="http://schemas.microsoft.com/office/drawing/2014/main" id="{1159A080-3739-419B-AAF8-540672C2B73F}"/>
              </a:ext>
            </a:extLst>
          </p:cNvPr>
          <p:cNvSpPr>
            <a:spLocks/>
          </p:cNvSpPr>
          <p:nvPr/>
        </p:nvSpPr>
        <p:spPr>
          <a:xfrm>
            <a:off x="3483660" y="5699209"/>
            <a:ext cx="1603358" cy="495583"/>
          </a:xfrm>
          <a:prstGeom prst="roundRect">
            <a:avLst>
              <a:gd name="adj" fmla="val 11765"/>
            </a:avLst>
          </a:prstGeom>
          <a:solidFill>
            <a:srgbClr val="EFF4FB"/>
          </a:solidFill>
          <a:ln w="0">
            <a:noFill/>
            <a:prstDash val="solid"/>
          </a:ln>
        </p:spPr>
      </p:sp>
      <p:sp>
        <p:nvSpPr>
          <p:cNvPr id="56" name="p3_rect_56">
            <a:extLst>
              <a:ext uri="{FF2B5EF4-FFF2-40B4-BE49-F238E27FC236}">
                <a16:creationId xmlns:a16="http://schemas.microsoft.com/office/drawing/2014/main" id="{B2C92BF1-E238-4A77-BFD7-52CCA18A92F5}"/>
              </a:ext>
            </a:extLst>
          </p:cNvPr>
          <p:cNvSpPr>
            <a:spLocks/>
          </p:cNvSpPr>
          <p:nvPr/>
        </p:nvSpPr>
        <p:spPr>
          <a:xfrm>
            <a:off x="5291082" y="5699209"/>
            <a:ext cx="1603358" cy="495583"/>
          </a:xfrm>
          <a:prstGeom prst="roundRect">
            <a:avLst>
              <a:gd name="adj" fmla="val 11765"/>
            </a:avLst>
          </a:prstGeom>
          <a:solidFill>
            <a:srgbClr val="EFF4FB"/>
          </a:solidFill>
          <a:ln w="0">
            <a:noFill/>
            <a:prstDash val="solid"/>
          </a:ln>
        </p:spPr>
      </p:sp>
      <p:sp>
        <p:nvSpPr>
          <p:cNvPr id="57" name="p3_rect_57">
            <a:extLst>
              <a:ext uri="{FF2B5EF4-FFF2-40B4-BE49-F238E27FC236}">
                <a16:creationId xmlns:a16="http://schemas.microsoft.com/office/drawing/2014/main" id="{0B2E52BA-467B-43CC-B0AB-97E4BA0B5EB1}"/>
              </a:ext>
            </a:extLst>
          </p:cNvPr>
          <p:cNvSpPr>
            <a:spLocks/>
          </p:cNvSpPr>
          <p:nvPr/>
        </p:nvSpPr>
        <p:spPr>
          <a:xfrm>
            <a:off x="7098504" y="5699209"/>
            <a:ext cx="1603358" cy="495583"/>
          </a:xfrm>
          <a:prstGeom prst="roundRect">
            <a:avLst>
              <a:gd name="adj" fmla="val 11765"/>
            </a:avLst>
          </a:prstGeom>
          <a:solidFill>
            <a:srgbClr val="EFF4FB"/>
          </a:solidFill>
          <a:ln w="0">
            <a:noFill/>
            <a:prstDash val="solid"/>
          </a:ln>
        </p:spPr>
      </p:sp>
      <p:sp>
        <p:nvSpPr>
          <p:cNvPr id="58" name="p3_rect_58">
            <a:extLst>
              <a:ext uri="{FF2B5EF4-FFF2-40B4-BE49-F238E27FC236}">
                <a16:creationId xmlns:a16="http://schemas.microsoft.com/office/drawing/2014/main" id="{357656FB-4929-4979-9321-A365DAB397B6}"/>
              </a:ext>
            </a:extLst>
          </p:cNvPr>
          <p:cNvSpPr>
            <a:spLocks/>
          </p:cNvSpPr>
          <p:nvPr/>
        </p:nvSpPr>
        <p:spPr>
          <a:xfrm>
            <a:off x="8905926" y="5699209"/>
            <a:ext cx="1603358" cy="495583"/>
          </a:xfrm>
          <a:prstGeom prst="roundRect">
            <a:avLst>
              <a:gd name="adj" fmla="val 11765"/>
            </a:avLst>
          </a:prstGeom>
          <a:solidFill>
            <a:srgbClr val="EFF4FB"/>
          </a:solidFill>
          <a:ln w="0">
            <a:noFill/>
            <a:prstDash val="solid"/>
          </a:ln>
        </p:spPr>
      </p:sp>
      <p:sp>
        <p:nvSpPr>
          <p:cNvPr id="59" name="p3_label_1">
            <a:extLst>
              <a:ext uri="{FF2B5EF4-FFF2-40B4-BE49-F238E27FC236}">
                <a16:creationId xmlns:a16="http://schemas.microsoft.com/office/drawing/2014/main" id="{5C2F127A-4608-4B08-8A96-EAFF509B34F5}"/>
              </a:ext>
            </a:extLst>
          </p:cNvPr>
          <p:cNvSpPr>
            <a:spLocks/>
          </p:cNvSpPr>
          <p:nvPr/>
        </p:nvSpPr>
        <p:spPr>
          <a:xfrm>
            <a:off x="1821998" y="2295717"/>
            <a:ext cx="8541526" cy="991167"/>
          </a:xfrm>
          <a:prstGeom prst="rect">
            <a:avLst/>
          </a:prstGeom>
          <a:noFill/>
          <a:ln w="0">
            <a:noFill/>
          </a:ln>
        </p:spPr>
        <p:txBody>
          <a:bodyPr wrap="square" lIns="0" tIns="0" rIns="0" bIns="0" anchor="t">
            <a:noAutofit/>
          </a:bodyPr>
          <a:lstStyle>
            <a:defPPr algn="ctr">
              <a:defRPr sz="5739" b="0">
                <a:solidFill>
                  <a:srgbClr val="FFFFFF"/>
                </a:solidFill>
                <a:latin typeface="Source Han Serif SC Heavy"/>
                <a:ea typeface="Source Han Serif SC Heavy"/>
                <a:cs typeface="Source Han Serif SC Heavy"/>
              </a:defRPr>
            </a:defPPr>
          </a:lstStyle>
          <a:p>
            <a:pPr algn="ctr">
              <a:defRPr sz="5739" b="0">
                <a:solidFill>
                  <a:srgbClr val="FFFFFF"/>
                </a:solidFill>
                <a:latin typeface="Source Han Serif SC Heavy"/>
                <a:ea typeface="Source Han Serif SC Heavy"/>
                <a:cs typeface="Source Han Serif SC Heavy"/>
              </a:defRPr>
            </a:pPr>
            <a:r>
              <a:rPr sz="5739" b="0">
                <a:solidFill>
                  <a:srgbClr val="FFFFFF"/>
                </a:solidFill>
                <a:latin typeface="Source Han Serif SC Heavy"/>
                <a:ea typeface="Source Han Serif SC Heavy"/>
                <a:cs typeface="Source Han Serif SC Heavy"/>
              </a:rPr>
              <a:t>研究背景</a:t>
            </a:r>
          </a:p>
        </p:txBody>
      </p:sp>
      <p:sp>
        <p:nvSpPr>
          <p:cNvPr id="60" name="p3_label_2">
            <a:extLst>
              <a:ext uri="{FF2B5EF4-FFF2-40B4-BE49-F238E27FC236}">
                <a16:creationId xmlns:a16="http://schemas.microsoft.com/office/drawing/2014/main" id="{83FD5842-FC9E-4F54-A218-4A7B7C7672E5}"/>
              </a:ext>
            </a:extLst>
          </p:cNvPr>
          <p:cNvSpPr>
            <a:spLocks/>
          </p:cNvSpPr>
          <p:nvPr/>
        </p:nvSpPr>
        <p:spPr>
          <a:xfrm>
            <a:off x="1224383" y="3753316"/>
            <a:ext cx="9736757" cy="553887"/>
          </a:xfrm>
          <a:prstGeom prst="rect">
            <a:avLst/>
          </a:prstGeom>
          <a:noFill/>
          <a:ln w="0">
            <a:noFill/>
          </a:ln>
        </p:spPr>
        <p:txBody>
          <a:bodyPr wrap="square" lIns="0" tIns="0" rIns="0" bIns="0" anchor="t">
            <a:noAutofit/>
          </a:bodyPr>
          <a:lstStyle>
            <a:defPPr algn="ctr">
              <a:defRPr sz="2468" b="0">
                <a:solidFill>
                  <a:srgbClr val="FFFFFF"/>
                </a:solidFill>
                <a:latin typeface="Noto Sans SC"/>
                <a:ea typeface="Noto Sans SC"/>
                <a:cs typeface="Noto Sans SC"/>
              </a:defRPr>
            </a:defPPr>
          </a:lstStyle>
          <a:p>
            <a:pPr algn="ctr">
              <a:defRPr sz="2468" b="0">
                <a:solidFill>
                  <a:srgbClr val="FFFFFF"/>
                </a:solidFill>
                <a:latin typeface="Noto Sans SC"/>
                <a:ea typeface="Noto Sans SC"/>
                <a:cs typeface="Noto Sans SC"/>
              </a:defRPr>
            </a:pPr>
            <a:r>
              <a:rPr sz="2468" b="0">
                <a:solidFill>
                  <a:srgbClr val="FFFFFF"/>
                </a:solidFill>
                <a:latin typeface="Noto Sans SC"/>
                <a:ea typeface="Noto Sans SC"/>
                <a:cs typeface="Noto Sans SC"/>
              </a:rPr>
              <a:t>模型不断丰富，为什么仍然需要研究模型选择？</a:t>
            </a:r>
          </a:p>
        </p:txBody>
      </p:sp>
      <p:sp>
        <p:nvSpPr>
          <p:cNvPr id="61" name="p3_label_3">
            <a:extLst>
              <a:ext uri="{FF2B5EF4-FFF2-40B4-BE49-F238E27FC236}">
                <a16:creationId xmlns:a16="http://schemas.microsoft.com/office/drawing/2014/main" id="{20F551BD-84DC-412E-9681-FEBC5A4371FB}"/>
              </a:ext>
            </a:extLst>
          </p:cNvPr>
          <p:cNvSpPr>
            <a:spLocks/>
          </p:cNvSpPr>
          <p:nvPr/>
        </p:nvSpPr>
        <p:spPr>
          <a:xfrm>
            <a:off x="1494038" y="4394659"/>
            <a:ext cx="9197445" cy="335248"/>
          </a:xfrm>
          <a:prstGeom prst="rect">
            <a:avLst/>
          </a:prstGeom>
          <a:noFill/>
          <a:ln w="0">
            <a:noFill/>
          </a:ln>
        </p:spPr>
        <p:txBody>
          <a:bodyPr wrap="square" lIns="0" tIns="0" rIns="0" bIns="0" anchor="t">
            <a:noAutofit/>
          </a:bodyPr>
          <a:lstStyle>
            <a:defPPr algn="ctr">
              <a:defRPr sz="1492" b="0">
                <a:solidFill>
                  <a:srgbClr val="AEC5DE"/>
                </a:solidFill>
                <a:latin typeface="Arial"/>
                <a:ea typeface="Arial"/>
                <a:cs typeface="Arial"/>
              </a:defRPr>
            </a:defPPr>
          </a:lstStyle>
          <a:p>
            <a:pPr algn="ctr">
              <a:defRPr sz="1492" b="0">
                <a:solidFill>
                  <a:srgbClr val="AEC5DE"/>
                </a:solidFill>
                <a:latin typeface="Arial"/>
                <a:ea typeface="Arial"/>
                <a:cs typeface="Arial"/>
              </a:defRPr>
            </a:pPr>
            <a:r>
              <a:rPr sz="1492" b="0">
                <a:solidFill>
                  <a:srgbClr val="AEC5DE"/>
                </a:solidFill>
                <a:latin typeface="Arial"/>
                <a:ea typeface="Arial"/>
                <a:cs typeface="Arial"/>
              </a:rPr>
              <a:t>Research background</a:t>
            </a:r>
          </a:p>
        </p:txBody>
      </p:sp>
      <p:sp>
        <p:nvSpPr>
          <p:cNvPr id="62" name="p3_label_4">
            <a:extLst>
              <a:ext uri="{FF2B5EF4-FFF2-40B4-BE49-F238E27FC236}">
                <a16:creationId xmlns:a16="http://schemas.microsoft.com/office/drawing/2014/main" id="{5B4681D7-2C95-4207-9A4F-29EBA697DA5D}"/>
              </a:ext>
            </a:extLst>
          </p:cNvPr>
          <p:cNvSpPr>
            <a:spLocks/>
          </p:cNvSpPr>
          <p:nvPr/>
        </p:nvSpPr>
        <p:spPr>
          <a:xfrm>
            <a:off x="1749118" y="5815817"/>
            <a:ext cx="1457598" cy="313384"/>
          </a:xfrm>
          <a:prstGeom prst="rect">
            <a:avLst/>
          </a:prstGeom>
          <a:noFill/>
          <a:ln w="0">
            <a:noFill/>
          </a:ln>
        </p:spPr>
        <p:txBody>
          <a:bodyPr wrap="square" lIns="0" tIns="0" rIns="0" bIns="0" anchor="t">
            <a:noAutofit/>
          </a:bodyPr>
          <a:lstStyle>
            <a:defPPr algn="ctr">
              <a:defRPr sz="1549" b="1">
                <a:solidFill>
                  <a:srgbClr val="FFFFFF"/>
                </a:solidFill>
                <a:latin typeface="Noto Sans SC"/>
                <a:ea typeface="Noto Sans SC"/>
                <a:cs typeface="Noto Sans SC"/>
              </a:defRPr>
            </a:defPPr>
          </a:lstStyle>
          <a:p>
            <a:pPr algn="ctr">
              <a:defRPr sz="1549" b="1">
                <a:solidFill>
                  <a:srgbClr val="FFFFFF"/>
                </a:solidFill>
                <a:latin typeface="Noto Sans SC"/>
                <a:ea typeface="Noto Sans SC"/>
                <a:cs typeface="Noto Sans SC"/>
              </a:defRPr>
            </a:pPr>
            <a:r>
              <a:rPr sz="1549" b="1">
                <a:solidFill>
                  <a:srgbClr val="FFFFFF"/>
                </a:solidFill>
                <a:latin typeface="Noto Sans SC"/>
                <a:ea typeface="Noto Sans SC"/>
                <a:cs typeface="Noto Sans SC"/>
              </a:rPr>
              <a:t>研究背景</a:t>
            </a:r>
          </a:p>
        </p:txBody>
      </p:sp>
      <p:sp>
        <p:nvSpPr>
          <p:cNvPr id="63" name="p3_label_5">
            <a:extLst>
              <a:ext uri="{FF2B5EF4-FFF2-40B4-BE49-F238E27FC236}">
                <a16:creationId xmlns:a16="http://schemas.microsoft.com/office/drawing/2014/main" id="{5DEE8C38-C469-4D26-885D-6F9D21DC83BC}"/>
              </a:ext>
            </a:extLst>
          </p:cNvPr>
          <p:cNvSpPr>
            <a:spLocks/>
          </p:cNvSpPr>
          <p:nvPr/>
        </p:nvSpPr>
        <p:spPr>
          <a:xfrm>
            <a:off x="3556540" y="5815817"/>
            <a:ext cx="1457598" cy="313384"/>
          </a:xfrm>
          <a:prstGeom prst="rect">
            <a:avLst/>
          </a:prstGeom>
          <a:noFill/>
          <a:ln w="0">
            <a:noFill/>
          </a:ln>
        </p:spPr>
        <p:txBody>
          <a:bodyPr wrap="square" lIns="0" tIns="0" rIns="0" bIns="0" anchor="t">
            <a:noAutofit/>
          </a:bodyPr>
          <a:lstStyle>
            <a:defPPr algn="ctr">
              <a:defRPr sz="1549" b="0">
                <a:solidFill>
                  <a:srgbClr val="285D99"/>
                </a:solidFill>
                <a:latin typeface="Noto Sans SC"/>
                <a:ea typeface="Noto Sans SC"/>
                <a:cs typeface="Noto Sans SC"/>
              </a:defRPr>
            </a:defPPr>
          </a:lstStyle>
          <a:p>
            <a:pPr algn="ctr">
              <a:defRPr sz="1549" b="0">
                <a:solidFill>
                  <a:srgbClr val="285D99"/>
                </a:solidFill>
                <a:latin typeface="Noto Sans SC"/>
                <a:ea typeface="Noto Sans SC"/>
                <a:cs typeface="Noto Sans SC"/>
              </a:defRPr>
            </a:pPr>
            <a:r>
              <a:rPr sz="1549" b="0">
                <a:solidFill>
                  <a:srgbClr val="285D99"/>
                </a:solidFill>
                <a:latin typeface="Noto Sans SC"/>
                <a:ea typeface="Noto Sans SC"/>
                <a:cs typeface="Noto Sans SC"/>
              </a:rPr>
              <a:t>研究意义</a:t>
            </a:r>
          </a:p>
        </p:txBody>
      </p:sp>
      <p:sp>
        <p:nvSpPr>
          <p:cNvPr id="64" name="p3_label_6">
            <a:extLst>
              <a:ext uri="{FF2B5EF4-FFF2-40B4-BE49-F238E27FC236}">
                <a16:creationId xmlns:a16="http://schemas.microsoft.com/office/drawing/2014/main" id="{B4241378-C768-43F7-B03D-31D1820B5DE4}"/>
              </a:ext>
            </a:extLst>
          </p:cNvPr>
          <p:cNvSpPr>
            <a:spLocks/>
          </p:cNvSpPr>
          <p:nvPr/>
        </p:nvSpPr>
        <p:spPr>
          <a:xfrm>
            <a:off x="5363962" y="5815817"/>
            <a:ext cx="1457598" cy="313384"/>
          </a:xfrm>
          <a:prstGeom prst="rect">
            <a:avLst/>
          </a:prstGeom>
          <a:noFill/>
          <a:ln w="0">
            <a:noFill/>
          </a:ln>
        </p:spPr>
        <p:txBody>
          <a:bodyPr wrap="square" lIns="0" tIns="0" rIns="0" bIns="0" anchor="t">
            <a:noAutofit/>
          </a:bodyPr>
          <a:lstStyle>
            <a:defPPr algn="ctr">
              <a:defRPr sz="1549" b="0">
                <a:solidFill>
                  <a:srgbClr val="285D99"/>
                </a:solidFill>
                <a:latin typeface="Noto Sans SC"/>
                <a:ea typeface="Noto Sans SC"/>
                <a:cs typeface="Noto Sans SC"/>
              </a:defRPr>
            </a:defPPr>
          </a:lstStyle>
          <a:p>
            <a:pPr algn="ctr">
              <a:defRPr sz="1549" b="0">
                <a:solidFill>
                  <a:srgbClr val="285D99"/>
                </a:solidFill>
                <a:latin typeface="Noto Sans SC"/>
                <a:ea typeface="Noto Sans SC"/>
                <a:cs typeface="Noto Sans SC"/>
              </a:defRPr>
            </a:pPr>
            <a:r>
              <a:rPr sz="1549" b="0">
                <a:solidFill>
                  <a:srgbClr val="285D99"/>
                </a:solidFill>
                <a:latin typeface="Noto Sans SC"/>
                <a:ea typeface="Noto Sans SC"/>
                <a:cs typeface="Noto Sans SC"/>
              </a:rPr>
              <a:t>现有不足</a:t>
            </a:r>
          </a:p>
        </p:txBody>
      </p:sp>
      <p:sp>
        <p:nvSpPr>
          <p:cNvPr id="65" name="p3_label_7">
            <a:extLst>
              <a:ext uri="{FF2B5EF4-FFF2-40B4-BE49-F238E27FC236}">
                <a16:creationId xmlns:a16="http://schemas.microsoft.com/office/drawing/2014/main" id="{FEF9476E-ADF4-42E6-9ADC-BE66960CC1B5}"/>
              </a:ext>
            </a:extLst>
          </p:cNvPr>
          <p:cNvSpPr>
            <a:spLocks/>
          </p:cNvSpPr>
          <p:nvPr/>
        </p:nvSpPr>
        <p:spPr>
          <a:xfrm>
            <a:off x="7171384" y="5815817"/>
            <a:ext cx="1457598" cy="313384"/>
          </a:xfrm>
          <a:prstGeom prst="rect">
            <a:avLst/>
          </a:prstGeom>
          <a:noFill/>
          <a:ln w="0">
            <a:noFill/>
          </a:ln>
        </p:spPr>
        <p:txBody>
          <a:bodyPr wrap="square" lIns="0" tIns="0" rIns="0" bIns="0" anchor="t">
            <a:noAutofit/>
          </a:bodyPr>
          <a:lstStyle>
            <a:defPPr algn="ctr">
              <a:defRPr sz="1549" b="0">
                <a:solidFill>
                  <a:srgbClr val="285D99"/>
                </a:solidFill>
                <a:latin typeface="Noto Sans SC"/>
                <a:ea typeface="Noto Sans SC"/>
                <a:cs typeface="Noto Sans SC"/>
              </a:defRPr>
            </a:defPPr>
          </a:lstStyle>
          <a:p>
            <a:pPr algn="ctr">
              <a:defRPr sz="1549" b="0">
                <a:solidFill>
                  <a:srgbClr val="285D99"/>
                </a:solidFill>
                <a:latin typeface="Noto Sans SC"/>
                <a:ea typeface="Noto Sans SC"/>
                <a:cs typeface="Noto Sans SC"/>
              </a:defRPr>
            </a:pPr>
            <a:r>
              <a:rPr sz="1549" b="0">
                <a:solidFill>
                  <a:srgbClr val="285D99"/>
                </a:solidFill>
                <a:latin typeface="Noto Sans SC"/>
                <a:ea typeface="Noto Sans SC"/>
                <a:cs typeface="Noto Sans SC"/>
              </a:rPr>
              <a:t>研究问题</a:t>
            </a:r>
          </a:p>
        </p:txBody>
      </p:sp>
      <p:sp>
        <p:nvSpPr>
          <p:cNvPr id="66" name="p3_label_8">
            <a:extLst>
              <a:ext uri="{FF2B5EF4-FFF2-40B4-BE49-F238E27FC236}">
                <a16:creationId xmlns:a16="http://schemas.microsoft.com/office/drawing/2014/main" id="{24A26BB5-EC9C-44B2-80C9-95C91DF14B2E}"/>
              </a:ext>
            </a:extLst>
          </p:cNvPr>
          <p:cNvSpPr>
            <a:spLocks/>
          </p:cNvSpPr>
          <p:nvPr/>
        </p:nvSpPr>
        <p:spPr>
          <a:xfrm>
            <a:off x="8978806" y="5815817"/>
            <a:ext cx="1457598" cy="313384"/>
          </a:xfrm>
          <a:prstGeom prst="rect">
            <a:avLst/>
          </a:prstGeom>
          <a:noFill/>
          <a:ln w="0">
            <a:noFill/>
          </a:ln>
        </p:spPr>
        <p:txBody>
          <a:bodyPr wrap="square" lIns="0" tIns="0" rIns="0" bIns="0" anchor="t">
            <a:noAutofit/>
          </a:bodyPr>
          <a:lstStyle>
            <a:defPPr algn="ctr">
              <a:defRPr sz="1549" b="0">
                <a:solidFill>
                  <a:srgbClr val="285D99"/>
                </a:solidFill>
                <a:latin typeface="Noto Sans SC"/>
                <a:ea typeface="Noto Sans SC"/>
                <a:cs typeface="Noto Sans SC"/>
              </a:defRPr>
            </a:defPPr>
          </a:lstStyle>
          <a:p>
            <a:pPr algn="ctr">
              <a:defRPr sz="1549" b="0">
                <a:solidFill>
                  <a:srgbClr val="285D99"/>
                </a:solidFill>
                <a:latin typeface="Noto Sans SC"/>
                <a:ea typeface="Noto Sans SC"/>
                <a:cs typeface="Noto Sans SC"/>
              </a:defRPr>
            </a:pPr>
            <a:r>
              <a:rPr sz="1549" b="0">
                <a:solidFill>
                  <a:srgbClr val="285D99"/>
                </a:solidFill>
                <a:latin typeface="Noto Sans SC"/>
                <a:ea typeface="Noto Sans SC"/>
                <a:cs typeface="Noto Sans SC"/>
              </a:rPr>
              <a:t>总结与意义</a:t>
            </a:r>
          </a:p>
        </p:txBody>
      </p:sp>
    </p:spTree>
    <p:extLst>
      <p:ext uri="{BB962C8B-B14F-4D97-AF65-F5344CB8AC3E}">
        <p14:creationId xmlns:p14="http://schemas.microsoft.com/office/powerpoint/2010/main" val="810735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3" name="p4_rect_1">
            <a:extLst>
              <a:ext uri="{FF2B5EF4-FFF2-40B4-BE49-F238E27FC236}">
                <a16:creationId xmlns:a16="http://schemas.microsoft.com/office/drawing/2014/main" id="{2DA2486F-595B-45D5-845F-0DB1794DD4DA}"/>
              </a:ext>
            </a:extLst>
          </p:cNvPr>
          <p:cNvSpPr>
            <a:spLocks/>
          </p:cNvSpPr>
          <p:nvPr/>
        </p:nvSpPr>
        <p:spPr>
          <a:xfrm>
            <a:off x="553887" y="1311838"/>
            <a:ext cx="2645541" cy="3403492"/>
          </a:xfrm>
          <a:prstGeom prst="roundRect">
            <a:avLst>
              <a:gd name="adj" fmla="val 1928"/>
            </a:avLst>
          </a:prstGeom>
          <a:gradFill>
            <a:gsLst>
              <a:gs pos="0">
                <a:srgbClr val="FEFFFF"/>
              </a:gs>
              <a:gs pos="100000">
                <a:srgbClr val="F2F4FA"/>
              </a:gs>
            </a:gsLst>
            <a:lin ang="5400000"/>
          </a:gradFill>
          <a:ln w="8746">
            <a:solidFill>
              <a:srgbClr val="172956"/>
            </a:solidFill>
            <a:prstDash val="solid"/>
          </a:ln>
        </p:spPr>
      </p:sp>
      <p:sp>
        <p:nvSpPr>
          <p:cNvPr id="2" name="p4_rect_2">
            <a:extLst>
              <a:ext uri="{FF2B5EF4-FFF2-40B4-BE49-F238E27FC236}">
                <a16:creationId xmlns:a16="http://schemas.microsoft.com/office/drawing/2014/main" id="{81FFE131-65AF-4C00-B2ED-85E68E9EDEB2}"/>
              </a:ext>
            </a:extLst>
          </p:cNvPr>
          <p:cNvSpPr>
            <a:spLocks/>
          </p:cNvSpPr>
          <p:nvPr/>
        </p:nvSpPr>
        <p:spPr>
          <a:xfrm>
            <a:off x="459143" y="1399294"/>
            <a:ext cx="2645541" cy="3403492"/>
          </a:xfrm>
          <a:prstGeom prst="roundRect">
            <a:avLst>
              <a:gd name="adj" fmla="val 1928"/>
            </a:avLst>
          </a:prstGeom>
          <a:gradFill>
            <a:gsLst>
              <a:gs pos="0">
                <a:srgbClr val="FEFFFF"/>
              </a:gs>
              <a:gs pos="100000">
                <a:srgbClr val="F2F4FA"/>
              </a:gs>
            </a:gsLst>
            <a:lin ang="5400000"/>
          </a:gradFill>
          <a:ln w="8746">
            <a:solidFill>
              <a:srgbClr val="172956"/>
            </a:solidFill>
            <a:prstDash val="solid"/>
          </a:ln>
        </p:spPr>
      </p:sp>
      <p:sp>
        <p:nvSpPr>
          <p:cNvPr id="3" name="p4_rect_3">
            <a:extLst>
              <a:ext uri="{FF2B5EF4-FFF2-40B4-BE49-F238E27FC236}">
                <a16:creationId xmlns:a16="http://schemas.microsoft.com/office/drawing/2014/main" id="{F96C0A85-9EAA-4615-8F94-ADE4DA33526E}"/>
              </a:ext>
            </a:extLst>
          </p:cNvPr>
          <p:cNvSpPr>
            <a:spLocks/>
          </p:cNvSpPr>
          <p:nvPr/>
        </p:nvSpPr>
        <p:spPr>
          <a:xfrm>
            <a:off x="364400" y="1486750"/>
            <a:ext cx="2645541" cy="3403492"/>
          </a:xfrm>
          <a:prstGeom prst="roundRect">
            <a:avLst>
              <a:gd name="adj" fmla="val 1928"/>
            </a:avLst>
          </a:prstGeom>
          <a:gradFill>
            <a:gsLst>
              <a:gs pos="0">
                <a:srgbClr val="FEFFFF"/>
              </a:gs>
              <a:gs pos="100000">
                <a:srgbClr val="F2F4FA"/>
              </a:gs>
            </a:gsLst>
            <a:lin ang="5400000"/>
          </a:gradFill>
          <a:ln w="8746">
            <a:solidFill>
              <a:srgbClr val="172956"/>
            </a:solidFill>
            <a:prstDash val="solid"/>
          </a:ln>
        </p:spPr>
      </p:sp>
      <p:sp>
        <p:nvSpPr>
          <p:cNvPr id="4" name="p4_rect_4">
            <a:extLst>
              <a:ext uri="{FF2B5EF4-FFF2-40B4-BE49-F238E27FC236}">
                <a16:creationId xmlns:a16="http://schemas.microsoft.com/office/drawing/2014/main" id="{A030E220-38AE-4356-9EF3-C6CB5073A512}"/>
              </a:ext>
            </a:extLst>
          </p:cNvPr>
          <p:cNvSpPr>
            <a:spLocks/>
          </p:cNvSpPr>
          <p:nvPr/>
        </p:nvSpPr>
        <p:spPr>
          <a:xfrm>
            <a:off x="269656" y="1574206"/>
            <a:ext cx="2645541" cy="3403492"/>
          </a:xfrm>
          <a:prstGeom prst="roundRect">
            <a:avLst>
              <a:gd name="adj" fmla="val 1928"/>
            </a:avLst>
          </a:prstGeom>
          <a:gradFill>
            <a:gsLst>
              <a:gs pos="0">
                <a:srgbClr val="FEFFFF"/>
              </a:gs>
              <a:gs pos="100000">
                <a:srgbClr val="F2F4FA"/>
              </a:gs>
            </a:gsLst>
            <a:lin ang="5400000"/>
          </a:gradFill>
          <a:ln w="8746">
            <a:solidFill>
              <a:srgbClr val="172956"/>
            </a:solidFill>
            <a:prstDash val="solid"/>
          </a:ln>
        </p:spPr>
      </p:sp>
      <p:sp>
        <p:nvSpPr>
          <p:cNvPr id="5" name="p4_rect_5">
            <a:extLst>
              <a:ext uri="{FF2B5EF4-FFF2-40B4-BE49-F238E27FC236}">
                <a16:creationId xmlns:a16="http://schemas.microsoft.com/office/drawing/2014/main" id="{A3D07C9E-D41F-4D01-B158-7529F412190D}"/>
              </a:ext>
            </a:extLst>
          </p:cNvPr>
          <p:cNvSpPr>
            <a:spLocks/>
          </p:cNvSpPr>
          <p:nvPr/>
        </p:nvSpPr>
        <p:spPr>
          <a:xfrm>
            <a:off x="174912" y="1661662"/>
            <a:ext cx="2645541" cy="3403492"/>
          </a:xfrm>
          <a:prstGeom prst="roundRect">
            <a:avLst>
              <a:gd name="adj" fmla="val 3857"/>
            </a:avLst>
          </a:prstGeom>
          <a:gradFill>
            <a:gsLst>
              <a:gs pos="0">
                <a:srgbClr val="FEFEFF"/>
              </a:gs>
              <a:gs pos="100000">
                <a:srgbClr val="EDF0F8"/>
              </a:gs>
            </a:gsLst>
            <a:lin ang="5400000"/>
          </a:gradFill>
          <a:ln w="12390">
            <a:solidFill>
              <a:srgbClr val="172956"/>
            </a:solidFill>
            <a:prstDash val="solid"/>
          </a:ln>
        </p:spPr>
      </p:sp>
      <p:sp>
        <p:nvSpPr>
          <p:cNvPr id="6" name="p4_rect_6">
            <a:extLst>
              <a:ext uri="{FF2B5EF4-FFF2-40B4-BE49-F238E27FC236}">
                <a16:creationId xmlns:a16="http://schemas.microsoft.com/office/drawing/2014/main" id="{CFE98398-3A10-4515-8E4E-499D2C018009}"/>
              </a:ext>
            </a:extLst>
          </p:cNvPr>
          <p:cNvSpPr>
            <a:spLocks/>
          </p:cNvSpPr>
          <p:nvPr/>
        </p:nvSpPr>
        <p:spPr>
          <a:xfrm>
            <a:off x="284232" y="2303005"/>
            <a:ext cx="2426901" cy="603081"/>
          </a:xfrm>
          <a:prstGeom prst="roundRect">
            <a:avLst>
              <a:gd name="adj" fmla="val 4834"/>
            </a:avLst>
          </a:prstGeom>
          <a:solidFill>
            <a:srgbClr val="FFFFFF"/>
          </a:solidFill>
          <a:ln w="7288">
            <a:solidFill>
              <a:srgbClr val="C3CFE7"/>
            </a:solidFill>
            <a:prstDash val="solid"/>
          </a:ln>
        </p:spPr>
      </p:sp>
      <p:sp>
        <p:nvSpPr>
          <p:cNvPr id="7" name="p4_path_7">
            <a:extLst>
              <a:ext uri="{FF2B5EF4-FFF2-40B4-BE49-F238E27FC236}">
                <a16:creationId xmlns:a16="http://schemas.microsoft.com/office/drawing/2014/main" id="{461B0E4D-09BE-42CD-9828-5F69ABC48863}"/>
              </a:ext>
            </a:extLst>
          </p:cNvPr>
          <p:cNvSpPr>
            <a:spLocks/>
          </p:cNvSpPr>
          <p:nvPr/>
        </p:nvSpPr>
        <p:spPr>
          <a:xfrm>
            <a:off x="349824" y="2610103"/>
            <a:ext cx="2281141" cy="176100"/>
          </a:xfrm>
          <a:custGeom>
            <a:avLst/>
            <a:gdLst/>
            <a:ahLst/>
            <a:cxnLst/>
            <a:rect l="0" t="0" r="0" b="0"/>
            <a:pathLst>
              <a:path w="2981325" h="230153">
                <a:moveTo>
                  <a:pt x="0" y="90417"/>
                </a:moveTo>
                <a:lnTo>
                  <a:pt x="30114" y="170674"/>
                </a:lnTo>
                <a:lnTo>
                  <a:pt x="60229" y="181614"/>
                </a:lnTo>
                <a:lnTo>
                  <a:pt x="90343" y="228491"/>
                </a:lnTo>
                <a:lnTo>
                  <a:pt x="120458" y="128670"/>
                </a:lnTo>
                <a:lnTo>
                  <a:pt x="150572" y="192708"/>
                </a:lnTo>
                <a:lnTo>
                  <a:pt x="180686" y="100615"/>
                </a:lnTo>
                <a:lnTo>
                  <a:pt x="210801" y="105733"/>
                </a:lnTo>
                <a:lnTo>
                  <a:pt x="240915" y="109812"/>
                </a:lnTo>
                <a:lnTo>
                  <a:pt x="271030" y="121866"/>
                </a:lnTo>
                <a:lnTo>
                  <a:pt x="301144" y="80203"/>
                </a:lnTo>
                <a:lnTo>
                  <a:pt x="331258" y="58224"/>
                </a:lnTo>
                <a:lnTo>
                  <a:pt x="361373" y="71780"/>
                </a:lnTo>
                <a:lnTo>
                  <a:pt x="391487" y="112494"/>
                </a:lnTo>
                <a:lnTo>
                  <a:pt x="421602" y="167740"/>
                </a:lnTo>
                <a:lnTo>
                  <a:pt x="451716" y="123815"/>
                </a:lnTo>
                <a:lnTo>
                  <a:pt x="481830" y="140868"/>
                </a:lnTo>
                <a:lnTo>
                  <a:pt x="511945" y="165236"/>
                </a:lnTo>
                <a:lnTo>
                  <a:pt x="542059" y="199336"/>
                </a:lnTo>
                <a:lnTo>
                  <a:pt x="572173" y="143289"/>
                </a:lnTo>
                <a:lnTo>
                  <a:pt x="602288" y="140246"/>
                </a:lnTo>
                <a:lnTo>
                  <a:pt x="632402" y="182918"/>
                </a:lnTo>
                <a:lnTo>
                  <a:pt x="662517" y="61417"/>
                </a:lnTo>
                <a:lnTo>
                  <a:pt x="692631" y="95342"/>
                </a:lnTo>
                <a:lnTo>
                  <a:pt x="722745" y="68928"/>
                </a:lnTo>
                <a:lnTo>
                  <a:pt x="752860" y="0"/>
                </a:lnTo>
                <a:lnTo>
                  <a:pt x="782974" y="48215"/>
                </a:lnTo>
                <a:lnTo>
                  <a:pt x="813089" y="101371"/>
                </a:lnTo>
                <a:lnTo>
                  <a:pt x="843203" y="125346"/>
                </a:lnTo>
                <a:lnTo>
                  <a:pt x="873317" y="140568"/>
                </a:lnTo>
                <a:lnTo>
                  <a:pt x="903432" y="179267"/>
                </a:lnTo>
                <a:lnTo>
                  <a:pt x="933546" y="193950"/>
                </a:lnTo>
                <a:lnTo>
                  <a:pt x="963661" y="150761"/>
                </a:lnTo>
                <a:lnTo>
                  <a:pt x="993775" y="227758"/>
                </a:lnTo>
                <a:lnTo>
                  <a:pt x="1023889" y="187395"/>
                </a:lnTo>
                <a:lnTo>
                  <a:pt x="1054004" y="131799"/>
                </a:lnTo>
                <a:lnTo>
                  <a:pt x="1084118" y="68330"/>
                </a:lnTo>
                <a:lnTo>
                  <a:pt x="1114233" y="97160"/>
                </a:lnTo>
                <a:lnTo>
                  <a:pt x="1144347" y="88653"/>
                </a:lnTo>
                <a:lnTo>
                  <a:pt x="1174461" y="18677"/>
                </a:lnTo>
                <a:lnTo>
                  <a:pt x="1204576" y="15883"/>
                </a:lnTo>
                <a:lnTo>
                  <a:pt x="1234690" y="88912"/>
                </a:lnTo>
                <a:lnTo>
                  <a:pt x="1264805" y="132706"/>
                </a:lnTo>
                <a:lnTo>
                  <a:pt x="1294919" y="53574"/>
                </a:lnTo>
                <a:lnTo>
                  <a:pt x="1325033" y="141351"/>
                </a:lnTo>
                <a:lnTo>
                  <a:pt x="1355148" y="121264"/>
                </a:lnTo>
                <a:lnTo>
                  <a:pt x="1385262" y="207122"/>
                </a:lnTo>
                <a:lnTo>
                  <a:pt x="1415377" y="175774"/>
                </a:lnTo>
                <a:lnTo>
                  <a:pt x="1445491" y="181365"/>
                </a:lnTo>
                <a:lnTo>
                  <a:pt x="1475605" y="224041"/>
                </a:lnTo>
                <a:lnTo>
                  <a:pt x="1505720" y="196244"/>
                </a:lnTo>
                <a:lnTo>
                  <a:pt x="1535834" y="127915"/>
                </a:lnTo>
                <a:lnTo>
                  <a:pt x="1565948" y="36726"/>
                </a:lnTo>
                <a:lnTo>
                  <a:pt x="1596063" y="80316"/>
                </a:lnTo>
                <a:lnTo>
                  <a:pt x="1626177" y="23168"/>
                </a:lnTo>
                <a:lnTo>
                  <a:pt x="1656292" y="32737"/>
                </a:lnTo>
                <a:lnTo>
                  <a:pt x="1686406" y="49648"/>
                </a:lnTo>
                <a:lnTo>
                  <a:pt x="1716520" y="133418"/>
                </a:lnTo>
                <a:lnTo>
                  <a:pt x="1746635" y="97426"/>
                </a:lnTo>
                <a:lnTo>
                  <a:pt x="1776749" y="98107"/>
                </a:lnTo>
                <a:lnTo>
                  <a:pt x="1806864" y="209377"/>
                </a:lnTo>
                <a:lnTo>
                  <a:pt x="1836978" y="132664"/>
                </a:lnTo>
                <a:lnTo>
                  <a:pt x="1867092" y="140625"/>
                </a:lnTo>
                <a:lnTo>
                  <a:pt x="1897207" y="119700"/>
                </a:lnTo>
                <a:lnTo>
                  <a:pt x="1927321" y="189828"/>
                </a:lnTo>
                <a:lnTo>
                  <a:pt x="1957436" y="181694"/>
                </a:lnTo>
                <a:lnTo>
                  <a:pt x="1987550" y="59845"/>
                </a:lnTo>
                <a:lnTo>
                  <a:pt x="2017664" y="106946"/>
                </a:lnTo>
                <a:lnTo>
                  <a:pt x="2047779" y="40137"/>
                </a:lnTo>
                <a:lnTo>
                  <a:pt x="2077893" y="103429"/>
                </a:lnTo>
                <a:lnTo>
                  <a:pt x="2108008" y="68168"/>
                </a:lnTo>
                <a:lnTo>
                  <a:pt x="2138122" y="147872"/>
                </a:lnTo>
                <a:lnTo>
                  <a:pt x="2168236" y="146183"/>
                </a:lnTo>
                <a:lnTo>
                  <a:pt x="2198351" y="204384"/>
                </a:lnTo>
                <a:lnTo>
                  <a:pt x="2228465" y="171346"/>
                </a:lnTo>
                <a:lnTo>
                  <a:pt x="2258580" y="142286"/>
                </a:lnTo>
                <a:lnTo>
                  <a:pt x="2288694" y="230153"/>
                </a:lnTo>
                <a:lnTo>
                  <a:pt x="2318808" y="210410"/>
                </a:lnTo>
                <a:lnTo>
                  <a:pt x="2348923" y="221502"/>
                </a:lnTo>
                <a:lnTo>
                  <a:pt x="2379037" y="105003"/>
                </a:lnTo>
                <a:lnTo>
                  <a:pt x="2409152" y="168847"/>
                </a:lnTo>
                <a:lnTo>
                  <a:pt x="2439266" y="129357"/>
                </a:lnTo>
                <a:lnTo>
                  <a:pt x="2469380" y="124378"/>
                </a:lnTo>
                <a:lnTo>
                  <a:pt x="2499495" y="119367"/>
                </a:lnTo>
                <a:lnTo>
                  <a:pt x="2529609" y="77159"/>
                </a:lnTo>
                <a:lnTo>
                  <a:pt x="2559723" y="65193"/>
                </a:lnTo>
                <a:lnTo>
                  <a:pt x="2589838" y="67466"/>
                </a:lnTo>
                <a:lnTo>
                  <a:pt x="2619952" y="136883"/>
                </a:lnTo>
                <a:lnTo>
                  <a:pt x="2650067" y="169878"/>
                </a:lnTo>
                <a:lnTo>
                  <a:pt x="2680181" y="151213"/>
                </a:lnTo>
                <a:lnTo>
                  <a:pt x="2710295" y="205400"/>
                </a:lnTo>
                <a:lnTo>
                  <a:pt x="2740410" y="130581"/>
                </a:lnTo>
                <a:lnTo>
                  <a:pt x="2770524" y="194421"/>
                </a:lnTo>
                <a:lnTo>
                  <a:pt x="2800639" y="194743"/>
                </a:lnTo>
                <a:lnTo>
                  <a:pt x="2830753" y="61946"/>
                </a:lnTo>
                <a:lnTo>
                  <a:pt x="2860867" y="146518"/>
                </a:lnTo>
                <a:lnTo>
                  <a:pt x="2890982" y="17510"/>
                </a:lnTo>
                <a:lnTo>
                  <a:pt x="2921096" y="64804"/>
                </a:lnTo>
                <a:lnTo>
                  <a:pt x="2951211" y="125717"/>
                </a:lnTo>
                <a:lnTo>
                  <a:pt x="2981325" y="61104"/>
                </a:lnTo>
              </a:path>
            </a:pathLst>
          </a:custGeom>
          <a:noFill/>
          <a:ln w="13847">
            <a:solidFill>
              <a:srgbClr val="394D93"/>
            </a:solidFill>
            <a:prstDash val="solid"/>
          </a:ln>
        </p:spPr>
      </p:sp>
      <p:sp>
        <p:nvSpPr>
          <p:cNvPr id="8" name="p4_rect_8">
            <a:extLst>
              <a:ext uri="{FF2B5EF4-FFF2-40B4-BE49-F238E27FC236}">
                <a16:creationId xmlns:a16="http://schemas.microsoft.com/office/drawing/2014/main" id="{72D2116E-4A03-4E8A-8457-6355E296595F}"/>
              </a:ext>
            </a:extLst>
          </p:cNvPr>
          <p:cNvSpPr>
            <a:spLocks/>
          </p:cNvSpPr>
          <p:nvPr/>
        </p:nvSpPr>
        <p:spPr>
          <a:xfrm>
            <a:off x="284232" y="2964391"/>
            <a:ext cx="2426901" cy="603081"/>
          </a:xfrm>
          <a:prstGeom prst="roundRect">
            <a:avLst>
              <a:gd name="adj" fmla="val 4834"/>
            </a:avLst>
          </a:prstGeom>
          <a:solidFill>
            <a:srgbClr val="FFFFFF"/>
          </a:solidFill>
          <a:ln w="7288">
            <a:solidFill>
              <a:srgbClr val="C3CFE7"/>
            </a:solidFill>
            <a:prstDash val="solid"/>
          </a:ln>
        </p:spPr>
      </p:sp>
      <p:sp>
        <p:nvSpPr>
          <p:cNvPr id="9" name="p4_path_9">
            <a:extLst>
              <a:ext uri="{FF2B5EF4-FFF2-40B4-BE49-F238E27FC236}">
                <a16:creationId xmlns:a16="http://schemas.microsoft.com/office/drawing/2014/main" id="{F347D4EC-BF0F-41A3-979D-7F676A3948D1}"/>
              </a:ext>
            </a:extLst>
          </p:cNvPr>
          <p:cNvSpPr>
            <a:spLocks/>
          </p:cNvSpPr>
          <p:nvPr/>
        </p:nvSpPr>
        <p:spPr>
          <a:xfrm>
            <a:off x="349824" y="3252915"/>
            <a:ext cx="2281141" cy="221756"/>
          </a:xfrm>
          <a:custGeom>
            <a:avLst/>
            <a:gdLst/>
            <a:ahLst/>
            <a:cxnLst/>
            <a:rect l="0" t="0" r="0" b="0"/>
            <a:pathLst>
              <a:path w="2981325" h="289822">
                <a:moveTo>
                  <a:pt x="0" y="277030"/>
                </a:moveTo>
                <a:lnTo>
                  <a:pt x="30114" y="285454"/>
                </a:lnTo>
                <a:lnTo>
                  <a:pt x="60229" y="277057"/>
                </a:lnTo>
                <a:lnTo>
                  <a:pt x="90343" y="285250"/>
                </a:lnTo>
                <a:lnTo>
                  <a:pt x="120458" y="263144"/>
                </a:lnTo>
                <a:lnTo>
                  <a:pt x="150572" y="186522"/>
                </a:lnTo>
                <a:lnTo>
                  <a:pt x="180686" y="73050"/>
                </a:lnTo>
                <a:lnTo>
                  <a:pt x="210801" y="0"/>
                </a:lnTo>
                <a:lnTo>
                  <a:pt x="240915" y="50557"/>
                </a:lnTo>
                <a:lnTo>
                  <a:pt x="271030" y="180728"/>
                </a:lnTo>
                <a:lnTo>
                  <a:pt x="301144" y="246068"/>
                </a:lnTo>
                <a:lnTo>
                  <a:pt x="331258" y="272431"/>
                </a:lnTo>
                <a:lnTo>
                  <a:pt x="361373" y="281355"/>
                </a:lnTo>
                <a:lnTo>
                  <a:pt x="391487" y="283955"/>
                </a:lnTo>
                <a:lnTo>
                  <a:pt x="421602" y="275502"/>
                </a:lnTo>
                <a:lnTo>
                  <a:pt x="451716" y="287383"/>
                </a:lnTo>
                <a:lnTo>
                  <a:pt x="481830" y="281015"/>
                </a:lnTo>
                <a:lnTo>
                  <a:pt x="511945" y="278064"/>
                </a:lnTo>
                <a:lnTo>
                  <a:pt x="542059" y="270847"/>
                </a:lnTo>
                <a:lnTo>
                  <a:pt x="572173" y="195151"/>
                </a:lnTo>
                <a:lnTo>
                  <a:pt x="602288" y="97035"/>
                </a:lnTo>
                <a:lnTo>
                  <a:pt x="632402" y="4863"/>
                </a:lnTo>
                <a:lnTo>
                  <a:pt x="662517" y="48881"/>
                </a:lnTo>
                <a:lnTo>
                  <a:pt x="692631" y="160895"/>
                </a:lnTo>
                <a:lnTo>
                  <a:pt x="722745" y="248098"/>
                </a:lnTo>
                <a:lnTo>
                  <a:pt x="752860" y="276369"/>
                </a:lnTo>
                <a:lnTo>
                  <a:pt x="782974" y="289488"/>
                </a:lnTo>
                <a:lnTo>
                  <a:pt x="813089" y="280603"/>
                </a:lnTo>
                <a:lnTo>
                  <a:pt x="843203" y="281537"/>
                </a:lnTo>
                <a:lnTo>
                  <a:pt x="873317" y="276726"/>
                </a:lnTo>
                <a:lnTo>
                  <a:pt x="903432" y="277750"/>
                </a:lnTo>
                <a:lnTo>
                  <a:pt x="933546" y="285582"/>
                </a:lnTo>
                <a:lnTo>
                  <a:pt x="963661" y="263151"/>
                </a:lnTo>
                <a:lnTo>
                  <a:pt x="993775" y="213069"/>
                </a:lnTo>
                <a:lnTo>
                  <a:pt x="1023889" y="113352"/>
                </a:lnTo>
                <a:lnTo>
                  <a:pt x="1054004" y="7926"/>
                </a:lnTo>
                <a:lnTo>
                  <a:pt x="1084118" y="39241"/>
                </a:lnTo>
                <a:lnTo>
                  <a:pt x="1114233" y="139362"/>
                </a:lnTo>
                <a:lnTo>
                  <a:pt x="1144347" y="237622"/>
                </a:lnTo>
                <a:lnTo>
                  <a:pt x="1174461" y="271503"/>
                </a:lnTo>
                <a:lnTo>
                  <a:pt x="1204576" y="287774"/>
                </a:lnTo>
                <a:lnTo>
                  <a:pt x="1234690" y="282066"/>
                </a:lnTo>
                <a:lnTo>
                  <a:pt x="1264805" y="279678"/>
                </a:lnTo>
                <a:lnTo>
                  <a:pt x="1294919" y="283177"/>
                </a:lnTo>
                <a:lnTo>
                  <a:pt x="1325033" y="274703"/>
                </a:lnTo>
                <a:lnTo>
                  <a:pt x="1355148" y="275071"/>
                </a:lnTo>
                <a:lnTo>
                  <a:pt x="1385262" y="264587"/>
                </a:lnTo>
                <a:lnTo>
                  <a:pt x="1415377" y="219589"/>
                </a:lnTo>
                <a:lnTo>
                  <a:pt x="1445491" y="126634"/>
                </a:lnTo>
                <a:lnTo>
                  <a:pt x="1475605" y="16182"/>
                </a:lnTo>
                <a:lnTo>
                  <a:pt x="1505720" y="15544"/>
                </a:lnTo>
                <a:lnTo>
                  <a:pt x="1535834" y="125912"/>
                </a:lnTo>
                <a:lnTo>
                  <a:pt x="1565948" y="222762"/>
                </a:lnTo>
                <a:lnTo>
                  <a:pt x="1596063" y="270127"/>
                </a:lnTo>
                <a:lnTo>
                  <a:pt x="1626177" y="272467"/>
                </a:lnTo>
                <a:lnTo>
                  <a:pt x="1656292" y="284399"/>
                </a:lnTo>
                <a:lnTo>
                  <a:pt x="1686406" y="277142"/>
                </a:lnTo>
                <a:lnTo>
                  <a:pt x="1716520" y="278171"/>
                </a:lnTo>
                <a:lnTo>
                  <a:pt x="1746635" y="282646"/>
                </a:lnTo>
                <a:lnTo>
                  <a:pt x="1776749" y="284720"/>
                </a:lnTo>
                <a:lnTo>
                  <a:pt x="1806864" y="272576"/>
                </a:lnTo>
                <a:lnTo>
                  <a:pt x="1836978" y="237963"/>
                </a:lnTo>
                <a:lnTo>
                  <a:pt x="1867092" y="132285"/>
                </a:lnTo>
                <a:lnTo>
                  <a:pt x="1897207" y="24826"/>
                </a:lnTo>
                <a:lnTo>
                  <a:pt x="1927321" y="7348"/>
                </a:lnTo>
                <a:lnTo>
                  <a:pt x="1957436" y="111141"/>
                </a:lnTo>
                <a:lnTo>
                  <a:pt x="1987550" y="225093"/>
                </a:lnTo>
                <a:lnTo>
                  <a:pt x="2017664" y="277144"/>
                </a:lnTo>
                <a:lnTo>
                  <a:pt x="2047779" y="273659"/>
                </a:lnTo>
                <a:lnTo>
                  <a:pt x="2077893" y="281264"/>
                </a:lnTo>
                <a:lnTo>
                  <a:pt x="2108008" y="275601"/>
                </a:lnTo>
                <a:lnTo>
                  <a:pt x="2138122" y="280673"/>
                </a:lnTo>
                <a:lnTo>
                  <a:pt x="2168236" y="274353"/>
                </a:lnTo>
                <a:lnTo>
                  <a:pt x="2198351" y="283425"/>
                </a:lnTo>
                <a:lnTo>
                  <a:pt x="2228465" y="281334"/>
                </a:lnTo>
                <a:lnTo>
                  <a:pt x="2258580" y="248439"/>
                </a:lnTo>
                <a:lnTo>
                  <a:pt x="2288694" y="150692"/>
                </a:lnTo>
                <a:lnTo>
                  <a:pt x="2318808" y="42061"/>
                </a:lnTo>
                <a:lnTo>
                  <a:pt x="2348923" y="15932"/>
                </a:lnTo>
                <a:lnTo>
                  <a:pt x="2379037" y="86031"/>
                </a:lnTo>
                <a:lnTo>
                  <a:pt x="2409152" y="209174"/>
                </a:lnTo>
                <a:lnTo>
                  <a:pt x="2439266" y="272408"/>
                </a:lnTo>
                <a:lnTo>
                  <a:pt x="2469380" y="272347"/>
                </a:lnTo>
                <a:lnTo>
                  <a:pt x="2499495" y="282633"/>
                </a:lnTo>
                <a:lnTo>
                  <a:pt x="2529609" y="289689"/>
                </a:lnTo>
                <a:lnTo>
                  <a:pt x="2559723" y="278568"/>
                </a:lnTo>
                <a:lnTo>
                  <a:pt x="2589838" y="289822"/>
                </a:lnTo>
                <a:lnTo>
                  <a:pt x="2619952" y="277667"/>
                </a:lnTo>
                <a:lnTo>
                  <a:pt x="2650067" y="272788"/>
                </a:lnTo>
                <a:lnTo>
                  <a:pt x="2680181" y="259690"/>
                </a:lnTo>
                <a:lnTo>
                  <a:pt x="2710295" y="165037"/>
                </a:lnTo>
                <a:lnTo>
                  <a:pt x="2740410" y="47588"/>
                </a:lnTo>
                <a:lnTo>
                  <a:pt x="2770524" y="9070"/>
                </a:lnTo>
                <a:lnTo>
                  <a:pt x="2800639" y="79507"/>
                </a:lnTo>
                <a:lnTo>
                  <a:pt x="2830753" y="194116"/>
                </a:lnTo>
                <a:lnTo>
                  <a:pt x="2860867" y="266227"/>
                </a:lnTo>
                <a:lnTo>
                  <a:pt x="2890982" y="274037"/>
                </a:lnTo>
                <a:lnTo>
                  <a:pt x="2921096" y="274549"/>
                </a:lnTo>
                <a:lnTo>
                  <a:pt x="2951211" y="287122"/>
                </a:lnTo>
                <a:lnTo>
                  <a:pt x="2981325" y="279640"/>
                </a:lnTo>
              </a:path>
            </a:pathLst>
          </a:custGeom>
          <a:noFill/>
          <a:ln w="13847">
            <a:solidFill>
              <a:srgbClr val="9C3E76"/>
            </a:solidFill>
            <a:prstDash val="solid"/>
          </a:ln>
        </p:spPr>
      </p:sp>
      <p:sp>
        <p:nvSpPr>
          <p:cNvPr id="10" name="p4_rect_10">
            <a:extLst>
              <a:ext uri="{FF2B5EF4-FFF2-40B4-BE49-F238E27FC236}">
                <a16:creationId xmlns:a16="http://schemas.microsoft.com/office/drawing/2014/main" id="{EA6EE0EE-5DE4-4C92-8BF7-E86EF6C401E7}"/>
              </a:ext>
            </a:extLst>
          </p:cNvPr>
          <p:cNvSpPr>
            <a:spLocks/>
          </p:cNvSpPr>
          <p:nvPr/>
        </p:nvSpPr>
        <p:spPr>
          <a:xfrm>
            <a:off x="284232" y="3625776"/>
            <a:ext cx="2426901" cy="603081"/>
          </a:xfrm>
          <a:prstGeom prst="roundRect">
            <a:avLst>
              <a:gd name="adj" fmla="val 4834"/>
            </a:avLst>
          </a:prstGeom>
          <a:solidFill>
            <a:srgbClr val="FFFFFF"/>
          </a:solidFill>
          <a:ln w="7288">
            <a:solidFill>
              <a:srgbClr val="C3CFE7"/>
            </a:solidFill>
            <a:prstDash val="solid"/>
          </a:ln>
        </p:spPr>
      </p:sp>
      <p:sp>
        <p:nvSpPr>
          <p:cNvPr id="11" name="p4_path_11">
            <a:extLst>
              <a:ext uri="{FF2B5EF4-FFF2-40B4-BE49-F238E27FC236}">
                <a16:creationId xmlns:a16="http://schemas.microsoft.com/office/drawing/2014/main" id="{2521A927-13FC-43C5-9756-231921FA75D5}"/>
              </a:ext>
            </a:extLst>
          </p:cNvPr>
          <p:cNvSpPr>
            <a:spLocks/>
          </p:cNvSpPr>
          <p:nvPr/>
        </p:nvSpPr>
        <p:spPr>
          <a:xfrm>
            <a:off x="349824" y="3937442"/>
            <a:ext cx="2281141" cy="183577"/>
          </a:xfrm>
          <a:custGeom>
            <a:avLst/>
            <a:gdLst/>
            <a:ahLst/>
            <a:cxnLst/>
            <a:rect l="0" t="0" r="0" b="0"/>
            <a:pathLst>
              <a:path w="2981325" h="239924">
                <a:moveTo>
                  <a:pt x="0" y="114656"/>
                </a:moveTo>
                <a:lnTo>
                  <a:pt x="30114" y="156800"/>
                </a:lnTo>
                <a:lnTo>
                  <a:pt x="60229" y="186408"/>
                </a:lnTo>
                <a:lnTo>
                  <a:pt x="90343" y="205733"/>
                </a:lnTo>
                <a:lnTo>
                  <a:pt x="120458" y="207277"/>
                </a:lnTo>
                <a:lnTo>
                  <a:pt x="150572" y="202974"/>
                </a:lnTo>
                <a:lnTo>
                  <a:pt x="180686" y="209370"/>
                </a:lnTo>
                <a:lnTo>
                  <a:pt x="210801" y="183412"/>
                </a:lnTo>
                <a:lnTo>
                  <a:pt x="240915" y="177170"/>
                </a:lnTo>
                <a:lnTo>
                  <a:pt x="271030" y="172487"/>
                </a:lnTo>
                <a:lnTo>
                  <a:pt x="301144" y="159625"/>
                </a:lnTo>
                <a:lnTo>
                  <a:pt x="331258" y="165181"/>
                </a:lnTo>
                <a:lnTo>
                  <a:pt x="361373" y="163801"/>
                </a:lnTo>
                <a:lnTo>
                  <a:pt x="391487" y="173325"/>
                </a:lnTo>
                <a:lnTo>
                  <a:pt x="421602" y="176116"/>
                </a:lnTo>
                <a:lnTo>
                  <a:pt x="451716" y="177018"/>
                </a:lnTo>
                <a:lnTo>
                  <a:pt x="481830" y="177029"/>
                </a:lnTo>
                <a:lnTo>
                  <a:pt x="511945" y="159028"/>
                </a:lnTo>
                <a:lnTo>
                  <a:pt x="542059" y="132545"/>
                </a:lnTo>
                <a:lnTo>
                  <a:pt x="572173" y="117218"/>
                </a:lnTo>
                <a:lnTo>
                  <a:pt x="602288" y="80894"/>
                </a:lnTo>
                <a:lnTo>
                  <a:pt x="632402" y="55662"/>
                </a:lnTo>
                <a:lnTo>
                  <a:pt x="662517" y="23809"/>
                </a:lnTo>
                <a:lnTo>
                  <a:pt x="692631" y="14040"/>
                </a:lnTo>
                <a:lnTo>
                  <a:pt x="722745" y="11344"/>
                </a:lnTo>
                <a:lnTo>
                  <a:pt x="752860" y="21709"/>
                </a:lnTo>
                <a:lnTo>
                  <a:pt x="782974" y="31014"/>
                </a:lnTo>
                <a:lnTo>
                  <a:pt x="813089" y="44386"/>
                </a:lnTo>
                <a:lnTo>
                  <a:pt x="843203" y="66145"/>
                </a:lnTo>
                <a:lnTo>
                  <a:pt x="873317" y="92042"/>
                </a:lnTo>
                <a:lnTo>
                  <a:pt x="903432" y="103865"/>
                </a:lnTo>
                <a:lnTo>
                  <a:pt x="933546" y="110120"/>
                </a:lnTo>
                <a:lnTo>
                  <a:pt x="963661" y="95775"/>
                </a:lnTo>
                <a:lnTo>
                  <a:pt x="993775" y="89806"/>
                </a:lnTo>
                <a:lnTo>
                  <a:pt x="1023889" y="92686"/>
                </a:lnTo>
                <a:lnTo>
                  <a:pt x="1054004" y="89614"/>
                </a:lnTo>
                <a:lnTo>
                  <a:pt x="1084118" y="106673"/>
                </a:lnTo>
                <a:lnTo>
                  <a:pt x="1114233" y="110372"/>
                </a:lnTo>
                <a:lnTo>
                  <a:pt x="1144347" y="136536"/>
                </a:lnTo>
                <a:lnTo>
                  <a:pt x="1174461" y="164101"/>
                </a:lnTo>
                <a:lnTo>
                  <a:pt x="1204576" y="194219"/>
                </a:lnTo>
                <a:lnTo>
                  <a:pt x="1234690" y="214553"/>
                </a:lnTo>
                <a:lnTo>
                  <a:pt x="1264805" y="239924"/>
                </a:lnTo>
                <a:lnTo>
                  <a:pt x="1294919" y="232532"/>
                </a:lnTo>
                <a:lnTo>
                  <a:pt x="1325033" y="236978"/>
                </a:lnTo>
                <a:lnTo>
                  <a:pt x="1355148" y="212501"/>
                </a:lnTo>
                <a:lnTo>
                  <a:pt x="1385262" y="195259"/>
                </a:lnTo>
                <a:lnTo>
                  <a:pt x="1415377" y="175902"/>
                </a:lnTo>
                <a:lnTo>
                  <a:pt x="1445491" y="136567"/>
                </a:lnTo>
                <a:lnTo>
                  <a:pt x="1475605" y="124823"/>
                </a:lnTo>
                <a:lnTo>
                  <a:pt x="1505720" y="104341"/>
                </a:lnTo>
                <a:lnTo>
                  <a:pt x="1535834" y="97751"/>
                </a:lnTo>
                <a:lnTo>
                  <a:pt x="1565948" y="95104"/>
                </a:lnTo>
                <a:lnTo>
                  <a:pt x="1596063" y="97062"/>
                </a:lnTo>
                <a:lnTo>
                  <a:pt x="1626177" y="111619"/>
                </a:lnTo>
                <a:lnTo>
                  <a:pt x="1656292" y="99750"/>
                </a:lnTo>
                <a:lnTo>
                  <a:pt x="1686406" y="96645"/>
                </a:lnTo>
                <a:lnTo>
                  <a:pt x="1716520" y="96011"/>
                </a:lnTo>
                <a:lnTo>
                  <a:pt x="1746635" y="78396"/>
                </a:lnTo>
                <a:lnTo>
                  <a:pt x="1776749" y="48607"/>
                </a:lnTo>
                <a:lnTo>
                  <a:pt x="1806864" y="22653"/>
                </a:lnTo>
                <a:lnTo>
                  <a:pt x="1836978" y="9128"/>
                </a:lnTo>
                <a:lnTo>
                  <a:pt x="1867092" y="0"/>
                </a:lnTo>
                <a:lnTo>
                  <a:pt x="1897207" y="6313"/>
                </a:lnTo>
                <a:lnTo>
                  <a:pt x="1927321" y="19857"/>
                </a:lnTo>
                <a:lnTo>
                  <a:pt x="1957436" y="39034"/>
                </a:lnTo>
                <a:lnTo>
                  <a:pt x="1987550" y="74963"/>
                </a:lnTo>
                <a:lnTo>
                  <a:pt x="2017664" y="97895"/>
                </a:lnTo>
                <a:lnTo>
                  <a:pt x="2047779" y="138276"/>
                </a:lnTo>
                <a:lnTo>
                  <a:pt x="2077893" y="148948"/>
                </a:lnTo>
                <a:lnTo>
                  <a:pt x="2108008" y="174910"/>
                </a:lnTo>
                <a:lnTo>
                  <a:pt x="2138122" y="183122"/>
                </a:lnTo>
                <a:lnTo>
                  <a:pt x="2168236" y="172616"/>
                </a:lnTo>
                <a:lnTo>
                  <a:pt x="2198351" y="164340"/>
                </a:lnTo>
                <a:lnTo>
                  <a:pt x="2228465" y="153618"/>
                </a:lnTo>
                <a:lnTo>
                  <a:pt x="2258580" y="153819"/>
                </a:lnTo>
                <a:lnTo>
                  <a:pt x="2288694" y="161823"/>
                </a:lnTo>
                <a:lnTo>
                  <a:pt x="2318808" y="163100"/>
                </a:lnTo>
                <a:lnTo>
                  <a:pt x="2348923" y="183768"/>
                </a:lnTo>
                <a:lnTo>
                  <a:pt x="2379037" y="197234"/>
                </a:lnTo>
                <a:lnTo>
                  <a:pt x="2409152" y="203164"/>
                </a:lnTo>
                <a:lnTo>
                  <a:pt x="2439266" y="220775"/>
                </a:lnTo>
                <a:lnTo>
                  <a:pt x="2469380" y="207647"/>
                </a:lnTo>
                <a:lnTo>
                  <a:pt x="2499495" y="198830"/>
                </a:lnTo>
                <a:lnTo>
                  <a:pt x="2529609" y="182518"/>
                </a:lnTo>
                <a:lnTo>
                  <a:pt x="2559723" y="153448"/>
                </a:lnTo>
                <a:lnTo>
                  <a:pt x="2589838" y="129629"/>
                </a:lnTo>
                <a:lnTo>
                  <a:pt x="2619952" y="84909"/>
                </a:lnTo>
                <a:lnTo>
                  <a:pt x="2650067" y="70184"/>
                </a:lnTo>
                <a:lnTo>
                  <a:pt x="2680181" y="46907"/>
                </a:lnTo>
                <a:lnTo>
                  <a:pt x="2710295" y="38027"/>
                </a:lnTo>
                <a:lnTo>
                  <a:pt x="2740410" y="26188"/>
                </a:lnTo>
                <a:lnTo>
                  <a:pt x="2770524" y="43673"/>
                </a:lnTo>
                <a:lnTo>
                  <a:pt x="2800639" y="48511"/>
                </a:lnTo>
                <a:lnTo>
                  <a:pt x="2830753" y="56186"/>
                </a:lnTo>
                <a:lnTo>
                  <a:pt x="2860867" y="76958"/>
                </a:lnTo>
                <a:lnTo>
                  <a:pt x="2890982" y="74503"/>
                </a:lnTo>
                <a:lnTo>
                  <a:pt x="2921096" y="80070"/>
                </a:lnTo>
                <a:lnTo>
                  <a:pt x="2951211" y="74264"/>
                </a:lnTo>
                <a:lnTo>
                  <a:pt x="2981325" y="60718"/>
                </a:lnTo>
              </a:path>
            </a:pathLst>
          </a:custGeom>
          <a:noFill/>
          <a:ln w="13847">
            <a:solidFill>
              <a:srgbClr val="394D93"/>
            </a:solidFill>
            <a:prstDash val="solid"/>
          </a:ln>
        </p:spPr>
      </p:sp>
      <p:sp>
        <p:nvSpPr>
          <p:cNvPr id="12" name="p4_rect_12">
            <a:extLst>
              <a:ext uri="{FF2B5EF4-FFF2-40B4-BE49-F238E27FC236}">
                <a16:creationId xmlns:a16="http://schemas.microsoft.com/office/drawing/2014/main" id="{09DF2B55-52FE-4FC3-B738-5AC1522B2A48}"/>
              </a:ext>
            </a:extLst>
          </p:cNvPr>
          <p:cNvSpPr>
            <a:spLocks/>
          </p:cNvSpPr>
          <p:nvPr/>
        </p:nvSpPr>
        <p:spPr>
          <a:xfrm>
            <a:off x="284232" y="4287161"/>
            <a:ext cx="2426901" cy="603081"/>
          </a:xfrm>
          <a:prstGeom prst="roundRect">
            <a:avLst>
              <a:gd name="adj" fmla="val 4834"/>
            </a:avLst>
          </a:prstGeom>
          <a:solidFill>
            <a:srgbClr val="FFFFFF"/>
          </a:solidFill>
          <a:ln w="7288">
            <a:solidFill>
              <a:srgbClr val="C3CFE7"/>
            </a:solidFill>
            <a:prstDash val="solid"/>
          </a:ln>
        </p:spPr>
      </p:sp>
      <p:sp>
        <p:nvSpPr>
          <p:cNvPr id="13" name="p4_path_13">
            <a:extLst>
              <a:ext uri="{FF2B5EF4-FFF2-40B4-BE49-F238E27FC236}">
                <a16:creationId xmlns:a16="http://schemas.microsoft.com/office/drawing/2014/main" id="{E48BF47D-7DC9-4A8D-AEC5-3EE4A57B1C3F}"/>
              </a:ext>
            </a:extLst>
          </p:cNvPr>
          <p:cNvSpPr>
            <a:spLocks/>
          </p:cNvSpPr>
          <p:nvPr/>
        </p:nvSpPr>
        <p:spPr>
          <a:xfrm>
            <a:off x="349824" y="4610725"/>
            <a:ext cx="2281141" cy="169589"/>
          </a:xfrm>
          <a:custGeom>
            <a:avLst/>
            <a:gdLst/>
            <a:ahLst/>
            <a:cxnLst/>
            <a:rect l="0" t="0" r="0" b="0"/>
            <a:pathLst>
              <a:path w="2981325" h="221644">
                <a:moveTo>
                  <a:pt x="0" y="69050"/>
                </a:moveTo>
                <a:lnTo>
                  <a:pt x="30114" y="185109"/>
                </a:lnTo>
                <a:lnTo>
                  <a:pt x="60229" y="167245"/>
                </a:lnTo>
                <a:lnTo>
                  <a:pt x="90343" y="221644"/>
                </a:lnTo>
                <a:lnTo>
                  <a:pt x="120458" y="107070"/>
                </a:lnTo>
                <a:lnTo>
                  <a:pt x="150572" y="203314"/>
                </a:lnTo>
                <a:lnTo>
                  <a:pt x="180686" y="117824"/>
                </a:lnTo>
                <a:lnTo>
                  <a:pt x="210801" y="50974"/>
                </a:lnTo>
                <a:lnTo>
                  <a:pt x="240915" y="25678"/>
                </a:lnTo>
                <a:lnTo>
                  <a:pt x="271030" y="123118"/>
                </a:lnTo>
                <a:lnTo>
                  <a:pt x="301144" y="106407"/>
                </a:lnTo>
                <a:lnTo>
                  <a:pt x="331258" y="43896"/>
                </a:lnTo>
                <a:lnTo>
                  <a:pt x="361373" y="41087"/>
                </a:lnTo>
                <a:lnTo>
                  <a:pt x="391487" y="71873"/>
                </a:lnTo>
                <a:lnTo>
                  <a:pt x="421602" y="104594"/>
                </a:lnTo>
                <a:lnTo>
                  <a:pt x="451716" y="154921"/>
                </a:lnTo>
                <a:lnTo>
                  <a:pt x="481830" y="180058"/>
                </a:lnTo>
                <a:lnTo>
                  <a:pt x="511945" y="149741"/>
                </a:lnTo>
                <a:lnTo>
                  <a:pt x="542059" y="164040"/>
                </a:lnTo>
                <a:lnTo>
                  <a:pt x="572173" y="209023"/>
                </a:lnTo>
                <a:lnTo>
                  <a:pt x="602288" y="128406"/>
                </a:lnTo>
                <a:lnTo>
                  <a:pt x="632402" y="120235"/>
                </a:lnTo>
                <a:lnTo>
                  <a:pt x="662517" y="41309"/>
                </a:lnTo>
                <a:lnTo>
                  <a:pt x="692631" y="102247"/>
                </a:lnTo>
                <a:lnTo>
                  <a:pt x="722745" y="93944"/>
                </a:lnTo>
                <a:lnTo>
                  <a:pt x="752860" y="21480"/>
                </a:lnTo>
                <a:lnTo>
                  <a:pt x="782974" y="0"/>
                </a:lnTo>
                <a:lnTo>
                  <a:pt x="813089" y="119653"/>
                </a:lnTo>
                <a:lnTo>
                  <a:pt x="843203" y="28450"/>
                </a:lnTo>
                <a:lnTo>
                  <a:pt x="873317" y="99482"/>
                </a:lnTo>
                <a:lnTo>
                  <a:pt x="903432" y="126405"/>
                </a:lnTo>
                <a:lnTo>
                  <a:pt x="933546" y="101785"/>
                </a:lnTo>
                <a:lnTo>
                  <a:pt x="963661" y="114697"/>
                </a:lnTo>
                <a:lnTo>
                  <a:pt x="993775" y="182344"/>
                </a:lnTo>
                <a:lnTo>
                  <a:pt x="1023889" y="191260"/>
                </a:lnTo>
                <a:lnTo>
                  <a:pt x="1054004" y="79655"/>
                </a:lnTo>
                <a:lnTo>
                  <a:pt x="1084118" y="122089"/>
                </a:lnTo>
                <a:lnTo>
                  <a:pt x="1114233" y="137215"/>
                </a:lnTo>
                <a:lnTo>
                  <a:pt x="1144347" y="26875"/>
                </a:lnTo>
                <a:lnTo>
                  <a:pt x="1174461" y="55236"/>
                </a:lnTo>
                <a:lnTo>
                  <a:pt x="1204576" y="20459"/>
                </a:lnTo>
                <a:lnTo>
                  <a:pt x="1234690" y="23639"/>
                </a:lnTo>
                <a:lnTo>
                  <a:pt x="1264805" y="68737"/>
                </a:lnTo>
                <a:lnTo>
                  <a:pt x="1294919" y="120545"/>
                </a:lnTo>
                <a:lnTo>
                  <a:pt x="1325033" y="94961"/>
                </a:lnTo>
                <a:lnTo>
                  <a:pt x="1355148" y="99390"/>
                </a:lnTo>
                <a:lnTo>
                  <a:pt x="1385262" y="210835"/>
                </a:lnTo>
                <a:lnTo>
                  <a:pt x="1415377" y="184095"/>
                </a:lnTo>
                <a:lnTo>
                  <a:pt x="1445491" y="145785"/>
                </a:lnTo>
                <a:lnTo>
                  <a:pt x="1475605" y="210747"/>
                </a:lnTo>
                <a:lnTo>
                  <a:pt x="1505720" y="118825"/>
                </a:lnTo>
                <a:lnTo>
                  <a:pt x="1535834" y="50828"/>
                </a:lnTo>
                <a:lnTo>
                  <a:pt x="1565948" y="35200"/>
                </a:lnTo>
                <a:lnTo>
                  <a:pt x="1596063" y="104370"/>
                </a:lnTo>
                <a:lnTo>
                  <a:pt x="1626177" y="51624"/>
                </a:lnTo>
                <a:lnTo>
                  <a:pt x="1656292" y="42062"/>
                </a:lnTo>
                <a:lnTo>
                  <a:pt x="1686406" y="14320"/>
                </a:lnTo>
                <a:lnTo>
                  <a:pt x="1716520" y="71412"/>
                </a:lnTo>
                <a:lnTo>
                  <a:pt x="1746635" y="64874"/>
                </a:lnTo>
                <a:lnTo>
                  <a:pt x="1776749" y="68057"/>
                </a:lnTo>
                <a:lnTo>
                  <a:pt x="1806864" y="180060"/>
                </a:lnTo>
                <a:lnTo>
                  <a:pt x="1836978" y="200477"/>
                </a:lnTo>
                <a:lnTo>
                  <a:pt x="1867092" y="118931"/>
                </a:lnTo>
                <a:lnTo>
                  <a:pt x="1897207" y="159757"/>
                </a:lnTo>
                <a:lnTo>
                  <a:pt x="1927321" y="164846"/>
                </a:lnTo>
                <a:lnTo>
                  <a:pt x="1957436" y="156836"/>
                </a:lnTo>
                <a:lnTo>
                  <a:pt x="1987550" y="62120"/>
                </a:lnTo>
                <a:lnTo>
                  <a:pt x="2017664" y="44195"/>
                </a:lnTo>
                <a:lnTo>
                  <a:pt x="2047779" y="60956"/>
                </a:lnTo>
                <a:lnTo>
                  <a:pt x="2077893" y="83547"/>
                </a:lnTo>
                <a:lnTo>
                  <a:pt x="2108008" y="49837"/>
                </a:lnTo>
                <a:lnTo>
                  <a:pt x="2138122" y="66256"/>
                </a:lnTo>
                <a:lnTo>
                  <a:pt x="2168236" y="132194"/>
                </a:lnTo>
                <a:lnTo>
                  <a:pt x="2198351" y="182331"/>
                </a:lnTo>
                <a:lnTo>
                  <a:pt x="2228465" y="122790"/>
                </a:lnTo>
                <a:lnTo>
                  <a:pt x="2258580" y="213029"/>
                </a:lnTo>
                <a:lnTo>
                  <a:pt x="2288694" y="128786"/>
                </a:lnTo>
                <a:lnTo>
                  <a:pt x="2318808" y="131493"/>
                </a:lnTo>
                <a:lnTo>
                  <a:pt x="2348923" y="203125"/>
                </a:lnTo>
                <a:lnTo>
                  <a:pt x="2379037" y="147428"/>
                </a:lnTo>
                <a:lnTo>
                  <a:pt x="2409152" y="53015"/>
                </a:lnTo>
                <a:lnTo>
                  <a:pt x="2439266" y="7015"/>
                </a:lnTo>
                <a:lnTo>
                  <a:pt x="2469380" y="20593"/>
                </a:lnTo>
                <a:lnTo>
                  <a:pt x="2499495" y="82898"/>
                </a:lnTo>
                <a:lnTo>
                  <a:pt x="2529609" y="78006"/>
                </a:lnTo>
                <a:lnTo>
                  <a:pt x="2559723" y="20369"/>
                </a:lnTo>
                <a:lnTo>
                  <a:pt x="2589838" y="83135"/>
                </a:lnTo>
                <a:lnTo>
                  <a:pt x="2619952" y="143112"/>
                </a:lnTo>
                <a:lnTo>
                  <a:pt x="2650067" y="124584"/>
                </a:lnTo>
                <a:lnTo>
                  <a:pt x="2680181" y="133368"/>
                </a:lnTo>
                <a:lnTo>
                  <a:pt x="2710295" y="146960"/>
                </a:lnTo>
                <a:lnTo>
                  <a:pt x="2740410" y="126519"/>
                </a:lnTo>
                <a:lnTo>
                  <a:pt x="2770524" y="201888"/>
                </a:lnTo>
                <a:lnTo>
                  <a:pt x="2800639" y="92140"/>
                </a:lnTo>
                <a:lnTo>
                  <a:pt x="2830753" y="127994"/>
                </a:lnTo>
                <a:lnTo>
                  <a:pt x="2860867" y="103772"/>
                </a:lnTo>
                <a:lnTo>
                  <a:pt x="2890982" y="47390"/>
                </a:lnTo>
                <a:lnTo>
                  <a:pt x="2921096" y="11545"/>
                </a:lnTo>
                <a:lnTo>
                  <a:pt x="2951211" y="43543"/>
                </a:lnTo>
                <a:lnTo>
                  <a:pt x="2981325" y="28821"/>
                </a:lnTo>
              </a:path>
            </a:pathLst>
          </a:custGeom>
          <a:noFill/>
          <a:ln w="13847">
            <a:solidFill>
              <a:srgbClr val="394D93"/>
            </a:solidFill>
            <a:prstDash val="solid"/>
          </a:ln>
        </p:spPr>
      </p:sp>
      <p:sp>
        <p:nvSpPr>
          <p:cNvPr id="14" name="p4_path_14">
            <a:extLst>
              <a:ext uri="{FF2B5EF4-FFF2-40B4-BE49-F238E27FC236}">
                <a16:creationId xmlns:a16="http://schemas.microsoft.com/office/drawing/2014/main" id="{1A920FD6-6768-4999-81E2-0DF686F3A079}"/>
              </a:ext>
            </a:extLst>
          </p:cNvPr>
          <p:cNvSpPr>
            <a:spLocks/>
          </p:cNvSpPr>
          <p:nvPr/>
        </p:nvSpPr>
        <p:spPr>
          <a:xfrm>
            <a:off x="3243156" y="3272308"/>
            <a:ext cx="655919" cy="729"/>
          </a:xfrm>
          <a:custGeom>
            <a:avLst/>
            <a:gdLst/>
            <a:ahLst/>
            <a:cxnLst/>
            <a:rect l="0" t="0" r="0" b="0"/>
            <a:pathLst>
              <a:path w="857250" h="953">
                <a:moveTo>
                  <a:pt x="0" y="0"/>
                </a:moveTo>
                <a:lnTo>
                  <a:pt x="857250" y="0"/>
                </a:lnTo>
              </a:path>
            </a:pathLst>
          </a:custGeom>
          <a:noFill/>
          <a:ln w="18220">
            <a:solidFill>
              <a:srgbClr val="394D93"/>
            </a:solidFill>
            <a:prstDash val="solid"/>
          </a:ln>
        </p:spPr>
      </p:sp>
      <p:sp>
        <p:nvSpPr>
          <p:cNvPr id="15" name="p4_path_15">
            <a:extLst>
              <a:ext uri="{FF2B5EF4-FFF2-40B4-BE49-F238E27FC236}">
                <a16:creationId xmlns:a16="http://schemas.microsoft.com/office/drawing/2014/main" id="{FACC38BD-ED00-4A74-B12C-2E319C8D8761}"/>
              </a:ext>
            </a:extLst>
          </p:cNvPr>
          <p:cNvSpPr>
            <a:spLocks/>
          </p:cNvSpPr>
          <p:nvPr/>
        </p:nvSpPr>
        <p:spPr>
          <a:xfrm>
            <a:off x="3811620" y="3233828"/>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6" name="p4_rect_16">
            <a:extLst>
              <a:ext uri="{FF2B5EF4-FFF2-40B4-BE49-F238E27FC236}">
                <a16:creationId xmlns:a16="http://schemas.microsoft.com/office/drawing/2014/main" id="{066ABD04-F25D-40AC-B046-2A316F353BBA}"/>
              </a:ext>
            </a:extLst>
          </p:cNvPr>
          <p:cNvSpPr>
            <a:spLocks/>
          </p:cNvSpPr>
          <p:nvPr/>
        </p:nvSpPr>
        <p:spPr>
          <a:xfrm>
            <a:off x="4059411" y="1166079"/>
            <a:ext cx="4904818" cy="3986531"/>
          </a:xfrm>
          <a:prstGeom prst="roundRect">
            <a:avLst>
              <a:gd name="adj" fmla="val 2559"/>
            </a:avLst>
          </a:prstGeom>
          <a:gradFill>
            <a:gsLst>
              <a:gs pos="0">
                <a:srgbClr val="FEFEFF"/>
              </a:gs>
              <a:gs pos="100000">
                <a:srgbClr val="EDF0F8"/>
              </a:gs>
            </a:gsLst>
            <a:lin ang="5400000"/>
          </a:gradFill>
          <a:ln w="12390">
            <a:solidFill>
              <a:srgbClr val="172956"/>
            </a:solidFill>
            <a:prstDash val="solid"/>
          </a:ln>
        </p:spPr>
      </p:sp>
      <p:sp>
        <p:nvSpPr>
          <p:cNvPr id="17" name="p4_rect_17">
            <a:extLst>
              <a:ext uri="{FF2B5EF4-FFF2-40B4-BE49-F238E27FC236}">
                <a16:creationId xmlns:a16="http://schemas.microsoft.com/office/drawing/2014/main" id="{418ABCC8-80D5-410F-89FD-F5CB44F04FBF}"/>
              </a:ext>
            </a:extLst>
          </p:cNvPr>
          <p:cNvSpPr>
            <a:spLocks/>
          </p:cNvSpPr>
          <p:nvPr/>
        </p:nvSpPr>
        <p:spPr>
          <a:xfrm>
            <a:off x="4212459" y="1916742"/>
            <a:ext cx="4591435" cy="1916742"/>
          </a:xfrm>
          <a:prstGeom prst="roundRect">
            <a:avLst>
              <a:gd name="adj" fmla="val 3042"/>
            </a:avLst>
          </a:prstGeom>
          <a:solidFill>
            <a:srgbClr val="FFFFFF"/>
          </a:solidFill>
          <a:ln w="7288">
            <a:solidFill>
              <a:srgbClr val="C3CFE7"/>
            </a:solidFill>
            <a:prstDash val="solid"/>
          </a:ln>
        </p:spPr>
      </p:sp>
      <p:sp>
        <p:nvSpPr>
          <p:cNvPr id="18" name="p4_path_18">
            <a:extLst>
              <a:ext uri="{FF2B5EF4-FFF2-40B4-BE49-F238E27FC236}">
                <a16:creationId xmlns:a16="http://schemas.microsoft.com/office/drawing/2014/main" id="{A5AFE863-58F5-45C6-8981-531CCF3D9EB8}"/>
              </a:ext>
            </a:extLst>
          </p:cNvPr>
          <p:cNvSpPr>
            <a:spLocks/>
          </p:cNvSpPr>
          <p:nvPr/>
        </p:nvSpPr>
        <p:spPr>
          <a:xfrm>
            <a:off x="4372795" y="2346733"/>
            <a:ext cx="729" cy="1224383"/>
          </a:xfrm>
          <a:custGeom>
            <a:avLst/>
            <a:gdLst/>
            <a:ahLst/>
            <a:cxnLst/>
            <a:rect l="0" t="0" r="0" b="0"/>
            <a:pathLst>
              <a:path w="953" h="1600200">
                <a:moveTo>
                  <a:pt x="0" y="0"/>
                </a:moveTo>
                <a:lnTo>
                  <a:pt x="0" y="1600200"/>
                </a:lnTo>
              </a:path>
            </a:pathLst>
          </a:custGeom>
          <a:noFill/>
          <a:ln w="8746">
            <a:solidFill>
              <a:srgbClr val="8599C3"/>
            </a:solidFill>
            <a:prstDash val="solid"/>
          </a:ln>
        </p:spPr>
      </p:sp>
      <p:sp>
        <p:nvSpPr>
          <p:cNvPr id="19" name="p4_path_19">
            <a:extLst>
              <a:ext uri="{FF2B5EF4-FFF2-40B4-BE49-F238E27FC236}">
                <a16:creationId xmlns:a16="http://schemas.microsoft.com/office/drawing/2014/main" id="{094FADFD-A825-4A82-BC69-AF487584BE2D}"/>
              </a:ext>
            </a:extLst>
          </p:cNvPr>
          <p:cNvSpPr>
            <a:spLocks/>
          </p:cNvSpPr>
          <p:nvPr/>
        </p:nvSpPr>
        <p:spPr>
          <a:xfrm>
            <a:off x="4372795" y="3571116"/>
            <a:ext cx="4256187" cy="729"/>
          </a:xfrm>
          <a:custGeom>
            <a:avLst/>
            <a:gdLst/>
            <a:ahLst/>
            <a:cxnLst/>
            <a:rect l="0" t="0" r="0" b="0"/>
            <a:pathLst>
              <a:path w="5562600" h="953">
                <a:moveTo>
                  <a:pt x="0" y="0"/>
                </a:moveTo>
                <a:lnTo>
                  <a:pt x="5562600" y="0"/>
                </a:lnTo>
              </a:path>
            </a:pathLst>
          </a:custGeom>
          <a:noFill/>
          <a:ln w="8746">
            <a:solidFill>
              <a:srgbClr val="8599C3"/>
            </a:solidFill>
            <a:prstDash val="solid"/>
          </a:ln>
        </p:spPr>
      </p:sp>
      <p:sp>
        <p:nvSpPr>
          <p:cNvPr id="20" name="p4_rect_20">
            <a:extLst>
              <a:ext uri="{FF2B5EF4-FFF2-40B4-BE49-F238E27FC236}">
                <a16:creationId xmlns:a16="http://schemas.microsoft.com/office/drawing/2014/main" id="{214B45A4-A8F0-4E51-9BDD-BF5BA781326A}"/>
              </a:ext>
            </a:extLst>
          </p:cNvPr>
          <p:cNvSpPr>
            <a:spLocks/>
          </p:cNvSpPr>
          <p:nvPr/>
        </p:nvSpPr>
        <p:spPr>
          <a:xfrm>
            <a:off x="7222400" y="2346733"/>
            <a:ext cx="1406582" cy="1224383"/>
          </a:xfrm>
          <a:prstGeom prst="rect">
            <a:avLst/>
          </a:prstGeom>
          <a:solidFill>
            <a:srgbClr val="F7EDF4"/>
          </a:solidFill>
          <a:ln w="0">
            <a:noFill/>
            <a:prstDash val="solid"/>
          </a:ln>
        </p:spPr>
      </p:sp>
      <p:sp>
        <p:nvSpPr>
          <p:cNvPr id="21" name="p4_path_21">
            <a:extLst>
              <a:ext uri="{FF2B5EF4-FFF2-40B4-BE49-F238E27FC236}">
                <a16:creationId xmlns:a16="http://schemas.microsoft.com/office/drawing/2014/main" id="{FE8945BE-21D5-451C-9081-61026395994E}"/>
              </a:ext>
            </a:extLst>
          </p:cNvPr>
          <p:cNvSpPr>
            <a:spLocks/>
          </p:cNvSpPr>
          <p:nvPr/>
        </p:nvSpPr>
        <p:spPr>
          <a:xfrm>
            <a:off x="4372795" y="2722772"/>
            <a:ext cx="2842317" cy="552732"/>
          </a:xfrm>
          <a:custGeom>
            <a:avLst/>
            <a:gdLst/>
            <a:ahLst/>
            <a:cxnLst/>
            <a:rect l="0" t="0" r="0" b="0"/>
            <a:pathLst>
              <a:path w="3714750" h="722390">
                <a:moveTo>
                  <a:pt x="0" y="230225"/>
                </a:moveTo>
                <a:lnTo>
                  <a:pt x="37523" y="287348"/>
                </a:lnTo>
                <a:lnTo>
                  <a:pt x="75045" y="587106"/>
                </a:lnTo>
                <a:lnTo>
                  <a:pt x="112568" y="679096"/>
                </a:lnTo>
                <a:lnTo>
                  <a:pt x="150091" y="624233"/>
                </a:lnTo>
                <a:lnTo>
                  <a:pt x="187614" y="523388"/>
                </a:lnTo>
                <a:lnTo>
                  <a:pt x="225136" y="286980"/>
                </a:lnTo>
                <a:lnTo>
                  <a:pt x="262659" y="547770"/>
                </a:lnTo>
                <a:lnTo>
                  <a:pt x="300182" y="389536"/>
                </a:lnTo>
                <a:lnTo>
                  <a:pt x="337705" y="161340"/>
                </a:lnTo>
                <a:lnTo>
                  <a:pt x="375227" y="69288"/>
                </a:lnTo>
                <a:lnTo>
                  <a:pt x="412750" y="196786"/>
                </a:lnTo>
                <a:lnTo>
                  <a:pt x="450273" y="314175"/>
                </a:lnTo>
                <a:lnTo>
                  <a:pt x="487795" y="149352"/>
                </a:lnTo>
                <a:lnTo>
                  <a:pt x="525318" y="216588"/>
                </a:lnTo>
                <a:lnTo>
                  <a:pt x="562841" y="352895"/>
                </a:lnTo>
                <a:lnTo>
                  <a:pt x="600364" y="506652"/>
                </a:lnTo>
                <a:lnTo>
                  <a:pt x="637886" y="641544"/>
                </a:lnTo>
                <a:lnTo>
                  <a:pt x="675409" y="722390"/>
                </a:lnTo>
                <a:lnTo>
                  <a:pt x="712932" y="322108"/>
                </a:lnTo>
                <a:lnTo>
                  <a:pt x="750455" y="530726"/>
                </a:lnTo>
                <a:lnTo>
                  <a:pt x="787977" y="418235"/>
                </a:lnTo>
                <a:lnTo>
                  <a:pt x="825500" y="455044"/>
                </a:lnTo>
                <a:lnTo>
                  <a:pt x="863023" y="244599"/>
                </a:lnTo>
                <a:lnTo>
                  <a:pt x="900545" y="277878"/>
                </a:lnTo>
                <a:lnTo>
                  <a:pt x="938068" y="94200"/>
                </a:lnTo>
                <a:lnTo>
                  <a:pt x="975591" y="0"/>
                </a:lnTo>
                <a:lnTo>
                  <a:pt x="1013114" y="41608"/>
                </a:lnTo>
                <a:lnTo>
                  <a:pt x="1050636" y="200613"/>
                </a:lnTo>
                <a:lnTo>
                  <a:pt x="1088159" y="504201"/>
                </a:lnTo>
                <a:lnTo>
                  <a:pt x="1125682" y="278219"/>
                </a:lnTo>
                <a:lnTo>
                  <a:pt x="1163205" y="698197"/>
                </a:lnTo>
                <a:lnTo>
                  <a:pt x="1200727" y="405730"/>
                </a:lnTo>
                <a:lnTo>
                  <a:pt x="1238250" y="652672"/>
                </a:lnTo>
                <a:lnTo>
                  <a:pt x="1275773" y="586431"/>
                </a:lnTo>
                <a:lnTo>
                  <a:pt x="1313295" y="288631"/>
                </a:lnTo>
                <a:lnTo>
                  <a:pt x="1350818" y="148909"/>
                </a:lnTo>
                <a:lnTo>
                  <a:pt x="1388341" y="253796"/>
                </a:lnTo>
                <a:lnTo>
                  <a:pt x="1425864" y="285698"/>
                </a:lnTo>
                <a:lnTo>
                  <a:pt x="1463386" y="41000"/>
                </a:lnTo>
                <a:lnTo>
                  <a:pt x="1500909" y="203019"/>
                </a:lnTo>
                <a:lnTo>
                  <a:pt x="1538432" y="182990"/>
                </a:lnTo>
                <a:lnTo>
                  <a:pt x="1575955" y="220814"/>
                </a:lnTo>
                <a:lnTo>
                  <a:pt x="1613477" y="353599"/>
                </a:lnTo>
                <a:lnTo>
                  <a:pt x="1651000" y="349601"/>
                </a:lnTo>
                <a:lnTo>
                  <a:pt x="1688523" y="313094"/>
                </a:lnTo>
                <a:lnTo>
                  <a:pt x="1726045" y="644513"/>
                </a:lnTo>
                <a:lnTo>
                  <a:pt x="1763568" y="401984"/>
                </a:lnTo>
                <a:lnTo>
                  <a:pt x="1801091" y="656940"/>
                </a:lnTo>
                <a:lnTo>
                  <a:pt x="1838614" y="613815"/>
                </a:lnTo>
                <a:lnTo>
                  <a:pt x="1876136" y="303607"/>
                </a:lnTo>
                <a:lnTo>
                  <a:pt x="1913659" y="376165"/>
                </a:lnTo>
                <a:lnTo>
                  <a:pt x="1951182" y="228180"/>
                </a:lnTo>
                <a:lnTo>
                  <a:pt x="1988705" y="145756"/>
                </a:lnTo>
                <a:lnTo>
                  <a:pt x="2026227" y="94791"/>
                </a:lnTo>
                <a:lnTo>
                  <a:pt x="2063750" y="257354"/>
                </a:lnTo>
                <a:lnTo>
                  <a:pt x="2101273" y="106701"/>
                </a:lnTo>
                <a:lnTo>
                  <a:pt x="2138795" y="281199"/>
                </a:lnTo>
                <a:lnTo>
                  <a:pt x="2176318" y="480282"/>
                </a:lnTo>
                <a:lnTo>
                  <a:pt x="2213841" y="277005"/>
                </a:lnTo>
                <a:lnTo>
                  <a:pt x="2251364" y="651806"/>
                </a:lnTo>
                <a:lnTo>
                  <a:pt x="2288886" y="629516"/>
                </a:lnTo>
                <a:lnTo>
                  <a:pt x="2326409" y="379853"/>
                </a:lnTo>
                <a:lnTo>
                  <a:pt x="2363932" y="465159"/>
                </a:lnTo>
                <a:lnTo>
                  <a:pt x="2401455" y="578385"/>
                </a:lnTo>
                <a:lnTo>
                  <a:pt x="2438977" y="276717"/>
                </a:lnTo>
                <a:lnTo>
                  <a:pt x="2476500" y="274372"/>
                </a:lnTo>
                <a:lnTo>
                  <a:pt x="2514023" y="35373"/>
                </a:lnTo>
                <a:lnTo>
                  <a:pt x="2551545" y="341749"/>
                </a:lnTo>
                <a:lnTo>
                  <a:pt x="2589068" y="175742"/>
                </a:lnTo>
                <a:lnTo>
                  <a:pt x="2626591" y="109782"/>
                </a:lnTo>
                <a:lnTo>
                  <a:pt x="2664114" y="165610"/>
                </a:lnTo>
                <a:lnTo>
                  <a:pt x="2701636" y="346166"/>
                </a:lnTo>
                <a:lnTo>
                  <a:pt x="2739159" y="431784"/>
                </a:lnTo>
                <a:lnTo>
                  <a:pt x="2776682" y="660142"/>
                </a:lnTo>
                <a:lnTo>
                  <a:pt x="2814205" y="327534"/>
                </a:lnTo>
                <a:lnTo>
                  <a:pt x="2851727" y="680335"/>
                </a:lnTo>
                <a:lnTo>
                  <a:pt x="2889250" y="583753"/>
                </a:lnTo>
                <a:lnTo>
                  <a:pt x="2926773" y="315462"/>
                </a:lnTo>
                <a:lnTo>
                  <a:pt x="2964295" y="348909"/>
                </a:lnTo>
                <a:lnTo>
                  <a:pt x="3001818" y="197153"/>
                </a:lnTo>
                <a:lnTo>
                  <a:pt x="3039341" y="18778"/>
                </a:lnTo>
                <a:lnTo>
                  <a:pt x="3076864" y="133294"/>
                </a:lnTo>
                <a:lnTo>
                  <a:pt x="3114386" y="154347"/>
                </a:lnTo>
                <a:lnTo>
                  <a:pt x="3151909" y="147255"/>
                </a:lnTo>
                <a:lnTo>
                  <a:pt x="3189432" y="294070"/>
                </a:lnTo>
                <a:lnTo>
                  <a:pt x="3226955" y="275951"/>
                </a:lnTo>
                <a:lnTo>
                  <a:pt x="3264477" y="216617"/>
                </a:lnTo>
                <a:lnTo>
                  <a:pt x="3302000" y="472566"/>
                </a:lnTo>
                <a:lnTo>
                  <a:pt x="3339523" y="387715"/>
                </a:lnTo>
                <a:lnTo>
                  <a:pt x="3377045" y="615255"/>
                </a:lnTo>
                <a:lnTo>
                  <a:pt x="3414568" y="450905"/>
                </a:lnTo>
                <a:lnTo>
                  <a:pt x="3452091" y="575638"/>
                </a:lnTo>
                <a:lnTo>
                  <a:pt x="3489614" y="251833"/>
                </a:lnTo>
                <a:lnTo>
                  <a:pt x="3527136" y="352823"/>
                </a:lnTo>
                <a:lnTo>
                  <a:pt x="3564659" y="194387"/>
                </a:lnTo>
                <a:lnTo>
                  <a:pt x="3602182" y="258767"/>
                </a:lnTo>
                <a:lnTo>
                  <a:pt x="3639705" y="322552"/>
                </a:lnTo>
                <a:lnTo>
                  <a:pt x="3677227" y="218532"/>
                </a:lnTo>
                <a:lnTo>
                  <a:pt x="3714750" y="233219"/>
                </a:lnTo>
              </a:path>
            </a:pathLst>
          </a:custGeom>
          <a:noFill/>
          <a:ln w="13847">
            <a:solidFill>
              <a:srgbClr val="394D93"/>
            </a:solidFill>
            <a:prstDash val="solid"/>
          </a:ln>
        </p:spPr>
      </p:sp>
      <p:sp>
        <p:nvSpPr>
          <p:cNvPr id="22" name="p4_path_22">
            <a:extLst>
              <a:ext uri="{FF2B5EF4-FFF2-40B4-BE49-F238E27FC236}">
                <a16:creationId xmlns:a16="http://schemas.microsoft.com/office/drawing/2014/main" id="{5C5E6019-DDCE-4664-A71B-D5866B2E5D1B}"/>
              </a:ext>
            </a:extLst>
          </p:cNvPr>
          <p:cNvSpPr>
            <a:spLocks/>
          </p:cNvSpPr>
          <p:nvPr/>
        </p:nvSpPr>
        <p:spPr>
          <a:xfrm>
            <a:off x="7215112" y="2295717"/>
            <a:ext cx="729" cy="1289974"/>
          </a:xfrm>
          <a:custGeom>
            <a:avLst/>
            <a:gdLst/>
            <a:ahLst/>
            <a:cxnLst/>
            <a:rect l="0" t="0" r="0" b="0"/>
            <a:pathLst>
              <a:path w="953" h="1685925">
                <a:moveTo>
                  <a:pt x="0" y="0"/>
                </a:moveTo>
                <a:lnTo>
                  <a:pt x="0" y="1685925"/>
                </a:lnTo>
              </a:path>
            </a:pathLst>
          </a:custGeom>
          <a:noFill/>
          <a:ln w="10203">
            <a:solidFill>
              <a:srgbClr val="394D93"/>
            </a:solidFill>
            <a:prstDash val="dash"/>
          </a:ln>
        </p:spPr>
      </p:sp>
      <p:sp>
        <p:nvSpPr>
          <p:cNvPr id="23" name="p4_path_23">
            <a:extLst>
              <a:ext uri="{FF2B5EF4-FFF2-40B4-BE49-F238E27FC236}">
                <a16:creationId xmlns:a16="http://schemas.microsoft.com/office/drawing/2014/main" id="{F31A5E8A-ED92-4E8E-B6EF-2C329ECE446A}"/>
              </a:ext>
            </a:extLst>
          </p:cNvPr>
          <p:cNvSpPr>
            <a:spLocks/>
          </p:cNvSpPr>
          <p:nvPr/>
        </p:nvSpPr>
        <p:spPr>
          <a:xfrm>
            <a:off x="7222400" y="2354021"/>
            <a:ext cx="1406582" cy="918287"/>
          </a:xfrm>
          <a:custGeom>
            <a:avLst/>
            <a:gdLst/>
            <a:ahLst/>
            <a:cxnLst/>
            <a:rect l="0" t="0" r="0" b="0"/>
            <a:pathLst>
              <a:path w="1838325" h="1200150">
                <a:moveTo>
                  <a:pt x="0" y="866775"/>
                </a:moveTo>
                <a:cubicBezTo>
                  <a:pt x="466725" y="304800"/>
                  <a:pt x="1181100" y="638175"/>
                  <a:pt x="1838325" y="0"/>
                </a:cubicBezTo>
                <a:lnTo>
                  <a:pt x="1838325" y="942975"/>
                </a:lnTo>
                <a:cubicBezTo>
                  <a:pt x="1181100" y="1200150"/>
                  <a:pt x="466725" y="914400"/>
                  <a:pt x="0" y="1152525"/>
                </a:cubicBezTo>
                <a:close/>
              </a:path>
            </a:pathLst>
          </a:custGeom>
          <a:solidFill>
            <a:srgbClr val="EBD1E0"/>
          </a:solidFill>
          <a:ln w="0">
            <a:noFill/>
            <a:prstDash val="solid"/>
          </a:ln>
        </p:spPr>
      </p:sp>
      <p:sp>
        <p:nvSpPr>
          <p:cNvPr id="24" name="p4_path_24">
            <a:extLst>
              <a:ext uri="{FF2B5EF4-FFF2-40B4-BE49-F238E27FC236}">
                <a16:creationId xmlns:a16="http://schemas.microsoft.com/office/drawing/2014/main" id="{206CB83B-D6F5-4106-BA9F-E304720E6B6C}"/>
              </a:ext>
            </a:extLst>
          </p:cNvPr>
          <p:cNvSpPr>
            <a:spLocks/>
          </p:cNvSpPr>
          <p:nvPr/>
        </p:nvSpPr>
        <p:spPr>
          <a:xfrm>
            <a:off x="7222400" y="2674693"/>
            <a:ext cx="1406582" cy="451855"/>
          </a:xfrm>
          <a:custGeom>
            <a:avLst/>
            <a:gdLst/>
            <a:ahLst/>
            <a:cxnLst/>
            <a:rect l="0" t="0" r="0" b="0"/>
            <a:pathLst>
              <a:path w="1838325" h="590550">
                <a:moveTo>
                  <a:pt x="0" y="590550"/>
                </a:moveTo>
                <a:cubicBezTo>
                  <a:pt x="466725" y="123825"/>
                  <a:pt x="1181100" y="495300"/>
                  <a:pt x="1838325" y="0"/>
                </a:cubicBezTo>
              </a:path>
            </a:pathLst>
          </a:custGeom>
          <a:noFill/>
          <a:ln w="16762">
            <a:solidFill>
              <a:srgbClr val="9C3E76"/>
            </a:solidFill>
            <a:prstDash val="dash"/>
          </a:ln>
        </p:spPr>
      </p:sp>
      <p:sp>
        <p:nvSpPr>
          <p:cNvPr id="25" name="p4_rect_25">
            <a:extLst>
              <a:ext uri="{FF2B5EF4-FFF2-40B4-BE49-F238E27FC236}">
                <a16:creationId xmlns:a16="http://schemas.microsoft.com/office/drawing/2014/main" id="{58C2E6E8-74C7-491B-A57A-1D78E1979CDC}"/>
              </a:ext>
            </a:extLst>
          </p:cNvPr>
          <p:cNvSpPr>
            <a:spLocks/>
          </p:cNvSpPr>
          <p:nvPr/>
        </p:nvSpPr>
        <p:spPr>
          <a:xfrm>
            <a:off x="4212459" y="4001107"/>
            <a:ext cx="1450310" cy="969303"/>
          </a:xfrm>
          <a:prstGeom prst="roundRect">
            <a:avLst>
              <a:gd name="adj" fmla="val 5263"/>
            </a:avLst>
          </a:prstGeom>
          <a:gradFill>
            <a:gsLst>
              <a:gs pos="0">
                <a:srgbClr val="FEFEFF"/>
              </a:gs>
              <a:gs pos="100000">
                <a:srgbClr val="EDF0F8"/>
              </a:gs>
            </a:gsLst>
            <a:lin ang="5400000"/>
          </a:gradFill>
          <a:ln w="7288">
            <a:solidFill>
              <a:srgbClr val="8599C3"/>
            </a:solidFill>
            <a:prstDash val="solid"/>
          </a:ln>
        </p:spPr>
      </p:sp>
      <p:sp>
        <p:nvSpPr>
          <p:cNvPr id="26" name="p4_path_26">
            <a:extLst>
              <a:ext uri="{FF2B5EF4-FFF2-40B4-BE49-F238E27FC236}">
                <a16:creationId xmlns:a16="http://schemas.microsoft.com/office/drawing/2014/main" id="{897E770B-E81A-4502-BE6C-54D49EB0741C}"/>
              </a:ext>
            </a:extLst>
          </p:cNvPr>
          <p:cNvSpPr>
            <a:spLocks/>
          </p:cNvSpPr>
          <p:nvPr/>
        </p:nvSpPr>
        <p:spPr>
          <a:xfrm>
            <a:off x="4321779" y="4489345"/>
            <a:ext cx="561175" cy="115083"/>
          </a:xfrm>
          <a:custGeom>
            <a:avLst/>
            <a:gdLst/>
            <a:ahLst/>
            <a:cxnLst/>
            <a:rect l="0" t="0" r="0" b="0"/>
            <a:pathLst>
              <a:path w="733425" h="150408">
                <a:moveTo>
                  <a:pt x="0" y="141998"/>
                </a:moveTo>
                <a:lnTo>
                  <a:pt x="7408" y="146189"/>
                </a:lnTo>
                <a:lnTo>
                  <a:pt x="14817" y="137860"/>
                </a:lnTo>
                <a:lnTo>
                  <a:pt x="22225" y="150408"/>
                </a:lnTo>
                <a:lnTo>
                  <a:pt x="29633" y="148314"/>
                </a:lnTo>
                <a:lnTo>
                  <a:pt x="37042" y="131656"/>
                </a:lnTo>
                <a:lnTo>
                  <a:pt x="44450" y="132437"/>
                </a:lnTo>
                <a:lnTo>
                  <a:pt x="51858" y="137728"/>
                </a:lnTo>
                <a:lnTo>
                  <a:pt x="59267" y="137605"/>
                </a:lnTo>
                <a:lnTo>
                  <a:pt x="66675" y="140488"/>
                </a:lnTo>
                <a:lnTo>
                  <a:pt x="74083" y="139215"/>
                </a:lnTo>
                <a:lnTo>
                  <a:pt x="81492" y="122627"/>
                </a:lnTo>
                <a:lnTo>
                  <a:pt x="88900" y="132828"/>
                </a:lnTo>
                <a:lnTo>
                  <a:pt x="96308" y="136970"/>
                </a:lnTo>
                <a:lnTo>
                  <a:pt x="103717" y="127265"/>
                </a:lnTo>
                <a:lnTo>
                  <a:pt x="111125" y="125385"/>
                </a:lnTo>
                <a:lnTo>
                  <a:pt x="118533" y="112955"/>
                </a:lnTo>
                <a:lnTo>
                  <a:pt x="125942" y="119803"/>
                </a:lnTo>
                <a:lnTo>
                  <a:pt x="133350" y="134534"/>
                </a:lnTo>
                <a:lnTo>
                  <a:pt x="140758" y="118808"/>
                </a:lnTo>
                <a:lnTo>
                  <a:pt x="148167" y="129730"/>
                </a:lnTo>
                <a:lnTo>
                  <a:pt x="155575" y="122195"/>
                </a:lnTo>
                <a:lnTo>
                  <a:pt x="162983" y="122593"/>
                </a:lnTo>
                <a:lnTo>
                  <a:pt x="170392" y="112258"/>
                </a:lnTo>
                <a:lnTo>
                  <a:pt x="177800" y="107163"/>
                </a:lnTo>
                <a:lnTo>
                  <a:pt x="185208" y="103214"/>
                </a:lnTo>
                <a:lnTo>
                  <a:pt x="192617" y="102591"/>
                </a:lnTo>
                <a:lnTo>
                  <a:pt x="200025" y="100221"/>
                </a:lnTo>
                <a:lnTo>
                  <a:pt x="207433" y="96894"/>
                </a:lnTo>
                <a:lnTo>
                  <a:pt x="214842" y="102917"/>
                </a:lnTo>
                <a:lnTo>
                  <a:pt x="222250" y="105257"/>
                </a:lnTo>
                <a:lnTo>
                  <a:pt x="229658" y="99084"/>
                </a:lnTo>
                <a:lnTo>
                  <a:pt x="237067" y="96737"/>
                </a:lnTo>
                <a:lnTo>
                  <a:pt x="244475" y="102677"/>
                </a:lnTo>
                <a:lnTo>
                  <a:pt x="251883" y="106189"/>
                </a:lnTo>
                <a:lnTo>
                  <a:pt x="259292" y="96741"/>
                </a:lnTo>
                <a:lnTo>
                  <a:pt x="266700" y="91526"/>
                </a:lnTo>
                <a:lnTo>
                  <a:pt x="274108" y="102571"/>
                </a:lnTo>
                <a:lnTo>
                  <a:pt x="281517" y="100023"/>
                </a:lnTo>
                <a:lnTo>
                  <a:pt x="288925" y="100700"/>
                </a:lnTo>
                <a:lnTo>
                  <a:pt x="296333" y="94989"/>
                </a:lnTo>
                <a:lnTo>
                  <a:pt x="303742" y="97945"/>
                </a:lnTo>
                <a:lnTo>
                  <a:pt x="311150" y="92680"/>
                </a:lnTo>
                <a:lnTo>
                  <a:pt x="318558" y="96647"/>
                </a:lnTo>
                <a:lnTo>
                  <a:pt x="325967" y="79001"/>
                </a:lnTo>
                <a:lnTo>
                  <a:pt x="333375" y="74310"/>
                </a:lnTo>
                <a:lnTo>
                  <a:pt x="340783" y="91255"/>
                </a:lnTo>
                <a:lnTo>
                  <a:pt x="348192" y="90468"/>
                </a:lnTo>
                <a:lnTo>
                  <a:pt x="355600" y="88350"/>
                </a:lnTo>
                <a:lnTo>
                  <a:pt x="363008" y="70063"/>
                </a:lnTo>
                <a:lnTo>
                  <a:pt x="370417" y="76126"/>
                </a:lnTo>
                <a:lnTo>
                  <a:pt x="377825" y="83685"/>
                </a:lnTo>
                <a:lnTo>
                  <a:pt x="385233" y="59990"/>
                </a:lnTo>
                <a:lnTo>
                  <a:pt x="392642" y="58805"/>
                </a:lnTo>
                <a:lnTo>
                  <a:pt x="400050" y="72844"/>
                </a:lnTo>
                <a:lnTo>
                  <a:pt x="407458" y="66638"/>
                </a:lnTo>
                <a:lnTo>
                  <a:pt x="414867" y="62945"/>
                </a:lnTo>
                <a:lnTo>
                  <a:pt x="422275" y="68127"/>
                </a:lnTo>
                <a:lnTo>
                  <a:pt x="429683" y="67672"/>
                </a:lnTo>
                <a:lnTo>
                  <a:pt x="437092" y="69383"/>
                </a:lnTo>
                <a:lnTo>
                  <a:pt x="444500" y="59822"/>
                </a:lnTo>
                <a:lnTo>
                  <a:pt x="451908" y="71279"/>
                </a:lnTo>
                <a:lnTo>
                  <a:pt x="459317" y="49049"/>
                </a:lnTo>
                <a:lnTo>
                  <a:pt x="466725" y="63281"/>
                </a:lnTo>
                <a:lnTo>
                  <a:pt x="474133" y="45415"/>
                </a:lnTo>
                <a:lnTo>
                  <a:pt x="481542" y="55929"/>
                </a:lnTo>
                <a:lnTo>
                  <a:pt x="488950" y="58172"/>
                </a:lnTo>
                <a:lnTo>
                  <a:pt x="496358" y="44604"/>
                </a:lnTo>
                <a:lnTo>
                  <a:pt x="503767" y="56087"/>
                </a:lnTo>
                <a:lnTo>
                  <a:pt x="511175" y="47115"/>
                </a:lnTo>
                <a:lnTo>
                  <a:pt x="518583" y="36923"/>
                </a:lnTo>
                <a:lnTo>
                  <a:pt x="525992" y="55132"/>
                </a:lnTo>
                <a:lnTo>
                  <a:pt x="533400" y="31312"/>
                </a:lnTo>
                <a:lnTo>
                  <a:pt x="540808" y="45217"/>
                </a:lnTo>
                <a:lnTo>
                  <a:pt x="548217" y="53084"/>
                </a:lnTo>
                <a:lnTo>
                  <a:pt x="555625" y="27694"/>
                </a:lnTo>
                <a:lnTo>
                  <a:pt x="563033" y="47172"/>
                </a:lnTo>
                <a:lnTo>
                  <a:pt x="570442" y="23422"/>
                </a:lnTo>
                <a:lnTo>
                  <a:pt x="577850" y="44985"/>
                </a:lnTo>
                <a:lnTo>
                  <a:pt x="585258" y="35033"/>
                </a:lnTo>
                <a:lnTo>
                  <a:pt x="592667" y="29097"/>
                </a:lnTo>
                <a:lnTo>
                  <a:pt x="600075" y="34191"/>
                </a:lnTo>
                <a:lnTo>
                  <a:pt x="607483" y="32923"/>
                </a:lnTo>
                <a:lnTo>
                  <a:pt x="614892" y="31876"/>
                </a:lnTo>
                <a:lnTo>
                  <a:pt x="622300" y="33707"/>
                </a:lnTo>
                <a:lnTo>
                  <a:pt x="629708" y="24475"/>
                </a:lnTo>
                <a:lnTo>
                  <a:pt x="637117" y="28138"/>
                </a:lnTo>
                <a:lnTo>
                  <a:pt x="644525" y="10617"/>
                </a:lnTo>
                <a:lnTo>
                  <a:pt x="651933" y="17030"/>
                </a:lnTo>
                <a:lnTo>
                  <a:pt x="659342" y="29916"/>
                </a:lnTo>
                <a:lnTo>
                  <a:pt x="666750" y="16657"/>
                </a:lnTo>
                <a:lnTo>
                  <a:pt x="674158" y="27881"/>
                </a:lnTo>
                <a:lnTo>
                  <a:pt x="681567" y="14254"/>
                </a:lnTo>
                <a:lnTo>
                  <a:pt x="688975" y="5748"/>
                </a:lnTo>
                <a:lnTo>
                  <a:pt x="696383" y="21527"/>
                </a:lnTo>
                <a:lnTo>
                  <a:pt x="703792" y="21579"/>
                </a:lnTo>
                <a:lnTo>
                  <a:pt x="711200" y="15672"/>
                </a:lnTo>
                <a:lnTo>
                  <a:pt x="718608" y="2645"/>
                </a:lnTo>
                <a:lnTo>
                  <a:pt x="726017" y="0"/>
                </a:lnTo>
                <a:lnTo>
                  <a:pt x="733425" y="3190"/>
                </a:lnTo>
              </a:path>
            </a:pathLst>
          </a:custGeom>
          <a:noFill/>
          <a:ln w="13847">
            <a:solidFill>
              <a:srgbClr val="394D93"/>
            </a:solidFill>
            <a:prstDash val="solid"/>
          </a:ln>
        </p:spPr>
      </p:sp>
      <p:sp>
        <p:nvSpPr>
          <p:cNvPr id="27" name="p4_path_27">
            <a:extLst>
              <a:ext uri="{FF2B5EF4-FFF2-40B4-BE49-F238E27FC236}">
                <a16:creationId xmlns:a16="http://schemas.microsoft.com/office/drawing/2014/main" id="{46C79926-A60F-4B33-A453-BE0689397138}"/>
              </a:ext>
            </a:extLst>
          </p:cNvPr>
          <p:cNvSpPr>
            <a:spLocks/>
          </p:cNvSpPr>
          <p:nvPr/>
        </p:nvSpPr>
        <p:spPr>
          <a:xfrm>
            <a:off x="4977698" y="4478026"/>
            <a:ext cx="561175" cy="139223"/>
          </a:xfrm>
          <a:custGeom>
            <a:avLst/>
            <a:gdLst/>
            <a:ahLst/>
            <a:cxnLst/>
            <a:rect l="0" t="0" r="0" b="0"/>
            <a:pathLst>
              <a:path w="733425" h="181957">
                <a:moveTo>
                  <a:pt x="0" y="41685"/>
                </a:moveTo>
                <a:lnTo>
                  <a:pt x="7408" y="117679"/>
                </a:lnTo>
                <a:lnTo>
                  <a:pt x="14817" y="102054"/>
                </a:lnTo>
                <a:lnTo>
                  <a:pt x="22225" y="150532"/>
                </a:lnTo>
                <a:lnTo>
                  <a:pt x="29633" y="6362"/>
                </a:lnTo>
                <a:lnTo>
                  <a:pt x="37042" y="112271"/>
                </a:lnTo>
                <a:lnTo>
                  <a:pt x="44450" y="9737"/>
                </a:lnTo>
                <a:lnTo>
                  <a:pt x="51858" y="54301"/>
                </a:lnTo>
                <a:lnTo>
                  <a:pt x="59267" y="99094"/>
                </a:lnTo>
                <a:lnTo>
                  <a:pt x="66675" y="149715"/>
                </a:lnTo>
                <a:lnTo>
                  <a:pt x="74083" y="112079"/>
                </a:lnTo>
                <a:lnTo>
                  <a:pt x="81492" y="86705"/>
                </a:lnTo>
                <a:lnTo>
                  <a:pt x="88900" y="95073"/>
                </a:lnTo>
                <a:lnTo>
                  <a:pt x="96308" y="127279"/>
                </a:lnTo>
                <a:lnTo>
                  <a:pt x="103717" y="170129"/>
                </a:lnTo>
                <a:lnTo>
                  <a:pt x="111125" y="68320"/>
                </a:lnTo>
                <a:lnTo>
                  <a:pt x="118533" y="57256"/>
                </a:lnTo>
                <a:lnTo>
                  <a:pt x="125942" y="67067"/>
                </a:lnTo>
                <a:lnTo>
                  <a:pt x="133350" y="105817"/>
                </a:lnTo>
                <a:lnTo>
                  <a:pt x="140758" y="33062"/>
                </a:lnTo>
                <a:lnTo>
                  <a:pt x="148167" y="51394"/>
                </a:lnTo>
                <a:lnTo>
                  <a:pt x="155575" y="146220"/>
                </a:lnTo>
                <a:lnTo>
                  <a:pt x="162983" y="12253"/>
                </a:lnTo>
                <a:lnTo>
                  <a:pt x="170392" y="97470"/>
                </a:lnTo>
                <a:lnTo>
                  <a:pt x="177800" y="87683"/>
                </a:lnTo>
                <a:lnTo>
                  <a:pt x="185208" y="3113"/>
                </a:lnTo>
                <a:lnTo>
                  <a:pt x="192617" y="68647"/>
                </a:lnTo>
                <a:lnTo>
                  <a:pt x="200025" y="125049"/>
                </a:lnTo>
                <a:lnTo>
                  <a:pt x="207433" y="127302"/>
                </a:lnTo>
                <a:lnTo>
                  <a:pt x="214842" y="110425"/>
                </a:lnTo>
                <a:lnTo>
                  <a:pt x="222250" y="127491"/>
                </a:lnTo>
                <a:lnTo>
                  <a:pt x="229658" y="117916"/>
                </a:lnTo>
                <a:lnTo>
                  <a:pt x="237067" y="39139"/>
                </a:lnTo>
                <a:lnTo>
                  <a:pt x="244475" y="147988"/>
                </a:lnTo>
                <a:lnTo>
                  <a:pt x="251883" y="106259"/>
                </a:lnTo>
                <a:lnTo>
                  <a:pt x="259292" y="56493"/>
                </a:lnTo>
                <a:lnTo>
                  <a:pt x="266700" y="3709"/>
                </a:lnTo>
                <a:lnTo>
                  <a:pt x="274108" y="83605"/>
                </a:lnTo>
                <a:lnTo>
                  <a:pt x="281517" y="104317"/>
                </a:lnTo>
                <a:lnTo>
                  <a:pt x="288925" y="25375"/>
                </a:lnTo>
                <a:lnTo>
                  <a:pt x="296333" y="26179"/>
                </a:lnTo>
                <a:lnTo>
                  <a:pt x="303742" y="118149"/>
                </a:lnTo>
                <a:lnTo>
                  <a:pt x="311150" y="153878"/>
                </a:lnTo>
                <a:lnTo>
                  <a:pt x="318558" y="4863"/>
                </a:lnTo>
                <a:lnTo>
                  <a:pt x="325967" y="90685"/>
                </a:lnTo>
                <a:lnTo>
                  <a:pt x="333375" y="27240"/>
                </a:lnTo>
                <a:lnTo>
                  <a:pt x="340783" y="125544"/>
                </a:lnTo>
                <a:lnTo>
                  <a:pt x="348192" y="72198"/>
                </a:lnTo>
                <a:lnTo>
                  <a:pt x="355600" y="88380"/>
                </a:lnTo>
                <a:lnTo>
                  <a:pt x="363008" y="172771"/>
                </a:lnTo>
                <a:lnTo>
                  <a:pt x="370417" y="167785"/>
                </a:lnTo>
                <a:lnTo>
                  <a:pt x="377825" y="109640"/>
                </a:lnTo>
                <a:lnTo>
                  <a:pt x="385233" y="16232"/>
                </a:lnTo>
                <a:lnTo>
                  <a:pt x="392642" y="105327"/>
                </a:lnTo>
                <a:lnTo>
                  <a:pt x="400050" y="36442"/>
                </a:lnTo>
                <a:lnTo>
                  <a:pt x="407458" y="45773"/>
                </a:lnTo>
                <a:lnTo>
                  <a:pt x="414867" y="49544"/>
                </a:lnTo>
                <a:lnTo>
                  <a:pt x="422275" y="136307"/>
                </a:lnTo>
                <a:lnTo>
                  <a:pt x="429683" y="46282"/>
                </a:lnTo>
                <a:lnTo>
                  <a:pt x="437092" y="9496"/>
                </a:lnTo>
                <a:lnTo>
                  <a:pt x="444500" y="138243"/>
                </a:lnTo>
                <a:lnTo>
                  <a:pt x="451908" y="12764"/>
                </a:lnTo>
                <a:lnTo>
                  <a:pt x="459317" y="24441"/>
                </a:lnTo>
                <a:lnTo>
                  <a:pt x="466725" y="11455"/>
                </a:lnTo>
                <a:lnTo>
                  <a:pt x="474133" y="141526"/>
                </a:lnTo>
                <a:lnTo>
                  <a:pt x="481542" y="167875"/>
                </a:lnTo>
                <a:lnTo>
                  <a:pt x="488950" y="32958"/>
                </a:lnTo>
                <a:lnTo>
                  <a:pt x="496358" y="132228"/>
                </a:lnTo>
                <a:lnTo>
                  <a:pt x="503767" y="56802"/>
                </a:lnTo>
                <a:lnTo>
                  <a:pt x="511175" y="150584"/>
                </a:lnTo>
                <a:lnTo>
                  <a:pt x="518583" y="87207"/>
                </a:lnTo>
                <a:lnTo>
                  <a:pt x="525992" y="173245"/>
                </a:lnTo>
                <a:lnTo>
                  <a:pt x="533400" y="134115"/>
                </a:lnTo>
                <a:lnTo>
                  <a:pt x="540808" y="177877"/>
                </a:lnTo>
                <a:lnTo>
                  <a:pt x="548217" y="96535"/>
                </a:lnTo>
                <a:lnTo>
                  <a:pt x="555625" y="32078"/>
                </a:lnTo>
                <a:lnTo>
                  <a:pt x="563033" y="149678"/>
                </a:lnTo>
                <a:lnTo>
                  <a:pt x="570442" y="130906"/>
                </a:lnTo>
                <a:lnTo>
                  <a:pt x="577850" y="171227"/>
                </a:lnTo>
                <a:lnTo>
                  <a:pt x="585258" y="40425"/>
                </a:lnTo>
                <a:lnTo>
                  <a:pt x="592667" y="170596"/>
                </a:lnTo>
                <a:lnTo>
                  <a:pt x="600075" y="150385"/>
                </a:lnTo>
                <a:lnTo>
                  <a:pt x="607483" y="169445"/>
                </a:lnTo>
                <a:lnTo>
                  <a:pt x="614892" y="173717"/>
                </a:lnTo>
                <a:lnTo>
                  <a:pt x="622300" y="108144"/>
                </a:lnTo>
                <a:lnTo>
                  <a:pt x="629708" y="69799"/>
                </a:lnTo>
                <a:lnTo>
                  <a:pt x="637117" y="39842"/>
                </a:lnTo>
                <a:lnTo>
                  <a:pt x="644525" y="99798"/>
                </a:lnTo>
                <a:lnTo>
                  <a:pt x="651933" y="109372"/>
                </a:lnTo>
                <a:lnTo>
                  <a:pt x="659342" y="53811"/>
                </a:lnTo>
                <a:lnTo>
                  <a:pt x="666750" y="115850"/>
                </a:lnTo>
                <a:lnTo>
                  <a:pt x="674158" y="10776"/>
                </a:lnTo>
                <a:lnTo>
                  <a:pt x="681567" y="119571"/>
                </a:lnTo>
                <a:lnTo>
                  <a:pt x="688975" y="150939"/>
                </a:lnTo>
                <a:lnTo>
                  <a:pt x="696383" y="0"/>
                </a:lnTo>
                <a:lnTo>
                  <a:pt x="703792" y="158890"/>
                </a:lnTo>
                <a:lnTo>
                  <a:pt x="711200" y="6631"/>
                </a:lnTo>
                <a:lnTo>
                  <a:pt x="718608" y="92721"/>
                </a:lnTo>
                <a:lnTo>
                  <a:pt x="726017" y="181957"/>
                </a:lnTo>
                <a:lnTo>
                  <a:pt x="733425" y="75681"/>
                </a:lnTo>
              </a:path>
            </a:pathLst>
          </a:custGeom>
          <a:noFill/>
          <a:ln w="13847">
            <a:solidFill>
              <a:srgbClr val="9C3E76"/>
            </a:solidFill>
            <a:prstDash val="solid"/>
          </a:ln>
        </p:spPr>
      </p:sp>
      <p:sp>
        <p:nvSpPr>
          <p:cNvPr id="28" name="p4_rect_28">
            <a:extLst>
              <a:ext uri="{FF2B5EF4-FFF2-40B4-BE49-F238E27FC236}">
                <a16:creationId xmlns:a16="http://schemas.microsoft.com/office/drawing/2014/main" id="{D9976BB8-8EE2-4A6E-8F6E-64B48EAB6820}"/>
              </a:ext>
            </a:extLst>
          </p:cNvPr>
          <p:cNvSpPr>
            <a:spLocks/>
          </p:cNvSpPr>
          <p:nvPr/>
        </p:nvSpPr>
        <p:spPr>
          <a:xfrm>
            <a:off x="5757513" y="4001107"/>
            <a:ext cx="1450310" cy="969303"/>
          </a:xfrm>
          <a:prstGeom prst="roundRect">
            <a:avLst>
              <a:gd name="adj" fmla="val 5263"/>
            </a:avLst>
          </a:prstGeom>
          <a:gradFill>
            <a:gsLst>
              <a:gs pos="0">
                <a:srgbClr val="FEFEFF"/>
              </a:gs>
              <a:gs pos="100000">
                <a:srgbClr val="EDF0F8"/>
              </a:gs>
            </a:gsLst>
            <a:lin ang="5400000"/>
          </a:gradFill>
          <a:ln w="7288">
            <a:solidFill>
              <a:srgbClr val="8599C3"/>
            </a:solidFill>
            <a:prstDash val="solid"/>
          </a:ln>
        </p:spPr>
      </p:sp>
      <p:sp>
        <p:nvSpPr>
          <p:cNvPr id="29" name="p4_rect_29">
            <a:extLst>
              <a:ext uri="{FF2B5EF4-FFF2-40B4-BE49-F238E27FC236}">
                <a16:creationId xmlns:a16="http://schemas.microsoft.com/office/drawing/2014/main" id="{BC6AE4D5-4120-4EFD-B078-D01206991F74}"/>
              </a:ext>
            </a:extLst>
          </p:cNvPr>
          <p:cNvSpPr>
            <a:spLocks/>
          </p:cNvSpPr>
          <p:nvPr/>
        </p:nvSpPr>
        <p:spPr>
          <a:xfrm>
            <a:off x="5866833" y="4394659"/>
            <a:ext cx="123896" cy="306096"/>
          </a:xfrm>
          <a:prstGeom prst="roundRect">
            <a:avLst>
              <a:gd name="adj" fmla="val 5882"/>
            </a:avLst>
          </a:prstGeom>
          <a:gradFill>
            <a:gsLst>
              <a:gs pos="0">
                <a:srgbClr val="E5EAF8"/>
              </a:gs>
              <a:gs pos="100000">
                <a:srgbClr val="C4CEEB"/>
              </a:gs>
            </a:gsLst>
            <a:lin ang="5400000"/>
          </a:gradFill>
          <a:ln w="7288">
            <a:solidFill>
              <a:srgbClr val="394D93"/>
            </a:solidFill>
            <a:prstDash val="solid"/>
          </a:ln>
        </p:spPr>
      </p:sp>
      <p:sp>
        <p:nvSpPr>
          <p:cNvPr id="30" name="p4_rect_30">
            <a:extLst>
              <a:ext uri="{FF2B5EF4-FFF2-40B4-BE49-F238E27FC236}">
                <a16:creationId xmlns:a16="http://schemas.microsoft.com/office/drawing/2014/main" id="{09B7286B-5CEF-40C7-A8A0-74F670CFB925}"/>
              </a:ext>
            </a:extLst>
          </p:cNvPr>
          <p:cNvSpPr>
            <a:spLocks/>
          </p:cNvSpPr>
          <p:nvPr/>
        </p:nvSpPr>
        <p:spPr>
          <a:xfrm>
            <a:off x="6027169" y="4394659"/>
            <a:ext cx="123896" cy="306096"/>
          </a:xfrm>
          <a:prstGeom prst="roundRect">
            <a:avLst>
              <a:gd name="adj" fmla="val 5882"/>
            </a:avLst>
          </a:prstGeom>
          <a:gradFill>
            <a:gsLst>
              <a:gs pos="0">
                <a:srgbClr val="E5EAF8"/>
              </a:gs>
              <a:gs pos="100000">
                <a:srgbClr val="C4CEEB"/>
              </a:gs>
            </a:gsLst>
            <a:lin ang="5400000"/>
          </a:gradFill>
          <a:ln w="7288">
            <a:solidFill>
              <a:srgbClr val="394D93"/>
            </a:solidFill>
            <a:prstDash val="solid"/>
          </a:ln>
        </p:spPr>
      </p:sp>
      <p:sp>
        <p:nvSpPr>
          <p:cNvPr id="31" name="p4_rect_31">
            <a:extLst>
              <a:ext uri="{FF2B5EF4-FFF2-40B4-BE49-F238E27FC236}">
                <a16:creationId xmlns:a16="http://schemas.microsoft.com/office/drawing/2014/main" id="{96387318-58FC-4AD7-92C6-3BD4E6C72B36}"/>
              </a:ext>
            </a:extLst>
          </p:cNvPr>
          <p:cNvSpPr>
            <a:spLocks/>
          </p:cNvSpPr>
          <p:nvPr/>
        </p:nvSpPr>
        <p:spPr>
          <a:xfrm>
            <a:off x="6187505" y="4394659"/>
            <a:ext cx="123896" cy="306096"/>
          </a:xfrm>
          <a:prstGeom prst="roundRect">
            <a:avLst>
              <a:gd name="adj" fmla="val 5882"/>
            </a:avLst>
          </a:prstGeom>
          <a:gradFill>
            <a:gsLst>
              <a:gs pos="0">
                <a:srgbClr val="E5EAF8"/>
              </a:gs>
              <a:gs pos="100000">
                <a:srgbClr val="C4CEEB"/>
              </a:gs>
            </a:gsLst>
            <a:lin ang="5400000"/>
          </a:gradFill>
          <a:ln w="7288">
            <a:solidFill>
              <a:srgbClr val="394D93"/>
            </a:solidFill>
            <a:prstDash val="solid"/>
          </a:ln>
        </p:spPr>
      </p:sp>
      <p:sp>
        <p:nvSpPr>
          <p:cNvPr id="32" name="p4_rect_32">
            <a:extLst>
              <a:ext uri="{FF2B5EF4-FFF2-40B4-BE49-F238E27FC236}">
                <a16:creationId xmlns:a16="http://schemas.microsoft.com/office/drawing/2014/main" id="{CB1AAD47-D43C-45D7-A9BB-B4BB23AACC1A}"/>
              </a:ext>
            </a:extLst>
          </p:cNvPr>
          <p:cNvSpPr>
            <a:spLocks/>
          </p:cNvSpPr>
          <p:nvPr/>
        </p:nvSpPr>
        <p:spPr>
          <a:xfrm>
            <a:off x="6347841" y="4394659"/>
            <a:ext cx="123896" cy="306096"/>
          </a:xfrm>
          <a:prstGeom prst="roundRect">
            <a:avLst>
              <a:gd name="adj" fmla="val 5882"/>
            </a:avLst>
          </a:prstGeom>
          <a:gradFill>
            <a:gsLst>
              <a:gs pos="0">
                <a:srgbClr val="E5EAF8"/>
              </a:gs>
              <a:gs pos="100000">
                <a:srgbClr val="C4CEEB"/>
              </a:gs>
            </a:gsLst>
            <a:lin ang="5400000"/>
          </a:gradFill>
          <a:ln w="7288">
            <a:solidFill>
              <a:srgbClr val="394D93"/>
            </a:solidFill>
            <a:prstDash val="solid"/>
          </a:ln>
        </p:spPr>
      </p:sp>
      <p:sp>
        <p:nvSpPr>
          <p:cNvPr id="33" name="p4_rect_33">
            <a:extLst>
              <a:ext uri="{FF2B5EF4-FFF2-40B4-BE49-F238E27FC236}">
                <a16:creationId xmlns:a16="http://schemas.microsoft.com/office/drawing/2014/main" id="{342343B6-56B0-4E37-A74F-44986E4F6943}"/>
              </a:ext>
            </a:extLst>
          </p:cNvPr>
          <p:cNvSpPr>
            <a:spLocks/>
          </p:cNvSpPr>
          <p:nvPr/>
        </p:nvSpPr>
        <p:spPr>
          <a:xfrm>
            <a:off x="6508176" y="4394659"/>
            <a:ext cx="123896" cy="306096"/>
          </a:xfrm>
          <a:prstGeom prst="roundRect">
            <a:avLst>
              <a:gd name="adj" fmla="val 5882"/>
            </a:avLst>
          </a:prstGeom>
          <a:gradFill>
            <a:gsLst>
              <a:gs pos="0">
                <a:srgbClr val="E5EAF8"/>
              </a:gs>
              <a:gs pos="100000">
                <a:srgbClr val="C4CEEB"/>
              </a:gs>
            </a:gsLst>
            <a:lin ang="5400000"/>
          </a:gradFill>
          <a:ln w="7288">
            <a:solidFill>
              <a:srgbClr val="394D93"/>
            </a:solidFill>
            <a:prstDash val="solid"/>
          </a:ln>
        </p:spPr>
      </p:sp>
      <p:sp>
        <p:nvSpPr>
          <p:cNvPr id="34" name="p4_path_34">
            <a:extLst>
              <a:ext uri="{FF2B5EF4-FFF2-40B4-BE49-F238E27FC236}">
                <a16:creationId xmlns:a16="http://schemas.microsoft.com/office/drawing/2014/main" id="{959ACB9B-9397-4472-AE9B-1A241F195357}"/>
              </a:ext>
            </a:extLst>
          </p:cNvPr>
          <p:cNvSpPr>
            <a:spLocks/>
          </p:cNvSpPr>
          <p:nvPr/>
        </p:nvSpPr>
        <p:spPr>
          <a:xfrm>
            <a:off x="6712240" y="4554995"/>
            <a:ext cx="320672" cy="729"/>
          </a:xfrm>
          <a:custGeom>
            <a:avLst/>
            <a:gdLst/>
            <a:ahLst/>
            <a:cxnLst/>
            <a:rect l="0" t="0" r="0" b="0"/>
            <a:pathLst>
              <a:path w="419100" h="953">
                <a:moveTo>
                  <a:pt x="0" y="0"/>
                </a:moveTo>
                <a:lnTo>
                  <a:pt x="419100" y="0"/>
                </a:lnTo>
              </a:path>
            </a:pathLst>
          </a:custGeom>
          <a:noFill/>
          <a:ln w="10932">
            <a:solidFill>
              <a:srgbClr val="394D93"/>
            </a:solidFill>
            <a:prstDash val="solid"/>
          </a:ln>
        </p:spPr>
      </p:sp>
      <p:sp>
        <p:nvSpPr>
          <p:cNvPr id="35" name="p4_path_35">
            <a:extLst>
              <a:ext uri="{FF2B5EF4-FFF2-40B4-BE49-F238E27FC236}">
                <a16:creationId xmlns:a16="http://schemas.microsoft.com/office/drawing/2014/main" id="{6DB4366C-E588-47A6-8D5C-455688664F76}"/>
              </a:ext>
            </a:extLst>
          </p:cNvPr>
          <p:cNvSpPr>
            <a:spLocks/>
          </p:cNvSpPr>
          <p:nvPr/>
        </p:nvSpPr>
        <p:spPr>
          <a:xfrm>
            <a:off x="6945456" y="4516514"/>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36" name="p4_rect_36">
            <a:extLst>
              <a:ext uri="{FF2B5EF4-FFF2-40B4-BE49-F238E27FC236}">
                <a16:creationId xmlns:a16="http://schemas.microsoft.com/office/drawing/2014/main" id="{F7E9A8A3-3214-4459-86CB-F5214B7766C5}"/>
              </a:ext>
            </a:extLst>
          </p:cNvPr>
          <p:cNvSpPr>
            <a:spLocks/>
          </p:cNvSpPr>
          <p:nvPr/>
        </p:nvSpPr>
        <p:spPr>
          <a:xfrm>
            <a:off x="7302567" y="4001107"/>
            <a:ext cx="1450310" cy="969303"/>
          </a:xfrm>
          <a:prstGeom prst="roundRect">
            <a:avLst>
              <a:gd name="adj" fmla="val 5263"/>
            </a:avLst>
          </a:prstGeom>
          <a:gradFill>
            <a:gsLst>
              <a:gs pos="0">
                <a:srgbClr val="FEFEFF"/>
              </a:gs>
              <a:gs pos="100000">
                <a:srgbClr val="EDF0F8"/>
              </a:gs>
            </a:gsLst>
            <a:lin ang="5400000"/>
          </a:gradFill>
          <a:ln w="7288">
            <a:solidFill>
              <a:srgbClr val="8599C3"/>
            </a:solidFill>
            <a:prstDash val="solid"/>
          </a:ln>
        </p:spPr>
      </p:sp>
      <p:sp>
        <p:nvSpPr>
          <p:cNvPr id="37" name="p4_rect_37">
            <a:extLst>
              <a:ext uri="{FF2B5EF4-FFF2-40B4-BE49-F238E27FC236}">
                <a16:creationId xmlns:a16="http://schemas.microsoft.com/office/drawing/2014/main" id="{37F7E437-A7FC-4945-91CA-636D0469440E}"/>
              </a:ext>
            </a:extLst>
          </p:cNvPr>
          <p:cNvSpPr>
            <a:spLocks/>
          </p:cNvSpPr>
          <p:nvPr/>
        </p:nvSpPr>
        <p:spPr>
          <a:xfrm>
            <a:off x="7441039" y="4387371"/>
            <a:ext cx="138472" cy="80168"/>
          </a:xfrm>
          <a:prstGeom prst="rect">
            <a:avLst/>
          </a:prstGeom>
          <a:solidFill>
            <a:srgbClr val="C6D2EE"/>
          </a:solidFill>
          <a:ln w="5830">
            <a:solidFill>
              <a:srgbClr val="394D93"/>
            </a:solidFill>
            <a:prstDash val="solid"/>
          </a:ln>
        </p:spPr>
      </p:sp>
      <p:sp>
        <p:nvSpPr>
          <p:cNvPr id="38" name="p4_rect_38">
            <a:extLst>
              <a:ext uri="{FF2B5EF4-FFF2-40B4-BE49-F238E27FC236}">
                <a16:creationId xmlns:a16="http://schemas.microsoft.com/office/drawing/2014/main" id="{6FCB8A4F-0F2F-4D33-84B5-10DEFB1194CB}"/>
              </a:ext>
            </a:extLst>
          </p:cNvPr>
          <p:cNvSpPr>
            <a:spLocks/>
          </p:cNvSpPr>
          <p:nvPr/>
        </p:nvSpPr>
        <p:spPr>
          <a:xfrm>
            <a:off x="7579511" y="4387371"/>
            <a:ext cx="138472" cy="80168"/>
          </a:xfrm>
          <a:prstGeom prst="rect">
            <a:avLst/>
          </a:prstGeom>
          <a:solidFill>
            <a:srgbClr val="E8EDFB"/>
          </a:solidFill>
          <a:ln w="5830">
            <a:solidFill>
              <a:srgbClr val="394D93"/>
            </a:solidFill>
            <a:prstDash val="solid"/>
          </a:ln>
        </p:spPr>
      </p:sp>
      <p:sp>
        <p:nvSpPr>
          <p:cNvPr id="39" name="p4_rect_39">
            <a:extLst>
              <a:ext uri="{FF2B5EF4-FFF2-40B4-BE49-F238E27FC236}">
                <a16:creationId xmlns:a16="http://schemas.microsoft.com/office/drawing/2014/main" id="{710EA948-5905-4B2F-BCDE-D310207BCA98}"/>
              </a:ext>
            </a:extLst>
          </p:cNvPr>
          <p:cNvSpPr>
            <a:spLocks/>
          </p:cNvSpPr>
          <p:nvPr/>
        </p:nvSpPr>
        <p:spPr>
          <a:xfrm>
            <a:off x="7717983" y="4387371"/>
            <a:ext cx="138472" cy="80168"/>
          </a:xfrm>
          <a:prstGeom prst="rect">
            <a:avLst/>
          </a:prstGeom>
          <a:solidFill>
            <a:srgbClr val="E8EDFB"/>
          </a:solidFill>
          <a:ln w="5830">
            <a:solidFill>
              <a:srgbClr val="394D93"/>
            </a:solidFill>
            <a:prstDash val="solid"/>
          </a:ln>
        </p:spPr>
      </p:sp>
      <p:sp>
        <p:nvSpPr>
          <p:cNvPr id="40" name="p4_rect_40">
            <a:extLst>
              <a:ext uri="{FF2B5EF4-FFF2-40B4-BE49-F238E27FC236}">
                <a16:creationId xmlns:a16="http://schemas.microsoft.com/office/drawing/2014/main" id="{9A7418E5-7BCE-42A3-925E-4A8EE458E7ED}"/>
              </a:ext>
            </a:extLst>
          </p:cNvPr>
          <p:cNvSpPr>
            <a:spLocks/>
          </p:cNvSpPr>
          <p:nvPr/>
        </p:nvSpPr>
        <p:spPr>
          <a:xfrm>
            <a:off x="7856455" y="4387371"/>
            <a:ext cx="138472" cy="80168"/>
          </a:xfrm>
          <a:prstGeom prst="rect">
            <a:avLst/>
          </a:prstGeom>
          <a:solidFill>
            <a:srgbClr val="C6D2EE"/>
          </a:solidFill>
          <a:ln w="5830">
            <a:solidFill>
              <a:srgbClr val="394D93"/>
            </a:solidFill>
            <a:prstDash val="solid"/>
          </a:ln>
        </p:spPr>
      </p:sp>
      <p:sp>
        <p:nvSpPr>
          <p:cNvPr id="41" name="p4_rect_41">
            <a:extLst>
              <a:ext uri="{FF2B5EF4-FFF2-40B4-BE49-F238E27FC236}">
                <a16:creationId xmlns:a16="http://schemas.microsoft.com/office/drawing/2014/main" id="{CA04B1C6-75BC-4A24-8F09-F204A36D0CD2}"/>
              </a:ext>
            </a:extLst>
          </p:cNvPr>
          <p:cNvSpPr>
            <a:spLocks/>
          </p:cNvSpPr>
          <p:nvPr/>
        </p:nvSpPr>
        <p:spPr>
          <a:xfrm>
            <a:off x="7994927" y="4387371"/>
            <a:ext cx="138472" cy="80168"/>
          </a:xfrm>
          <a:prstGeom prst="rect">
            <a:avLst/>
          </a:prstGeom>
          <a:solidFill>
            <a:srgbClr val="E8EDFB"/>
          </a:solidFill>
          <a:ln w="5830">
            <a:solidFill>
              <a:srgbClr val="394D93"/>
            </a:solidFill>
            <a:prstDash val="solid"/>
          </a:ln>
        </p:spPr>
      </p:sp>
      <p:sp>
        <p:nvSpPr>
          <p:cNvPr id="42" name="p4_rect_42">
            <a:extLst>
              <a:ext uri="{FF2B5EF4-FFF2-40B4-BE49-F238E27FC236}">
                <a16:creationId xmlns:a16="http://schemas.microsoft.com/office/drawing/2014/main" id="{DA694534-F17E-446D-9FD2-8DE7200B666C}"/>
              </a:ext>
            </a:extLst>
          </p:cNvPr>
          <p:cNvSpPr>
            <a:spLocks/>
          </p:cNvSpPr>
          <p:nvPr/>
        </p:nvSpPr>
        <p:spPr>
          <a:xfrm>
            <a:off x="8133399" y="4387371"/>
            <a:ext cx="138472" cy="80168"/>
          </a:xfrm>
          <a:prstGeom prst="rect">
            <a:avLst/>
          </a:prstGeom>
          <a:solidFill>
            <a:srgbClr val="E8EDFB"/>
          </a:solidFill>
          <a:ln w="5830">
            <a:solidFill>
              <a:srgbClr val="394D93"/>
            </a:solidFill>
            <a:prstDash val="solid"/>
          </a:ln>
        </p:spPr>
      </p:sp>
      <p:sp>
        <p:nvSpPr>
          <p:cNvPr id="43" name="p4_rect_43">
            <a:extLst>
              <a:ext uri="{FF2B5EF4-FFF2-40B4-BE49-F238E27FC236}">
                <a16:creationId xmlns:a16="http://schemas.microsoft.com/office/drawing/2014/main" id="{E5A11065-FE31-4E38-9408-AD849B5FD0DE}"/>
              </a:ext>
            </a:extLst>
          </p:cNvPr>
          <p:cNvSpPr>
            <a:spLocks/>
          </p:cNvSpPr>
          <p:nvPr/>
        </p:nvSpPr>
        <p:spPr>
          <a:xfrm>
            <a:off x="8271870" y="4387371"/>
            <a:ext cx="138472" cy="80168"/>
          </a:xfrm>
          <a:prstGeom prst="rect">
            <a:avLst/>
          </a:prstGeom>
          <a:solidFill>
            <a:srgbClr val="C6D2EE"/>
          </a:solidFill>
          <a:ln w="5830">
            <a:solidFill>
              <a:srgbClr val="394D93"/>
            </a:solidFill>
            <a:prstDash val="solid"/>
          </a:ln>
        </p:spPr>
      </p:sp>
      <p:sp>
        <p:nvSpPr>
          <p:cNvPr id="44" name="p4_rect_44">
            <a:extLst>
              <a:ext uri="{FF2B5EF4-FFF2-40B4-BE49-F238E27FC236}">
                <a16:creationId xmlns:a16="http://schemas.microsoft.com/office/drawing/2014/main" id="{77FC7ACB-01A8-4DA5-AFF6-CBA74E558E95}"/>
              </a:ext>
            </a:extLst>
          </p:cNvPr>
          <p:cNvSpPr>
            <a:spLocks/>
          </p:cNvSpPr>
          <p:nvPr/>
        </p:nvSpPr>
        <p:spPr>
          <a:xfrm>
            <a:off x="7441039" y="4467539"/>
            <a:ext cx="138472" cy="80168"/>
          </a:xfrm>
          <a:prstGeom prst="rect">
            <a:avLst/>
          </a:prstGeom>
          <a:solidFill>
            <a:srgbClr val="E8EDFB"/>
          </a:solidFill>
          <a:ln w="5830">
            <a:solidFill>
              <a:srgbClr val="394D93"/>
            </a:solidFill>
            <a:prstDash val="solid"/>
          </a:ln>
        </p:spPr>
      </p:sp>
      <p:sp>
        <p:nvSpPr>
          <p:cNvPr id="45" name="p4_rect_45">
            <a:extLst>
              <a:ext uri="{FF2B5EF4-FFF2-40B4-BE49-F238E27FC236}">
                <a16:creationId xmlns:a16="http://schemas.microsoft.com/office/drawing/2014/main" id="{4647FE92-2E69-4EF0-B12F-AC9614C08B10}"/>
              </a:ext>
            </a:extLst>
          </p:cNvPr>
          <p:cNvSpPr>
            <a:spLocks/>
          </p:cNvSpPr>
          <p:nvPr/>
        </p:nvSpPr>
        <p:spPr>
          <a:xfrm>
            <a:off x="7579511" y="4467539"/>
            <a:ext cx="138472" cy="80168"/>
          </a:xfrm>
          <a:prstGeom prst="rect">
            <a:avLst/>
          </a:prstGeom>
          <a:solidFill>
            <a:srgbClr val="E8EDFB"/>
          </a:solidFill>
          <a:ln w="5830">
            <a:solidFill>
              <a:srgbClr val="394D93"/>
            </a:solidFill>
            <a:prstDash val="solid"/>
          </a:ln>
        </p:spPr>
      </p:sp>
      <p:sp>
        <p:nvSpPr>
          <p:cNvPr id="46" name="p4_rect_46">
            <a:extLst>
              <a:ext uri="{FF2B5EF4-FFF2-40B4-BE49-F238E27FC236}">
                <a16:creationId xmlns:a16="http://schemas.microsoft.com/office/drawing/2014/main" id="{E08B6FBF-98CC-4DB5-B04B-69F5C589A27B}"/>
              </a:ext>
            </a:extLst>
          </p:cNvPr>
          <p:cNvSpPr>
            <a:spLocks/>
          </p:cNvSpPr>
          <p:nvPr/>
        </p:nvSpPr>
        <p:spPr>
          <a:xfrm>
            <a:off x="7717983" y="4467539"/>
            <a:ext cx="138472" cy="80168"/>
          </a:xfrm>
          <a:prstGeom prst="rect">
            <a:avLst/>
          </a:prstGeom>
          <a:solidFill>
            <a:srgbClr val="C6D2EE"/>
          </a:solidFill>
          <a:ln w="5830">
            <a:solidFill>
              <a:srgbClr val="394D93"/>
            </a:solidFill>
            <a:prstDash val="solid"/>
          </a:ln>
        </p:spPr>
      </p:sp>
      <p:sp>
        <p:nvSpPr>
          <p:cNvPr id="47" name="p4_rect_47">
            <a:extLst>
              <a:ext uri="{FF2B5EF4-FFF2-40B4-BE49-F238E27FC236}">
                <a16:creationId xmlns:a16="http://schemas.microsoft.com/office/drawing/2014/main" id="{62A55558-2997-4206-81D2-D675C8F3F980}"/>
              </a:ext>
            </a:extLst>
          </p:cNvPr>
          <p:cNvSpPr>
            <a:spLocks/>
          </p:cNvSpPr>
          <p:nvPr/>
        </p:nvSpPr>
        <p:spPr>
          <a:xfrm>
            <a:off x="7856455" y="4467539"/>
            <a:ext cx="138472" cy="80168"/>
          </a:xfrm>
          <a:prstGeom prst="rect">
            <a:avLst/>
          </a:prstGeom>
          <a:solidFill>
            <a:srgbClr val="E8EDFB"/>
          </a:solidFill>
          <a:ln w="5830">
            <a:solidFill>
              <a:srgbClr val="394D93"/>
            </a:solidFill>
            <a:prstDash val="solid"/>
          </a:ln>
        </p:spPr>
      </p:sp>
      <p:sp>
        <p:nvSpPr>
          <p:cNvPr id="48" name="p4_rect_48">
            <a:extLst>
              <a:ext uri="{FF2B5EF4-FFF2-40B4-BE49-F238E27FC236}">
                <a16:creationId xmlns:a16="http://schemas.microsoft.com/office/drawing/2014/main" id="{796E3C90-90EA-4B55-904F-BCED66429492}"/>
              </a:ext>
            </a:extLst>
          </p:cNvPr>
          <p:cNvSpPr>
            <a:spLocks/>
          </p:cNvSpPr>
          <p:nvPr/>
        </p:nvSpPr>
        <p:spPr>
          <a:xfrm>
            <a:off x="7994927" y="4467539"/>
            <a:ext cx="138472" cy="80168"/>
          </a:xfrm>
          <a:prstGeom prst="rect">
            <a:avLst/>
          </a:prstGeom>
          <a:solidFill>
            <a:srgbClr val="E8EDFB"/>
          </a:solidFill>
          <a:ln w="5830">
            <a:solidFill>
              <a:srgbClr val="394D93"/>
            </a:solidFill>
            <a:prstDash val="solid"/>
          </a:ln>
        </p:spPr>
      </p:sp>
      <p:sp>
        <p:nvSpPr>
          <p:cNvPr id="49" name="p4_rect_49">
            <a:extLst>
              <a:ext uri="{FF2B5EF4-FFF2-40B4-BE49-F238E27FC236}">
                <a16:creationId xmlns:a16="http://schemas.microsoft.com/office/drawing/2014/main" id="{10E3C639-D234-4F9E-8060-977464D6E17F}"/>
              </a:ext>
            </a:extLst>
          </p:cNvPr>
          <p:cNvSpPr>
            <a:spLocks/>
          </p:cNvSpPr>
          <p:nvPr/>
        </p:nvSpPr>
        <p:spPr>
          <a:xfrm>
            <a:off x="8133399" y="4467539"/>
            <a:ext cx="138472" cy="80168"/>
          </a:xfrm>
          <a:prstGeom prst="rect">
            <a:avLst/>
          </a:prstGeom>
          <a:solidFill>
            <a:srgbClr val="C6D2EE"/>
          </a:solidFill>
          <a:ln w="5830">
            <a:solidFill>
              <a:srgbClr val="394D93"/>
            </a:solidFill>
            <a:prstDash val="solid"/>
          </a:ln>
        </p:spPr>
      </p:sp>
      <p:sp>
        <p:nvSpPr>
          <p:cNvPr id="50" name="p4_rect_50">
            <a:extLst>
              <a:ext uri="{FF2B5EF4-FFF2-40B4-BE49-F238E27FC236}">
                <a16:creationId xmlns:a16="http://schemas.microsoft.com/office/drawing/2014/main" id="{05C63AA8-CD49-4F34-9AA7-909FB8E75F28}"/>
              </a:ext>
            </a:extLst>
          </p:cNvPr>
          <p:cNvSpPr>
            <a:spLocks/>
          </p:cNvSpPr>
          <p:nvPr/>
        </p:nvSpPr>
        <p:spPr>
          <a:xfrm>
            <a:off x="8271870" y="4467539"/>
            <a:ext cx="138472" cy="80168"/>
          </a:xfrm>
          <a:prstGeom prst="rect">
            <a:avLst/>
          </a:prstGeom>
          <a:solidFill>
            <a:srgbClr val="E8EDFB"/>
          </a:solidFill>
          <a:ln w="5830">
            <a:solidFill>
              <a:srgbClr val="394D93"/>
            </a:solidFill>
            <a:prstDash val="solid"/>
          </a:ln>
        </p:spPr>
      </p:sp>
      <p:sp>
        <p:nvSpPr>
          <p:cNvPr id="51" name="p4_rect_51">
            <a:extLst>
              <a:ext uri="{FF2B5EF4-FFF2-40B4-BE49-F238E27FC236}">
                <a16:creationId xmlns:a16="http://schemas.microsoft.com/office/drawing/2014/main" id="{09E61AF1-95D4-4790-B74A-3A70DEE95C70}"/>
              </a:ext>
            </a:extLst>
          </p:cNvPr>
          <p:cNvSpPr>
            <a:spLocks/>
          </p:cNvSpPr>
          <p:nvPr/>
        </p:nvSpPr>
        <p:spPr>
          <a:xfrm>
            <a:off x="7441039" y="4547707"/>
            <a:ext cx="138472" cy="80168"/>
          </a:xfrm>
          <a:prstGeom prst="rect">
            <a:avLst/>
          </a:prstGeom>
          <a:solidFill>
            <a:srgbClr val="E8EDFB"/>
          </a:solidFill>
          <a:ln w="5830">
            <a:solidFill>
              <a:srgbClr val="394D93"/>
            </a:solidFill>
            <a:prstDash val="solid"/>
          </a:ln>
        </p:spPr>
      </p:sp>
      <p:sp>
        <p:nvSpPr>
          <p:cNvPr id="52" name="p4_rect_52">
            <a:extLst>
              <a:ext uri="{FF2B5EF4-FFF2-40B4-BE49-F238E27FC236}">
                <a16:creationId xmlns:a16="http://schemas.microsoft.com/office/drawing/2014/main" id="{98CA8171-8D02-4AA7-926B-8BCA43E93C6E}"/>
              </a:ext>
            </a:extLst>
          </p:cNvPr>
          <p:cNvSpPr>
            <a:spLocks/>
          </p:cNvSpPr>
          <p:nvPr/>
        </p:nvSpPr>
        <p:spPr>
          <a:xfrm>
            <a:off x="7579511" y="4547707"/>
            <a:ext cx="138472" cy="80168"/>
          </a:xfrm>
          <a:prstGeom prst="rect">
            <a:avLst/>
          </a:prstGeom>
          <a:solidFill>
            <a:srgbClr val="C6D2EE"/>
          </a:solidFill>
          <a:ln w="5830">
            <a:solidFill>
              <a:srgbClr val="394D93"/>
            </a:solidFill>
            <a:prstDash val="solid"/>
          </a:ln>
        </p:spPr>
      </p:sp>
      <p:sp>
        <p:nvSpPr>
          <p:cNvPr id="53" name="p4_rect_53">
            <a:extLst>
              <a:ext uri="{FF2B5EF4-FFF2-40B4-BE49-F238E27FC236}">
                <a16:creationId xmlns:a16="http://schemas.microsoft.com/office/drawing/2014/main" id="{7023C1DF-01EB-426D-ABB9-B04A9F9E35CA}"/>
              </a:ext>
            </a:extLst>
          </p:cNvPr>
          <p:cNvSpPr>
            <a:spLocks/>
          </p:cNvSpPr>
          <p:nvPr/>
        </p:nvSpPr>
        <p:spPr>
          <a:xfrm>
            <a:off x="7717983" y="4547707"/>
            <a:ext cx="138472" cy="80168"/>
          </a:xfrm>
          <a:prstGeom prst="rect">
            <a:avLst/>
          </a:prstGeom>
          <a:solidFill>
            <a:srgbClr val="E8EDFB"/>
          </a:solidFill>
          <a:ln w="5830">
            <a:solidFill>
              <a:srgbClr val="394D93"/>
            </a:solidFill>
            <a:prstDash val="solid"/>
          </a:ln>
        </p:spPr>
      </p:sp>
      <p:sp>
        <p:nvSpPr>
          <p:cNvPr id="54" name="p4_rect_54">
            <a:extLst>
              <a:ext uri="{FF2B5EF4-FFF2-40B4-BE49-F238E27FC236}">
                <a16:creationId xmlns:a16="http://schemas.microsoft.com/office/drawing/2014/main" id="{9F81360C-3C4E-4DDC-8375-F5470CB6377A}"/>
              </a:ext>
            </a:extLst>
          </p:cNvPr>
          <p:cNvSpPr>
            <a:spLocks/>
          </p:cNvSpPr>
          <p:nvPr/>
        </p:nvSpPr>
        <p:spPr>
          <a:xfrm>
            <a:off x="7856455" y="4547707"/>
            <a:ext cx="138472" cy="80168"/>
          </a:xfrm>
          <a:prstGeom prst="rect">
            <a:avLst/>
          </a:prstGeom>
          <a:solidFill>
            <a:srgbClr val="E8EDFB"/>
          </a:solidFill>
          <a:ln w="5830">
            <a:solidFill>
              <a:srgbClr val="394D93"/>
            </a:solidFill>
            <a:prstDash val="solid"/>
          </a:ln>
        </p:spPr>
      </p:sp>
      <p:sp>
        <p:nvSpPr>
          <p:cNvPr id="55" name="p4_rect_55">
            <a:extLst>
              <a:ext uri="{FF2B5EF4-FFF2-40B4-BE49-F238E27FC236}">
                <a16:creationId xmlns:a16="http://schemas.microsoft.com/office/drawing/2014/main" id="{D96F9812-4294-473E-8CE8-3846FA4BA627}"/>
              </a:ext>
            </a:extLst>
          </p:cNvPr>
          <p:cNvSpPr>
            <a:spLocks/>
          </p:cNvSpPr>
          <p:nvPr/>
        </p:nvSpPr>
        <p:spPr>
          <a:xfrm>
            <a:off x="7994927" y="4547707"/>
            <a:ext cx="138472" cy="80168"/>
          </a:xfrm>
          <a:prstGeom prst="rect">
            <a:avLst/>
          </a:prstGeom>
          <a:solidFill>
            <a:srgbClr val="C6D2EE"/>
          </a:solidFill>
          <a:ln w="5830">
            <a:solidFill>
              <a:srgbClr val="394D93"/>
            </a:solidFill>
            <a:prstDash val="solid"/>
          </a:ln>
        </p:spPr>
      </p:sp>
      <p:sp>
        <p:nvSpPr>
          <p:cNvPr id="56" name="p4_rect_56">
            <a:extLst>
              <a:ext uri="{FF2B5EF4-FFF2-40B4-BE49-F238E27FC236}">
                <a16:creationId xmlns:a16="http://schemas.microsoft.com/office/drawing/2014/main" id="{E6CCF63B-1E7C-4E7D-A146-A16E3EB6A717}"/>
              </a:ext>
            </a:extLst>
          </p:cNvPr>
          <p:cNvSpPr>
            <a:spLocks/>
          </p:cNvSpPr>
          <p:nvPr/>
        </p:nvSpPr>
        <p:spPr>
          <a:xfrm>
            <a:off x="8133399" y="4547707"/>
            <a:ext cx="138472" cy="80168"/>
          </a:xfrm>
          <a:prstGeom prst="rect">
            <a:avLst/>
          </a:prstGeom>
          <a:solidFill>
            <a:srgbClr val="E8EDFB"/>
          </a:solidFill>
          <a:ln w="5830">
            <a:solidFill>
              <a:srgbClr val="394D93"/>
            </a:solidFill>
            <a:prstDash val="solid"/>
          </a:ln>
        </p:spPr>
      </p:sp>
      <p:sp>
        <p:nvSpPr>
          <p:cNvPr id="57" name="p4_rect_57">
            <a:extLst>
              <a:ext uri="{FF2B5EF4-FFF2-40B4-BE49-F238E27FC236}">
                <a16:creationId xmlns:a16="http://schemas.microsoft.com/office/drawing/2014/main" id="{010541B7-B0D1-43C2-85CC-32CF73AC8791}"/>
              </a:ext>
            </a:extLst>
          </p:cNvPr>
          <p:cNvSpPr>
            <a:spLocks/>
          </p:cNvSpPr>
          <p:nvPr/>
        </p:nvSpPr>
        <p:spPr>
          <a:xfrm>
            <a:off x="8271870" y="4547707"/>
            <a:ext cx="138472" cy="80168"/>
          </a:xfrm>
          <a:prstGeom prst="rect">
            <a:avLst/>
          </a:prstGeom>
          <a:solidFill>
            <a:srgbClr val="E8EDFB"/>
          </a:solidFill>
          <a:ln w="5830">
            <a:solidFill>
              <a:srgbClr val="394D93"/>
            </a:solidFill>
            <a:prstDash val="solid"/>
          </a:ln>
        </p:spPr>
      </p:sp>
      <p:sp>
        <p:nvSpPr>
          <p:cNvPr id="58" name="p4_rect_58">
            <a:extLst>
              <a:ext uri="{FF2B5EF4-FFF2-40B4-BE49-F238E27FC236}">
                <a16:creationId xmlns:a16="http://schemas.microsoft.com/office/drawing/2014/main" id="{E77734F0-6449-4C06-9303-8B2164823451}"/>
              </a:ext>
            </a:extLst>
          </p:cNvPr>
          <p:cNvSpPr>
            <a:spLocks/>
          </p:cNvSpPr>
          <p:nvPr/>
        </p:nvSpPr>
        <p:spPr>
          <a:xfrm>
            <a:off x="7441039" y="4627875"/>
            <a:ext cx="138472" cy="80168"/>
          </a:xfrm>
          <a:prstGeom prst="rect">
            <a:avLst/>
          </a:prstGeom>
          <a:solidFill>
            <a:srgbClr val="C6D2EE"/>
          </a:solidFill>
          <a:ln w="5830">
            <a:solidFill>
              <a:srgbClr val="394D93"/>
            </a:solidFill>
            <a:prstDash val="solid"/>
          </a:ln>
        </p:spPr>
      </p:sp>
      <p:sp>
        <p:nvSpPr>
          <p:cNvPr id="59" name="p4_rect_59">
            <a:extLst>
              <a:ext uri="{FF2B5EF4-FFF2-40B4-BE49-F238E27FC236}">
                <a16:creationId xmlns:a16="http://schemas.microsoft.com/office/drawing/2014/main" id="{89C6F64D-2C55-40CF-997A-5987A7F1027E}"/>
              </a:ext>
            </a:extLst>
          </p:cNvPr>
          <p:cNvSpPr>
            <a:spLocks/>
          </p:cNvSpPr>
          <p:nvPr/>
        </p:nvSpPr>
        <p:spPr>
          <a:xfrm>
            <a:off x="7579511" y="4627875"/>
            <a:ext cx="138472" cy="80168"/>
          </a:xfrm>
          <a:prstGeom prst="rect">
            <a:avLst/>
          </a:prstGeom>
          <a:solidFill>
            <a:srgbClr val="E8EDFB"/>
          </a:solidFill>
          <a:ln w="5830">
            <a:solidFill>
              <a:srgbClr val="394D93"/>
            </a:solidFill>
            <a:prstDash val="solid"/>
          </a:ln>
        </p:spPr>
      </p:sp>
      <p:sp>
        <p:nvSpPr>
          <p:cNvPr id="60" name="p4_rect_60">
            <a:extLst>
              <a:ext uri="{FF2B5EF4-FFF2-40B4-BE49-F238E27FC236}">
                <a16:creationId xmlns:a16="http://schemas.microsoft.com/office/drawing/2014/main" id="{C1B0D475-2FD1-45D4-8E09-B342779DDC82}"/>
              </a:ext>
            </a:extLst>
          </p:cNvPr>
          <p:cNvSpPr>
            <a:spLocks/>
          </p:cNvSpPr>
          <p:nvPr/>
        </p:nvSpPr>
        <p:spPr>
          <a:xfrm>
            <a:off x="7717983" y="4627875"/>
            <a:ext cx="138472" cy="80168"/>
          </a:xfrm>
          <a:prstGeom prst="rect">
            <a:avLst/>
          </a:prstGeom>
          <a:solidFill>
            <a:srgbClr val="E8EDFB"/>
          </a:solidFill>
          <a:ln w="5830">
            <a:solidFill>
              <a:srgbClr val="394D93"/>
            </a:solidFill>
            <a:prstDash val="solid"/>
          </a:ln>
        </p:spPr>
      </p:sp>
      <p:sp>
        <p:nvSpPr>
          <p:cNvPr id="61" name="p4_rect_61">
            <a:extLst>
              <a:ext uri="{FF2B5EF4-FFF2-40B4-BE49-F238E27FC236}">
                <a16:creationId xmlns:a16="http://schemas.microsoft.com/office/drawing/2014/main" id="{2112F1C0-E769-43F7-82B9-67ED303C3DBD}"/>
              </a:ext>
            </a:extLst>
          </p:cNvPr>
          <p:cNvSpPr>
            <a:spLocks/>
          </p:cNvSpPr>
          <p:nvPr/>
        </p:nvSpPr>
        <p:spPr>
          <a:xfrm>
            <a:off x="7856455" y="4627875"/>
            <a:ext cx="138472" cy="80168"/>
          </a:xfrm>
          <a:prstGeom prst="rect">
            <a:avLst/>
          </a:prstGeom>
          <a:solidFill>
            <a:srgbClr val="C6D2EE"/>
          </a:solidFill>
          <a:ln w="5830">
            <a:solidFill>
              <a:srgbClr val="394D93"/>
            </a:solidFill>
            <a:prstDash val="solid"/>
          </a:ln>
        </p:spPr>
      </p:sp>
      <p:sp>
        <p:nvSpPr>
          <p:cNvPr id="62" name="p4_rect_62">
            <a:extLst>
              <a:ext uri="{FF2B5EF4-FFF2-40B4-BE49-F238E27FC236}">
                <a16:creationId xmlns:a16="http://schemas.microsoft.com/office/drawing/2014/main" id="{2C233DFF-1629-4B96-A0F4-485E2C6C62BB}"/>
              </a:ext>
            </a:extLst>
          </p:cNvPr>
          <p:cNvSpPr>
            <a:spLocks/>
          </p:cNvSpPr>
          <p:nvPr/>
        </p:nvSpPr>
        <p:spPr>
          <a:xfrm>
            <a:off x="7994927" y="4627875"/>
            <a:ext cx="138472" cy="80168"/>
          </a:xfrm>
          <a:prstGeom prst="rect">
            <a:avLst/>
          </a:prstGeom>
          <a:solidFill>
            <a:srgbClr val="E8EDFB"/>
          </a:solidFill>
          <a:ln w="5830">
            <a:solidFill>
              <a:srgbClr val="394D93"/>
            </a:solidFill>
            <a:prstDash val="solid"/>
          </a:ln>
        </p:spPr>
      </p:sp>
      <p:sp>
        <p:nvSpPr>
          <p:cNvPr id="63" name="p4_rect_63">
            <a:extLst>
              <a:ext uri="{FF2B5EF4-FFF2-40B4-BE49-F238E27FC236}">
                <a16:creationId xmlns:a16="http://schemas.microsoft.com/office/drawing/2014/main" id="{88C19BE4-BE1F-4358-9006-22A4B4D8F73F}"/>
              </a:ext>
            </a:extLst>
          </p:cNvPr>
          <p:cNvSpPr>
            <a:spLocks/>
          </p:cNvSpPr>
          <p:nvPr/>
        </p:nvSpPr>
        <p:spPr>
          <a:xfrm>
            <a:off x="8133399" y="4627875"/>
            <a:ext cx="138472" cy="80168"/>
          </a:xfrm>
          <a:prstGeom prst="rect">
            <a:avLst/>
          </a:prstGeom>
          <a:solidFill>
            <a:srgbClr val="E8EDFB"/>
          </a:solidFill>
          <a:ln w="5830">
            <a:solidFill>
              <a:srgbClr val="394D93"/>
            </a:solidFill>
            <a:prstDash val="solid"/>
          </a:ln>
        </p:spPr>
      </p:sp>
      <p:sp>
        <p:nvSpPr>
          <p:cNvPr id="64" name="p4_rect_64">
            <a:extLst>
              <a:ext uri="{FF2B5EF4-FFF2-40B4-BE49-F238E27FC236}">
                <a16:creationId xmlns:a16="http://schemas.microsoft.com/office/drawing/2014/main" id="{D6DAC322-EC6D-4A17-AF89-224891F348F8}"/>
              </a:ext>
            </a:extLst>
          </p:cNvPr>
          <p:cNvSpPr>
            <a:spLocks/>
          </p:cNvSpPr>
          <p:nvPr/>
        </p:nvSpPr>
        <p:spPr>
          <a:xfrm>
            <a:off x="8271870" y="4627875"/>
            <a:ext cx="138472" cy="80168"/>
          </a:xfrm>
          <a:prstGeom prst="rect">
            <a:avLst/>
          </a:prstGeom>
          <a:solidFill>
            <a:srgbClr val="C6D2EE"/>
          </a:solidFill>
          <a:ln w="5830">
            <a:solidFill>
              <a:srgbClr val="394D93"/>
            </a:solidFill>
            <a:prstDash val="solid"/>
          </a:ln>
        </p:spPr>
      </p:sp>
      <p:sp>
        <p:nvSpPr>
          <p:cNvPr id="65" name="p4_path_65">
            <a:extLst>
              <a:ext uri="{FF2B5EF4-FFF2-40B4-BE49-F238E27FC236}">
                <a16:creationId xmlns:a16="http://schemas.microsoft.com/office/drawing/2014/main" id="{708DD589-E52D-4359-B5F2-453086C5F5A4}"/>
              </a:ext>
            </a:extLst>
          </p:cNvPr>
          <p:cNvSpPr>
            <a:spLocks/>
          </p:cNvSpPr>
          <p:nvPr/>
        </p:nvSpPr>
        <p:spPr>
          <a:xfrm>
            <a:off x="9044397" y="3279596"/>
            <a:ext cx="539311" cy="729"/>
          </a:xfrm>
          <a:custGeom>
            <a:avLst/>
            <a:gdLst/>
            <a:ahLst/>
            <a:cxnLst/>
            <a:rect l="0" t="0" r="0" b="0"/>
            <a:pathLst>
              <a:path w="704850" h="953">
                <a:moveTo>
                  <a:pt x="0" y="0"/>
                </a:moveTo>
                <a:lnTo>
                  <a:pt x="704850" y="0"/>
                </a:lnTo>
              </a:path>
            </a:pathLst>
          </a:custGeom>
          <a:noFill/>
          <a:ln w="18220">
            <a:solidFill>
              <a:srgbClr val="394D93"/>
            </a:solidFill>
            <a:prstDash val="solid"/>
          </a:ln>
        </p:spPr>
      </p:sp>
      <p:sp>
        <p:nvSpPr>
          <p:cNvPr id="66" name="p4_path_66">
            <a:extLst>
              <a:ext uri="{FF2B5EF4-FFF2-40B4-BE49-F238E27FC236}">
                <a16:creationId xmlns:a16="http://schemas.microsoft.com/office/drawing/2014/main" id="{53A6838A-1ACA-403E-A94C-85B583DE6338}"/>
              </a:ext>
            </a:extLst>
          </p:cNvPr>
          <p:cNvSpPr>
            <a:spLocks/>
          </p:cNvSpPr>
          <p:nvPr/>
        </p:nvSpPr>
        <p:spPr>
          <a:xfrm>
            <a:off x="9496253" y="3241116"/>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67" name="p4_rect_67">
            <a:extLst>
              <a:ext uri="{FF2B5EF4-FFF2-40B4-BE49-F238E27FC236}">
                <a16:creationId xmlns:a16="http://schemas.microsoft.com/office/drawing/2014/main" id="{30936E6D-8381-4A24-B224-18E0DDC34103}"/>
              </a:ext>
            </a:extLst>
          </p:cNvPr>
          <p:cNvSpPr>
            <a:spLocks/>
          </p:cNvSpPr>
          <p:nvPr/>
        </p:nvSpPr>
        <p:spPr>
          <a:xfrm>
            <a:off x="9736757" y="1661662"/>
            <a:ext cx="2266565" cy="3403492"/>
          </a:xfrm>
          <a:prstGeom prst="roundRect">
            <a:avLst>
              <a:gd name="adj" fmla="val 4502"/>
            </a:avLst>
          </a:prstGeom>
          <a:gradFill>
            <a:gsLst>
              <a:gs pos="0">
                <a:srgbClr val="FEFEFF"/>
              </a:gs>
              <a:gs pos="100000">
                <a:srgbClr val="EDF0F8"/>
              </a:gs>
            </a:gsLst>
            <a:lin ang="5400000"/>
          </a:gradFill>
          <a:ln w="12390">
            <a:solidFill>
              <a:srgbClr val="172956"/>
            </a:solidFill>
            <a:prstDash val="solid"/>
          </a:ln>
        </p:spPr>
      </p:sp>
      <p:sp>
        <p:nvSpPr>
          <p:cNvPr id="68" name="p4_rect_68">
            <a:extLst>
              <a:ext uri="{FF2B5EF4-FFF2-40B4-BE49-F238E27FC236}">
                <a16:creationId xmlns:a16="http://schemas.microsoft.com/office/drawing/2014/main" id="{9E86F437-6C33-4DB2-91A3-23CC94A7C3ED}"/>
              </a:ext>
            </a:extLst>
          </p:cNvPr>
          <p:cNvSpPr>
            <a:spLocks/>
          </p:cNvSpPr>
          <p:nvPr/>
        </p:nvSpPr>
        <p:spPr>
          <a:xfrm>
            <a:off x="9860652" y="2434189"/>
            <a:ext cx="2018774" cy="510159"/>
          </a:xfrm>
          <a:prstGeom prst="roundRect">
            <a:avLst>
              <a:gd name="adj" fmla="val 10000"/>
            </a:avLst>
          </a:prstGeom>
          <a:solidFill>
            <a:srgbClr val="FFFFFF"/>
          </a:solidFill>
          <a:ln w="7288">
            <a:solidFill>
              <a:srgbClr val="8599C3"/>
            </a:solidFill>
            <a:prstDash val="solid"/>
          </a:ln>
        </p:spPr>
      </p:sp>
      <p:sp>
        <p:nvSpPr>
          <p:cNvPr id="69" name="p4_path_69">
            <a:extLst>
              <a:ext uri="{FF2B5EF4-FFF2-40B4-BE49-F238E27FC236}">
                <a16:creationId xmlns:a16="http://schemas.microsoft.com/office/drawing/2014/main" id="{A5917D9C-7869-4915-BB26-DFCAAB795FCE}"/>
              </a:ext>
            </a:extLst>
          </p:cNvPr>
          <p:cNvSpPr>
            <a:spLocks/>
          </p:cNvSpPr>
          <p:nvPr/>
        </p:nvSpPr>
        <p:spPr>
          <a:xfrm>
            <a:off x="10042852" y="2521645"/>
            <a:ext cx="291520" cy="335248"/>
          </a:xfrm>
          <a:custGeom>
            <a:avLst/>
            <a:gdLst/>
            <a:ahLst/>
            <a:cxnLst/>
            <a:rect l="0" t="0" r="0" b="0"/>
            <a:pathLst>
              <a:path w="381000" h="438150">
                <a:moveTo>
                  <a:pt x="190500" y="0"/>
                </a:moveTo>
                <a:lnTo>
                  <a:pt x="0" y="438150"/>
                </a:lnTo>
                <a:lnTo>
                  <a:pt x="381000" y="438150"/>
                </a:lnTo>
                <a:lnTo>
                  <a:pt x="190500" y="0"/>
                </a:lnTo>
              </a:path>
            </a:pathLst>
          </a:custGeom>
          <a:noFill/>
          <a:ln w="12390">
            <a:solidFill>
              <a:srgbClr val="394D93"/>
            </a:solidFill>
            <a:prstDash val="solid"/>
          </a:ln>
        </p:spPr>
      </p:sp>
      <p:sp>
        <p:nvSpPr>
          <p:cNvPr id="70" name="p4_path_70">
            <a:extLst>
              <a:ext uri="{FF2B5EF4-FFF2-40B4-BE49-F238E27FC236}">
                <a16:creationId xmlns:a16="http://schemas.microsoft.com/office/drawing/2014/main" id="{40EE8519-8304-47F0-84C8-408A07E454DC}"/>
              </a:ext>
            </a:extLst>
          </p:cNvPr>
          <p:cNvSpPr>
            <a:spLocks/>
          </p:cNvSpPr>
          <p:nvPr/>
        </p:nvSpPr>
        <p:spPr>
          <a:xfrm>
            <a:off x="10093868" y="2689269"/>
            <a:ext cx="189488" cy="729"/>
          </a:xfrm>
          <a:custGeom>
            <a:avLst/>
            <a:gdLst/>
            <a:ahLst/>
            <a:cxnLst/>
            <a:rect l="0" t="0" r="0" b="0"/>
            <a:pathLst>
              <a:path w="247650" h="953">
                <a:moveTo>
                  <a:pt x="0" y="0"/>
                </a:moveTo>
                <a:lnTo>
                  <a:pt x="247650" y="0"/>
                </a:lnTo>
              </a:path>
            </a:pathLst>
          </a:custGeom>
          <a:noFill/>
          <a:ln w="10932">
            <a:solidFill>
              <a:srgbClr val="394D93"/>
            </a:solidFill>
            <a:prstDash val="solid"/>
          </a:ln>
        </p:spPr>
      </p:sp>
      <p:sp>
        <p:nvSpPr>
          <p:cNvPr id="71" name="p4_path_71">
            <a:extLst>
              <a:ext uri="{FF2B5EF4-FFF2-40B4-BE49-F238E27FC236}">
                <a16:creationId xmlns:a16="http://schemas.microsoft.com/office/drawing/2014/main" id="{8807AF74-3C3D-4415-8524-8F3A9C0265EE}"/>
              </a:ext>
            </a:extLst>
          </p:cNvPr>
          <p:cNvSpPr>
            <a:spLocks/>
          </p:cNvSpPr>
          <p:nvPr/>
        </p:nvSpPr>
        <p:spPr>
          <a:xfrm>
            <a:off x="9999124" y="2609101"/>
            <a:ext cx="378976" cy="729"/>
          </a:xfrm>
          <a:custGeom>
            <a:avLst/>
            <a:gdLst/>
            <a:ahLst/>
            <a:cxnLst/>
            <a:rect l="0" t="0" r="0" b="0"/>
            <a:pathLst>
              <a:path w="495300" h="953">
                <a:moveTo>
                  <a:pt x="0" y="0"/>
                </a:moveTo>
                <a:lnTo>
                  <a:pt x="495300" y="0"/>
                </a:lnTo>
              </a:path>
            </a:pathLst>
          </a:custGeom>
          <a:noFill/>
          <a:ln w="10932">
            <a:solidFill>
              <a:srgbClr val="394D93"/>
            </a:solidFill>
            <a:prstDash val="solid"/>
          </a:ln>
        </p:spPr>
      </p:sp>
      <p:sp>
        <p:nvSpPr>
          <p:cNvPr id="72" name="p4_path_72">
            <a:extLst>
              <a:ext uri="{FF2B5EF4-FFF2-40B4-BE49-F238E27FC236}">
                <a16:creationId xmlns:a16="http://schemas.microsoft.com/office/drawing/2014/main" id="{0EF469FF-3AF1-44EA-AB6C-660A402DEFB9}"/>
              </a:ext>
            </a:extLst>
          </p:cNvPr>
          <p:cNvSpPr>
            <a:spLocks/>
          </p:cNvSpPr>
          <p:nvPr/>
        </p:nvSpPr>
        <p:spPr>
          <a:xfrm>
            <a:off x="10086580" y="2754861"/>
            <a:ext cx="204064" cy="729"/>
          </a:xfrm>
          <a:custGeom>
            <a:avLst/>
            <a:gdLst/>
            <a:ahLst/>
            <a:cxnLst/>
            <a:rect l="0" t="0" r="0" b="0"/>
            <a:pathLst>
              <a:path w="266700" h="953">
                <a:moveTo>
                  <a:pt x="0" y="0"/>
                </a:moveTo>
                <a:lnTo>
                  <a:pt x="266700" y="0"/>
                </a:lnTo>
              </a:path>
            </a:pathLst>
          </a:custGeom>
          <a:noFill/>
          <a:ln w="10932">
            <a:solidFill>
              <a:srgbClr val="394D93"/>
            </a:solidFill>
            <a:prstDash val="solid"/>
          </a:ln>
        </p:spPr>
      </p:sp>
      <p:sp>
        <p:nvSpPr>
          <p:cNvPr id="73" name="p4_rect_73">
            <a:extLst>
              <a:ext uri="{FF2B5EF4-FFF2-40B4-BE49-F238E27FC236}">
                <a16:creationId xmlns:a16="http://schemas.microsoft.com/office/drawing/2014/main" id="{579FC43A-C4ED-46D2-AA15-B7EB0329094D}"/>
              </a:ext>
            </a:extLst>
          </p:cNvPr>
          <p:cNvSpPr>
            <a:spLocks/>
          </p:cNvSpPr>
          <p:nvPr/>
        </p:nvSpPr>
        <p:spPr>
          <a:xfrm>
            <a:off x="9860652" y="3039092"/>
            <a:ext cx="2018774" cy="510159"/>
          </a:xfrm>
          <a:prstGeom prst="roundRect">
            <a:avLst>
              <a:gd name="adj" fmla="val 10000"/>
            </a:avLst>
          </a:prstGeom>
          <a:solidFill>
            <a:srgbClr val="FFFFFF"/>
          </a:solidFill>
          <a:ln w="7288">
            <a:solidFill>
              <a:srgbClr val="8599C3"/>
            </a:solidFill>
            <a:prstDash val="solid"/>
          </a:ln>
        </p:spPr>
      </p:sp>
      <p:sp>
        <p:nvSpPr>
          <p:cNvPr id="74" name="p4_path_74">
            <a:extLst>
              <a:ext uri="{FF2B5EF4-FFF2-40B4-BE49-F238E27FC236}">
                <a16:creationId xmlns:a16="http://schemas.microsoft.com/office/drawing/2014/main" id="{47834397-E734-4EB3-BF47-8C5B93577B39}"/>
              </a:ext>
            </a:extLst>
          </p:cNvPr>
          <p:cNvSpPr>
            <a:spLocks/>
          </p:cNvSpPr>
          <p:nvPr/>
        </p:nvSpPr>
        <p:spPr>
          <a:xfrm>
            <a:off x="10020988" y="3184852"/>
            <a:ext cx="349824" cy="233216"/>
          </a:xfrm>
          <a:custGeom>
            <a:avLst/>
            <a:gdLst/>
            <a:ahLst/>
            <a:cxnLst/>
            <a:rect l="0" t="0" r="0" b="0"/>
            <a:pathLst>
              <a:path w="457200" h="304800">
                <a:moveTo>
                  <a:pt x="0" y="161925"/>
                </a:moveTo>
                <a:lnTo>
                  <a:pt x="95250" y="0"/>
                </a:lnTo>
                <a:lnTo>
                  <a:pt x="352425" y="0"/>
                </a:lnTo>
                <a:lnTo>
                  <a:pt x="457200" y="161925"/>
                </a:lnTo>
                <a:lnTo>
                  <a:pt x="457200" y="304800"/>
                </a:lnTo>
                <a:lnTo>
                  <a:pt x="0" y="304800"/>
                </a:lnTo>
                <a:close/>
              </a:path>
            </a:pathLst>
          </a:custGeom>
          <a:gradFill>
            <a:gsLst>
              <a:gs pos="0">
                <a:srgbClr val="E5EAF8"/>
              </a:gs>
              <a:gs pos="100000">
                <a:srgbClr val="C4CEEB"/>
              </a:gs>
            </a:gsLst>
            <a:lin ang="5400000"/>
          </a:gradFill>
          <a:ln w="13118">
            <a:solidFill>
              <a:srgbClr val="394D93"/>
            </a:solidFill>
            <a:prstDash val="solid"/>
          </a:ln>
        </p:spPr>
      </p:sp>
      <p:sp>
        <p:nvSpPr>
          <p:cNvPr id="75" name="p4_path_75">
            <a:extLst>
              <a:ext uri="{FF2B5EF4-FFF2-40B4-BE49-F238E27FC236}">
                <a16:creationId xmlns:a16="http://schemas.microsoft.com/office/drawing/2014/main" id="{3E733343-EFE4-448C-8B01-EC31E4558C63}"/>
              </a:ext>
            </a:extLst>
          </p:cNvPr>
          <p:cNvSpPr>
            <a:spLocks/>
          </p:cNvSpPr>
          <p:nvPr/>
        </p:nvSpPr>
        <p:spPr>
          <a:xfrm>
            <a:off x="10072004" y="3301460"/>
            <a:ext cx="247792" cy="729"/>
          </a:xfrm>
          <a:custGeom>
            <a:avLst/>
            <a:gdLst/>
            <a:ahLst/>
            <a:cxnLst/>
            <a:rect l="0" t="0" r="0" b="0"/>
            <a:pathLst>
              <a:path w="323850" h="953">
                <a:moveTo>
                  <a:pt x="0" y="0"/>
                </a:moveTo>
                <a:lnTo>
                  <a:pt x="323850" y="0"/>
                </a:lnTo>
              </a:path>
            </a:pathLst>
          </a:custGeom>
          <a:noFill/>
          <a:ln w="10932">
            <a:solidFill>
              <a:srgbClr val="394D93"/>
            </a:solidFill>
            <a:prstDash val="solid"/>
          </a:ln>
        </p:spPr>
      </p:sp>
      <p:sp>
        <p:nvSpPr>
          <p:cNvPr id="76" name="p4_ellipse_76">
            <a:extLst>
              <a:ext uri="{FF2B5EF4-FFF2-40B4-BE49-F238E27FC236}">
                <a16:creationId xmlns:a16="http://schemas.microsoft.com/office/drawing/2014/main" id="{95B30816-09DE-41CA-B038-1D10FB8FE419}"/>
              </a:ext>
            </a:extLst>
          </p:cNvPr>
          <p:cNvSpPr>
            <a:spLocks/>
          </p:cNvSpPr>
          <p:nvPr/>
        </p:nvSpPr>
        <p:spPr>
          <a:xfrm>
            <a:off x="10064716" y="3381628"/>
            <a:ext cx="80168" cy="94744"/>
          </a:xfrm>
          <a:prstGeom prst="ellipse">
            <a:avLst/>
          </a:prstGeom>
          <a:solidFill>
            <a:srgbClr val="394D93"/>
          </a:solidFill>
          <a:ln w="10932">
            <a:solidFill>
              <a:srgbClr val="394D93"/>
            </a:solidFill>
            <a:prstDash val="solid"/>
          </a:ln>
        </p:spPr>
      </p:sp>
      <p:sp>
        <p:nvSpPr>
          <p:cNvPr id="77" name="p4_ellipse_77">
            <a:extLst>
              <a:ext uri="{FF2B5EF4-FFF2-40B4-BE49-F238E27FC236}">
                <a16:creationId xmlns:a16="http://schemas.microsoft.com/office/drawing/2014/main" id="{AD818832-784D-4207-9665-A727A8907162}"/>
              </a:ext>
            </a:extLst>
          </p:cNvPr>
          <p:cNvSpPr>
            <a:spLocks/>
          </p:cNvSpPr>
          <p:nvPr/>
        </p:nvSpPr>
        <p:spPr>
          <a:xfrm>
            <a:off x="10261492" y="3381628"/>
            <a:ext cx="80168" cy="94744"/>
          </a:xfrm>
          <a:prstGeom prst="ellipse">
            <a:avLst/>
          </a:prstGeom>
          <a:solidFill>
            <a:srgbClr val="394D93"/>
          </a:solidFill>
          <a:ln w="10932">
            <a:solidFill>
              <a:srgbClr val="394D93"/>
            </a:solidFill>
            <a:prstDash val="solid"/>
          </a:ln>
        </p:spPr>
      </p:sp>
      <p:sp>
        <p:nvSpPr>
          <p:cNvPr id="78" name="p4_rect_78">
            <a:extLst>
              <a:ext uri="{FF2B5EF4-FFF2-40B4-BE49-F238E27FC236}">
                <a16:creationId xmlns:a16="http://schemas.microsoft.com/office/drawing/2014/main" id="{D748816B-3658-4FAF-A62E-A979EA739EAA}"/>
              </a:ext>
            </a:extLst>
          </p:cNvPr>
          <p:cNvSpPr>
            <a:spLocks/>
          </p:cNvSpPr>
          <p:nvPr/>
        </p:nvSpPr>
        <p:spPr>
          <a:xfrm>
            <a:off x="9860652" y="3643996"/>
            <a:ext cx="2018774" cy="510159"/>
          </a:xfrm>
          <a:prstGeom prst="roundRect">
            <a:avLst>
              <a:gd name="adj" fmla="val 10000"/>
            </a:avLst>
          </a:prstGeom>
          <a:solidFill>
            <a:srgbClr val="FFFFFF"/>
          </a:solidFill>
          <a:ln w="7288">
            <a:solidFill>
              <a:srgbClr val="8599C3"/>
            </a:solidFill>
            <a:prstDash val="solid"/>
          </a:ln>
        </p:spPr>
      </p:sp>
      <p:sp>
        <p:nvSpPr>
          <p:cNvPr id="79" name="p4_path_79">
            <a:extLst>
              <a:ext uri="{FF2B5EF4-FFF2-40B4-BE49-F238E27FC236}">
                <a16:creationId xmlns:a16="http://schemas.microsoft.com/office/drawing/2014/main" id="{FFE3BD4F-22C1-4D72-AA71-2F24FACCD7AD}"/>
              </a:ext>
            </a:extLst>
          </p:cNvPr>
          <p:cNvSpPr>
            <a:spLocks/>
          </p:cNvSpPr>
          <p:nvPr/>
        </p:nvSpPr>
        <p:spPr>
          <a:xfrm>
            <a:off x="9991836" y="3738740"/>
            <a:ext cx="459143" cy="276944"/>
          </a:xfrm>
          <a:custGeom>
            <a:avLst/>
            <a:gdLst/>
            <a:ahLst/>
            <a:cxnLst/>
            <a:rect l="0" t="0" r="0" b="0"/>
            <a:pathLst>
              <a:path w="600075" h="361950">
                <a:moveTo>
                  <a:pt x="85725" y="333375"/>
                </a:moveTo>
                <a:cubicBezTo>
                  <a:pt x="0" y="314325"/>
                  <a:pt x="9525" y="161925"/>
                  <a:pt x="142875" y="161925"/>
                </a:cubicBezTo>
                <a:cubicBezTo>
                  <a:pt x="152400" y="0"/>
                  <a:pt x="400050" y="0"/>
                  <a:pt x="428625" y="190500"/>
                </a:cubicBezTo>
                <a:cubicBezTo>
                  <a:pt x="600075" y="209550"/>
                  <a:pt x="581025" y="361950"/>
                  <a:pt x="466725" y="361950"/>
                </a:cubicBezTo>
                <a:lnTo>
                  <a:pt x="85725" y="361950"/>
                </a:lnTo>
                <a:close/>
              </a:path>
            </a:pathLst>
          </a:custGeom>
          <a:gradFill>
            <a:gsLst>
              <a:gs pos="0">
                <a:srgbClr val="FEFEFF"/>
              </a:gs>
              <a:gs pos="100000">
                <a:srgbClr val="EDF0F8"/>
              </a:gs>
            </a:gsLst>
            <a:lin ang="5400000"/>
          </a:gradFill>
          <a:ln w="13118">
            <a:solidFill>
              <a:srgbClr val="394D93"/>
            </a:solidFill>
            <a:prstDash val="solid"/>
          </a:ln>
        </p:spPr>
      </p:sp>
      <p:sp>
        <p:nvSpPr>
          <p:cNvPr id="80" name="p4_path_80">
            <a:extLst>
              <a:ext uri="{FF2B5EF4-FFF2-40B4-BE49-F238E27FC236}">
                <a16:creationId xmlns:a16="http://schemas.microsoft.com/office/drawing/2014/main" id="{A99A1979-E108-47F1-A7A8-BEC59F7C9689}"/>
              </a:ext>
            </a:extLst>
          </p:cNvPr>
          <p:cNvSpPr>
            <a:spLocks/>
          </p:cNvSpPr>
          <p:nvPr/>
        </p:nvSpPr>
        <p:spPr>
          <a:xfrm>
            <a:off x="10086580" y="4052123"/>
            <a:ext cx="29152" cy="58304"/>
          </a:xfrm>
          <a:custGeom>
            <a:avLst/>
            <a:gdLst/>
            <a:ahLst/>
            <a:cxnLst/>
            <a:rect l="0" t="0" r="0" b="0"/>
            <a:pathLst>
              <a:path w="38100" h="76200">
                <a:moveTo>
                  <a:pt x="38100" y="0"/>
                </a:moveTo>
                <a:lnTo>
                  <a:pt x="0" y="76200"/>
                </a:lnTo>
              </a:path>
            </a:pathLst>
          </a:custGeom>
          <a:noFill/>
          <a:ln w="10932">
            <a:solidFill>
              <a:srgbClr val="394D93"/>
            </a:solidFill>
            <a:prstDash val="solid"/>
          </a:ln>
        </p:spPr>
      </p:sp>
      <p:sp>
        <p:nvSpPr>
          <p:cNvPr id="81" name="p4_path_81">
            <a:extLst>
              <a:ext uri="{FF2B5EF4-FFF2-40B4-BE49-F238E27FC236}">
                <a16:creationId xmlns:a16="http://schemas.microsoft.com/office/drawing/2014/main" id="{98DB4CF0-7624-4ED9-9FC7-CD7C9EB39FBB}"/>
              </a:ext>
            </a:extLst>
          </p:cNvPr>
          <p:cNvSpPr>
            <a:spLocks/>
          </p:cNvSpPr>
          <p:nvPr/>
        </p:nvSpPr>
        <p:spPr>
          <a:xfrm>
            <a:off x="10174036" y="4052123"/>
            <a:ext cx="29152" cy="58304"/>
          </a:xfrm>
          <a:custGeom>
            <a:avLst/>
            <a:gdLst/>
            <a:ahLst/>
            <a:cxnLst/>
            <a:rect l="0" t="0" r="0" b="0"/>
            <a:pathLst>
              <a:path w="38100" h="76200">
                <a:moveTo>
                  <a:pt x="38100" y="0"/>
                </a:moveTo>
                <a:lnTo>
                  <a:pt x="0" y="76200"/>
                </a:lnTo>
              </a:path>
            </a:pathLst>
          </a:custGeom>
          <a:noFill/>
          <a:ln w="10932">
            <a:solidFill>
              <a:srgbClr val="394D93"/>
            </a:solidFill>
            <a:prstDash val="solid"/>
          </a:ln>
        </p:spPr>
      </p:sp>
      <p:sp>
        <p:nvSpPr>
          <p:cNvPr id="82" name="p4_path_82">
            <a:extLst>
              <a:ext uri="{FF2B5EF4-FFF2-40B4-BE49-F238E27FC236}">
                <a16:creationId xmlns:a16="http://schemas.microsoft.com/office/drawing/2014/main" id="{8740AD5B-2416-4E36-9FE3-1C2433F35E18}"/>
              </a:ext>
            </a:extLst>
          </p:cNvPr>
          <p:cNvSpPr>
            <a:spLocks/>
          </p:cNvSpPr>
          <p:nvPr/>
        </p:nvSpPr>
        <p:spPr>
          <a:xfrm>
            <a:off x="10261492" y="4052123"/>
            <a:ext cx="29152" cy="58304"/>
          </a:xfrm>
          <a:custGeom>
            <a:avLst/>
            <a:gdLst/>
            <a:ahLst/>
            <a:cxnLst/>
            <a:rect l="0" t="0" r="0" b="0"/>
            <a:pathLst>
              <a:path w="38100" h="76200">
                <a:moveTo>
                  <a:pt x="38100" y="0"/>
                </a:moveTo>
                <a:lnTo>
                  <a:pt x="0" y="76200"/>
                </a:lnTo>
              </a:path>
            </a:pathLst>
          </a:custGeom>
          <a:noFill/>
          <a:ln w="10932">
            <a:solidFill>
              <a:srgbClr val="394D93"/>
            </a:solidFill>
            <a:prstDash val="solid"/>
          </a:ln>
        </p:spPr>
      </p:sp>
      <p:sp>
        <p:nvSpPr>
          <p:cNvPr id="83" name="p4_rect_83">
            <a:extLst>
              <a:ext uri="{FF2B5EF4-FFF2-40B4-BE49-F238E27FC236}">
                <a16:creationId xmlns:a16="http://schemas.microsoft.com/office/drawing/2014/main" id="{F5D3CD98-6588-402A-914A-6F12F225B348}"/>
              </a:ext>
            </a:extLst>
          </p:cNvPr>
          <p:cNvSpPr>
            <a:spLocks/>
          </p:cNvSpPr>
          <p:nvPr/>
        </p:nvSpPr>
        <p:spPr>
          <a:xfrm>
            <a:off x="9860652" y="4248899"/>
            <a:ext cx="2018774" cy="510159"/>
          </a:xfrm>
          <a:prstGeom prst="roundRect">
            <a:avLst>
              <a:gd name="adj" fmla="val 10000"/>
            </a:avLst>
          </a:prstGeom>
          <a:solidFill>
            <a:srgbClr val="FFFFFF"/>
          </a:solidFill>
          <a:ln w="7288">
            <a:solidFill>
              <a:srgbClr val="8599C3"/>
            </a:solidFill>
            <a:prstDash val="solid"/>
          </a:ln>
        </p:spPr>
      </p:sp>
      <p:sp>
        <p:nvSpPr>
          <p:cNvPr id="84" name="p4_path_84">
            <a:extLst>
              <a:ext uri="{FF2B5EF4-FFF2-40B4-BE49-F238E27FC236}">
                <a16:creationId xmlns:a16="http://schemas.microsoft.com/office/drawing/2014/main" id="{00264D82-383C-4B19-9AD4-C1459346A25B}"/>
              </a:ext>
            </a:extLst>
          </p:cNvPr>
          <p:cNvSpPr>
            <a:spLocks/>
          </p:cNvSpPr>
          <p:nvPr/>
        </p:nvSpPr>
        <p:spPr>
          <a:xfrm>
            <a:off x="10020988" y="4431099"/>
            <a:ext cx="204064" cy="233216"/>
          </a:xfrm>
          <a:custGeom>
            <a:avLst/>
            <a:gdLst/>
            <a:ahLst/>
            <a:cxnLst/>
            <a:rect l="0" t="0" r="0" b="0"/>
            <a:pathLst>
              <a:path w="266700" h="304800">
                <a:moveTo>
                  <a:pt x="0" y="304800"/>
                </a:moveTo>
                <a:lnTo>
                  <a:pt x="0" y="47625"/>
                </a:lnTo>
                <a:lnTo>
                  <a:pt x="142875" y="133350"/>
                </a:lnTo>
                <a:lnTo>
                  <a:pt x="266700" y="0"/>
                </a:lnTo>
                <a:lnTo>
                  <a:pt x="266700" y="304800"/>
                </a:lnTo>
                <a:close/>
              </a:path>
            </a:pathLst>
          </a:custGeom>
          <a:gradFill>
            <a:gsLst>
              <a:gs pos="0">
                <a:srgbClr val="E5EAF8"/>
              </a:gs>
              <a:gs pos="100000">
                <a:srgbClr val="C4CEEB"/>
              </a:gs>
            </a:gsLst>
            <a:lin ang="5400000"/>
          </a:gradFill>
          <a:ln w="12390">
            <a:solidFill>
              <a:srgbClr val="394D93"/>
            </a:solidFill>
            <a:prstDash val="solid"/>
          </a:ln>
        </p:spPr>
      </p:sp>
      <p:sp>
        <p:nvSpPr>
          <p:cNvPr id="85" name="p4_rect_85">
            <a:extLst>
              <a:ext uri="{FF2B5EF4-FFF2-40B4-BE49-F238E27FC236}">
                <a16:creationId xmlns:a16="http://schemas.microsoft.com/office/drawing/2014/main" id="{69422B86-CD45-411A-9775-5117574164C5}"/>
              </a:ext>
            </a:extLst>
          </p:cNvPr>
          <p:cNvSpPr>
            <a:spLocks/>
          </p:cNvSpPr>
          <p:nvPr/>
        </p:nvSpPr>
        <p:spPr>
          <a:xfrm>
            <a:off x="10268780" y="4358219"/>
            <a:ext cx="80168" cy="306096"/>
          </a:xfrm>
          <a:prstGeom prst="rect">
            <a:avLst/>
          </a:prstGeom>
          <a:gradFill>
            <a:gsLst>
              <a:gs pos="0">
                <a:srgbClr val="E5EAF8"/>
              </a:gs>
              <a:gs pos="100000">
                <a:srgbClr val="C4CEEB"/>
              </a:gs>
            </a:gsLst>
            <a:lin ang="5400000"/>
          </a:gradFill>
          <a:ln w="10203">
            <a:solidFill>
              <a:srgbClr val="394D93"/>
            </a:solidFill>
            <a:prstDash val="solid"/>
          </a:ln>
        </p:spPr>
      </p:sp>
      <p:sp>
        <p:nvSpPr>
          <p:cNvPr id="86" name="p4_rect_86">
            <a:extLst>
              <a:ext uri="{FF2B5EF4-FFF2-40B4-BE49-F238E27FC236}">
                <a16:creationId xmlns:a16="http://schemas.microsoft.com/office/drawing/2014/main" id="{747B0A7E-100A-4FE5-B97E-B47CF758BFE8}"/>
              </a:ext>
            </a:extLst>
          </p:cNvPr>
          <p:cNvSpPr>
            <a:spLocks/>
          </p:cNvSpPr>
          <p:nvPr/>
        </p:nvSpPr>
        <p:spPr>
          <a:xfrm>
            <a:off x="10057428" y="4576859"/>
            <a:ext cx="29152" cy="51016"/>
          </a:xfrm>
          <a:prstGeom prst="rect">
            <a:avLst/>
          </a:prstGeom>
          <a:solidFill>
            <a:srgbClr val="394D93"/>
          </a:solidFill>
          <a:ln w="0">
            <a:noFill/>
            <a:prstDash val="solid"/>
          </a:ln>
        </p:spPr>
      </p:sp>
      <p:sp>
        <p:nvSpPr>
          <p:cNvPr id="87" name="p4_rect_87">
            <a:extLst>
              <a:ext uri="{FF2B5EF4-FFF2-40B4-BE49-F238E27FC236}">
                <a16:creationId xmlns:a16="http://schemas.microsoft.com/office/drawing/2014/main" id="{C8AFD2CF-0E88-4CAC-A267-C368F9597CF2}"/>
              </a:ext>
            </a:extLst>
          </p:cNvPr>
          <p:cNvSpPr>
            <a:spLocks/>
          </p:cNvSpPr>
          <p:nvPr/>
        </p:nvSpPr>
        <p:spPr>
          <a:xfrm>
            <a:off x="10115732" y="4576859"/>
            <a:ext cx="29152" cy="51016"/>
          </a:xfrm>
          <a:prstGeom prst="rect">
            <a:avLst/>
          </a:prstGeom>
          <a:solidFill>
            <a:srgbClr val="394D93"/>
          </a:solidFill>
          <a:ln w="0">
            <a:noFill/>
            <a:prstDash val="solid"/>
          </a:ln>
        </p:spPr>
      </p:sp>
      <p:sp>
        <p:nvSpPr>
          <p:cNvPr id="88" name="p4_rect_88">
            <a:extLst>
              <a:ext uri="{FF2B5EF4-FFF2-40B4-BE49-F238E27FC236}">
                <a16:creationId xmlns:a16="http://schemas.microsoft.com/office/drawing/2014/main" id="{9E9F0558-8965-487E-AA13-D8D6EBC03D1B}"/>
              </a:ext>
            </a:extLst>
          </p:cNvPr>
          <p:cNvSpPr>
            <a:spLocks/>
          </p:cNvSpPr>
          <p:nvPr/>
        </p:nvSpPr>
        <p:spPr>
          <a:xfrm>
            <a:off x="10174036" y="4576859"/>
            <a:ext cx="29152" cy="51016"/>
          </a:xfrm>
          <a:prstGeom prst="rect">
            <a:avLst/>
          </a:prstGeom>
          <a:solidFill>
            <a:srgbClr val="394D93"/>
          </a:solidFill>
          <a:ln w="0">
            <a:noFill/>
            <a:prstDash val="solid"/>
          </a:ln>
        </p:spPr>
      </p:sp>
      <p:sp>
        <p:nvSpPr>
          <p:cNvPr id="89" name="p4_rect_89">
            <a:extLst>
              <a:ext uri="{FF2B5EF4-FFF2-40B4-BE49-F238E27FC236}">
                <a16:creationId xmlns:a16="http://schemas.microsoft.com/office/drawing/2014/main" id="{5EF5F46B-7DD5-4D78-8FC2-3BC16EF8764F}"/>
              </a:ext>
            </a:extLst>
          </p:cNvPr>
          <p:cNvSpPr>
            <a:spLocks/>
          </p:cNvSpPr>
          <p:nvPr/>
        </p:nvSpPr>
        <p:spPr>
          <a:xfrm>
            <a:off x="262368" y="5568026"/>
            <a:ext cx="11660786" cy="1042183"/>
          </a:xfrm>
          <a:prstGeom prst="roundRect">
            <a:avLst>
              <a:gd name="adj" fmla="val 7692"/>
            </a:avLst>
          </a:prstGeom>
          <a:gradFill>
            <a:gsLst>
              <a:gs pos="0">
                <a:srgbClr val="FFFDFE"/>
              </a:gs>
              <a:gs pos="100000">
                <a:srgbClr val="F7EAF2"/>
              </a:gs>
            </a:gsLst>
            <a:lin ang="5400000"/>
          </a:gradFill>
          <a:ln w="9474">
            <a:solidFill>
              <a:srgbClr val="9C3E76"/>
            </a:solidFill>
            <a:prstDash val="solid"/>
          </a:ln>
        </p:spPr>
      </p:sp>
      <p:sp>
        <p:nvSpPr>
          <p:cNvPr id="90" name="p4_label_1">
            <a:extLst>
              <a:ext uri="{FF2B5EF4-FFF2-40B4-BE49-F238E27FC236}">
                <a16:creationId xmlns:a16="http://schemas.microsoft.com/office/drawing/2014/main" id="{5B3B915B-7D10-4CDD-B247-0018C368E67D}"/>
              </a:ext>
            </a:extLst>
          </p:cNvPr>
          <p:cNvSpPr>
            <a:spLocks/>
          </p:cNvSpPr>
          <p:nvPr/>
        </p:nvSpPr>
        <p:spPr>
          <a:xfrm>
            <a:off x="174912" y="58304"/>
            <a:ext cx="10421828" cy="444567"/>
          </a:xfrm>
          <a:prstGeom prst="rect">
            <a:avLst/>
          </a:prstGeom>
          <a:noFill/>
          <a:ln w="0">
            <a:noFill/>
          </a:ln>
        </p:spPr>
        <p:txBody>
          <a:bodyPr wrap="square" lIns="0" tIns="0" rIns="0" bIns="0" anchor="t">
            <a:noAutofit/>
          </a:bodyPr>
          <a:lstStyle>
            <a:defPPr algn="l">
              <a:defRPr sz="2640" b="1">
                <a:solidFill>
                  <a:srgbClr val="172956"/>
                </a:solidFill>
                <a:latin typeface="Source Han Serif SC Heavy"/>
                <a:ea typeface="Source Han Serif SC Heavy"/>
                <a:cs typeface="Source Han Serif SC Heavy"/>
              </a:defRPr>
            </a:defPPr>
          </a:lstStyle>
          <a:p>
            <a:pPr algn="l">
              <a:defRPr sz="2640" b="1">
                <a:solidFill>
                  <a:srgbClr val="172956"/>
                </a:solidFill>
                <a:latin typeface="Source Han Serif SC Heavy"/>
                <a:ea typeface="Source Han Serif SC Heavy"/>
                <a:cs typeface="Source Han Serif SC Heavy"/>
              </a:defRPr>
            </a:pPr>
            <a:r>
              <a:rPr sz="2640" b="1">
                <a:solidFill>
                  <a:srgbClr val="172956"/>
                </a:solidFill>
                <a:latin typeface="Source Han Serif SC Heavy"/>
                <a:ea typeface="Source Han Serif SC Heavy"/>
                <a:cs typeface="Source Han Serif SC Heavy"/>
              </a:rPr>
              <a:t>研究背景：异质任务与丰富模型带来选择难题</a:t>
            </a:r>
          </a:p>
        </p:txBody>
      </p:sp>
      <p:sp>
        <p:nvSpPr>
          <p:cNvPr id="91" name="p4_label_2">
            <a:extLst>
              <a:ext uri="{FF2B5EF4-FFF2-40B4-BE49-F238E27FC236}">
                <a16:creationId xmlns:a16="http://schemas.microsoft.com/office/drawing/2014/main" id="{C39B3A7D-5DEE-4A4B-8579-FE56A523A6F3}"/>
              </a:ext>
            </a:extLst>
          </p:cNvPr>
          <p:cNvSpPr>
            <a:spLocks/>
          </p:cNvSpPr>
          <p:nvPr/>
        </p:nvSpPr>
        <p:spPr>
          <a:xfrm>
            <a:off x="204064" y="510159"/>
            <a:ext cx="10859107" cy="233216"/>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同一预测目标，面对不同的数据结构、模型机制与应用约束</a:t>
            </a:r>
          </a:p>
        </p:txBody>
      </p:sp>
      <p:sp>
        <p:nvSpPr>
          <p:cNvPr id="92" name="p4_label_3">
            <a:extLst>
              <a:ext uri="{FF2B5EF4-FFF2-40B4-BE49-F238E27FC236}">
                <a16:creationId xmlns:a16="http://schemas.microsoft.com/office/drawing/2014/main" id="{A01FC148-C784-442A-877B-B11558E45031}"/>
              </a:ext>
            </a:extLst>
          </p:cNvPr>
          <p:cNvSpPr>
            <a:spLocks/>
          </p:cNvSpPr>
          <p:nvPr/>
        </p:nvSpPr>
        <p:spPr>
          <a:xfrm>
            <a:off x="11004867" y="94744"/>
            <a:ext cx="1020319" cy="233216"/>
          </a:xfrm>
          <a:prstGeom prst="rect">
            <a:avLst/>
          </a:prstGeom>
          <a:noFill/>
          <a:ln w="0">
            <a:noFill/>
          </a:ln>
        </p:spPr>
        <p:txBody>
          <a:bodyPr wrap="square" lIns="0" tIns="0" rIns="0" bIns="0" anchor="t">
            <a:noAutofit/>
          </a:bodyPr>
          <a:lstStyle>
            <a:defPPr algn="r">
              <a:defRPr sz="1205" b="0">
                <a:solidFill>
                  <a:srgbClr val="52617D"/>
                </a:solidFill>
                <a:latin typeface="Noto Sans SC"/>
                <a:ea typeface="Noto Sans SC"/>
                <a:cs typeface="Noto Sans SC"/>
              </a:defRPr>
            </a:defPPr>
          </a:lstStyle>
          <a:p>
            <a:pPr algn="r">
              <a:defRPr sz="1205" b="0">
                <a:solidFill>
                  <a:srgbClr val="52617D"/>
                </a:solidFill>
                <a:latin typeface="Noto Sans SC"/>
                <a:ea typeface="Noto Sans SC"/>
                <a:cs typeface="Noto Sans SC"/>
              </a:defRPr>
            </a:pPr>
            <a:r>
              <a:rPr sz="1205" b="0">
                <a:solidFill>
                  <a:srgbClr val="52617D"/>
                </a:solidFill>
                <a:latin typeface="Noto Sans SC"/>
                <a:ea typeface="Noto Sans SC"/>
                <a:cs typeface="Noto Sans SC"/>
              </a:rPr>
              <a:t>01 研究背景</a:t>
            </a:r>
          </a:p>
        </p:txBody>
      </p:sp>
      <p:sp>
        <p:nvSpPr>
          <p:cNvPr id="93" name="p4_label_4">
            <a:extLst>
              <a:ext uri="{FF2B5EF4-FFF2-40B4-BE49-F238E27FC236}">
                <a16:creationId xmlns:a16="http://schemas.microsoft.com/office/drawing/2014/main" id="{A72FE270-E38C-4467-BC17-3797E83AF514}"/>
              </a:ext>
            </a:extLst>
          </p:cNvPr>
          <p:cNvSpPr>
            <a:spLocks/>
          </p:cNvSpPr>
          <p:nvPr/>
        </p:nvSpPr>
        <p:spPr>
          <a:xfrm>
            <a:off x="291520" y="1727254"/>
            <a:ext cx="2412325"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多领域时序任务</a:t>
            </a:r>
          </a:p>
        </p:txBody>
      </p:sp>
      <p:sp>
        <p:nvSpPr>
          <p:cNvPr id="94" name="p4_label_5">
            <a:extLst>
              <a:ext uri="{FF2B5EF4-FFF2-40B4-BE49-F238E27FC236}">
                <a16:creationId xmlns:a16="http://schemas.microsoft.com/office/drawing/2014/main" id="{15EB5ED3-0B47-47A7-AA5F-7A43C06F7458}"/>
              </a:ext>
            </a:extLst>
          </p:cNvPr>
          <p:cNvSpPr>
            <a:spLocks/>
          </p:cNvSpPr>
          <p:nvPr/>
        </p:nvSpPr>
        <p:spPr>
          <a:xfrm>
            <a:off x="291520" y="2033350"/>
            <a:ext cx="2412325"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历史任务与模型实验记录</a:t>
            </a:r>
          </a:p>
        </p:txBody>
      </p:sp>
      <p:sp>
        <p:nvSpPr>
          <p:cNvPr id="95" name="p4_label_6">
            <a:extLst>
              <a:ext uri="{FF2B5EF4-FFF2-40B4-BE49-F238E27FC236}">
                <a16:creationId xmlns:a16="http://schemas.microsoft.com/office/drawing/2014/main" id="{6FD03C08-BF92-4A4D-A051-BA58907C6752}"/>
              </a:ext>
            </a:extLst>
          </p:cNvPr>
          <p:cNvSpPr>
            <a:spLocks/>
          </p:cNvSpPr>
          <p:nvPr/>
        </p:nvSpPr>
        <p:spPr>
          <a:xfrm>
            <a:off x="349824" y="2324869"/>
            <a:ext cx="2281141"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ETTh1</a:t>
            </a:r>
          </a:p>
        </p:txBody>
      </p:sp>
      <p:sp>
        <p:nvSpPr>
          <p:cNvPr id="96" name="p4_label_7">
            <a:extLst>
              <a:ext uri="{FF2B5EF4-FFF2-40B4-BE49-F238E27FC236}">
                <a16:creationId xmlns:a16="http://schemas.microsoft.com/office/drawing/2014/main" id="{0E89EB42-ECC5-47CE-A0F7-DCD6CB725BAC}"/>
              </a:ext>
            </a:extLst>
          </p:cNvPr>
          <p:cNvSpPr>
            <a:spLocks/>
          </p:cNvSpPr>
          <p:nvPr/>
        </p:nvSpPr>
        <p:spPr>
          <a:xfrm>
            <a:off x="349824" y="2986255"/>
            <a:ext cx="2281141"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电力负荷</a:t>
            </a:r>
          </a:p>
        </p:txBody>
      </p:sp>
      <p:sp>
        <p:nvSpPr>
          <p:cNvPr id="97" name="p4_label_8">
            <a:extLst>
              <a:ext uri="{FF2B5EF4-FFF2-40B4-BE49-F238E27FC236}">
                <a16:creationId xmlns:a16="http://schemas.microsoft.com/office/drawing/2014/main" id="{3B2EA54B-42F5-4174-B987-5C6E4BF886D4}"/>
              </a:ext>
            </a:extLst>
          </p:cNvPr>
          <p:cNvSpPr>
            <a:spLocks/>
          </p:cNvSpPr>
          <p:nvPr/>
        </p:nvSpPr>
        <p:spPr>
          <a:xfrm>
            <a:off x="349824" y="3647640"/>
            <a:ext cx="2281141"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交通流量</a:t>
            </a:r>
          </a:p>
        </p:txBody>
      </p:sp>
      <p:sp>
        <p:nvSpPr>
          <p:cNvPr id="98" name="p4_label_9">
            <a:extLst>
              <a:ext uri="{FF2B5EF4-FFF2-40B4-BE49-F238E27FC236}">
                <a16:creationId xmlns:a16="http://schemas.microsoft.com/office/drawing/2014/main" id="{5ABAF45C-7B34-443F-B36C-7C5EE781F5A8}"/>
              </a:ext>
            </a:extLst>
          </p:cNvPr>
          <p:cNvSpPr>
            <a:spLocks/>
          </p:cNvSpPr>
          <p:nvPr/>
        </p:nvSpPr>
        <p:spPr>
          <a:xfrm>
            <a:off x="349824" y="4309025"/>
            <a:ext cx="2281141"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气象序列</a:t>
            </a:r>
          </a:p>
        </p:txBody>
      </p:sp>
      <p:sp>
        <p:nvSpPr>
          <p:cNvPr id="99" name="p4_label_10">
            <a:extLst>
              <a:ext uri="{FF2B5EF4-FFF2-40B4-BE49-F238E27FC236}">
                <a16:creationId xmlns:a16="http://schemas.microsoft.com/office/drawing/2014/main" id="{A6183052-AAED-4685-A6DE-B03FD8B85651}"/>
              </a:ext>
            </a:extLst>
          </p:cNvPr>
          <p:cNvSpPr>
            <a:spLocks/>
          </p:cNvSpPr>
          <p:nvPr/>
        </p:nvSpPr>
        <p:spPr>
          <a:xfrm>
            <a:off x="3235868" y="2383173"/>
            <a:ext cx="728799" cy="298808"/>
          </a:xfrm>
          <a:prstGeom prst="rect">
            <a:avLst/>
          </a:prstGeom>
          <a:noFill/>
          <a:ln w="0">
            <a:noFill/>
          </a:ln>
        </p:spPr>
        <p:txBody>
          <a:bodyPr wrap="square" lIns="0" tIns="0" rIns="0" bIns="0" anchor="t">
            <a:noAutofit/>
          </a:bodyPr>
          <a:lstStyle>
            <a:defPPr algn="l">
              <a:defRPr sz="1262" b="0">
                <a:solidFill>
                  <a:srgbClr val="172956"/>
                </a:solidFill>
                <a:latin typeface="Noto Sans SC"/>
                <a:ea typeface="Noto Sans SC"/>
                <a:cs typeface="Noto Sans SC"/>
              </a:defRPr>
            </a:defPPr>
          </a:lstStyle>
          <a:p>
            <a:pPr algn="l">
              <a:defRPr sz="1262" b="0">
                <a:solidFill>
                  <a:srgbClr val="172956"/>
                </a:solidFill>
                <a:latin typeface="Noto Sans SC"/>
                <a:ea typeface="Noto Sans SC"/>
                <a:cs typeface="Noto Sans SC"/>
              </a:defRPr>
            </a:pPr>
            <a:r>
              <a:rPr sz="1262" b="0">
                <a:solidFill>
                  <a:srgbClr val="172956"/>
                </a:solidFill>
                <a:latin typeface="Noto Sans SC"/>
                <a:ea typeface="Noto Sans SC"/>
                <a:cs typeface="Noto Sans SC"/>
              </a:rPr>
              <a:t>任务差异</a:t>
            </a:r>
          </a:p>
        </p:txBody>
      </p:sp>
      <p:sp>
        <p:nvSpPr>
          <p:cNvPr id="100" name="p4_label_11">
            <a:extLst>
              <a:ext uri="{FF2B5EF4-FFF2-40B4-BE49-F238E27FC236}">
                <a16:creationId xmlns:a16="http://schemas.microsoft.com/office/drawing/2014/main" id="{3B217A24-9EAC-431C-BFB2-FED5F605EA17}"/>
              </a:ext>
            </a:extLst>
          </p:cNvPr>
          <p:cNvSpPr>
            <a:spLocks/>
          </p:cNvSpPr>
          <p:nvPr/>
        </p:nvSpPr>
        <p:spPr>
          <a:xfrm>
            <a:off x="3235868" y="2638253"/>
            <a:ext cx="728799" cy="298808"/>
          </a:xfrm>
          <a:prstGeom prst="rect">
            <a:avLst/>
          </a:prstGeom>
          <a:noFill/>
          <a:ln w="0">
            <a:noFill/>
          </a:ln>
        </p:spPr>
        <p:txBody>
          <a:bodyPr wrap="square" lIns="0" tIns="0" rIns="0" bIns="0" anchor="t">
            <a:noAutofit/>
          </a:bodyPr>
          <a:lstStyle>
            <a:defPPr algn="l">
              <a:defRPr sz="1079" b="0">
                <a:solidFill>
                  <a:srgbClr val="172956"/>
                </a:solidFill>
                <a:latin typeface="Noto Sans SC"/>
                <a:ea typeface="Noto Sans SC"/>
                <a:cs typeface="Noto Sans SC"/>
              </a:defRPr>
            </a:defPPr>
          </a:lstStyle>
          <a:p>
            <a:pPr algn="l">
              <a:defRPr sz="1079" b="0">
                <a:solidFill>
                  <a:srgbClr val="172956"/>
                </a:solidFill>
                <a:latin typeface="Noto Sans SC"/>
                <a:ea typeface="Noto Sans SC"/>
                <a:cs typeface="Noto Sans SC"/>
              </a:defRPr>
            </a:pPr>
            <a:r>
              <a:rPr sz="1079" b="0">
                <a:solidFill>
                  <a:srgbClr val="172956"/>
                </a:solidFill>
                <a:latin typeface="Noto Sans SC"/>
                <a:ea typeface="Noto Sans SC"/>
                <a:cs typeface="Noto Sans SC"/>
              </a:rPr>
              <a:t>趋势与周期</a:t>
            </a:r>
          </a:p>
        </p:txBody>
      </p:sp>
      <p:sp>
        <p:nvSpPr>
          <p:cNvPr id="101" name="p4_label_12">
            <a:extLst>
              <a:ext uri="{FF2B5EF4-FFF2-40B4-BE49-F238E27FC236}">
                <a16:creationId xmlns:a16="http://schemas.microsoft.com/office/drawing/2014/main" id="{EEA76A8F-ED1E-42C3-945A-749CA83EB689}"/>
              </a:ext>
            </a:extLst>
          </p:cNvPr>
          <p:cNvSpPr>
            <a:spLocks/>
          </p:cNvSpPr>
          <p:nvPr/>
        </p:nvSpPr>
        <p:spPr>
          <a:xfrm>
            <a:off x="3235868" y="2893333"/>
            <a:ext cx="728799" cy="298808"/>
          </a:xfrm>
          <a:prstGeom prst="rect">
            <a:avLst/>
          </a:prstGeom>
          <a:noFill/>
          <a:ln w="0">
            <a:noFill/>
          </a:ln>
        </p:spPr>
        <p:txBody>
          <a:bodyPr wrap="square" lIns="0" tIns="0" rIns="0" bIns="0" anchor="t">
            <a:noAutofit/>
          </a:bodyPr>
          <a:lstStyle>
            <a:defPPr algn="l">
              <a:defRPr sz="1262" b="0">
                <a:solidFill>
                  <a:srgbClr val="172956"/>
                </a:solidFill>
                <a:latin typeface="Noto Sans SC"/>
                <a:ea typeface="Noto Sans SC"/>
                <a:cs typeface="Noto Sans SC"/>
              </a:defRPr>
            </a:defPPr>
          </a:lstStyle>
          <a:p>
            <a:pPr algn="l">
              <a:defRPr sz="1262" b="0">
                <a:solidFill>
                  <a:srgbClr val="172956"/>
                </a:solidFill>
                <a:latin typeface="Noto Sans SC"/>
                <a:ea typeface="Noto Sans SC"/>
                <a:cs typeface="Noto Sans SC"/>
              </a:defRPr>
            </a:pPr>
            <a:r>
              <a:rPr sz="1262" b="0">
                <a:solidFill>
                  <a:srgbClr val="172956"/>
                </a:solidFill>
                <a:latin typeface="Noto Sans SC"/>
                <a:ea typeface="Noto Sans SC"/>
                <a:cs typeface="Noto Sans SC"/>
              </a:rPr>
              <a:t>局部变化</a:t>
            </a:r>
          </a:p>
        </p:txBody>
      </p:sp>
      <p:sp>
        <p:nvSpPr>
          <p:cNvPr id="102" name="p4_label_13">
            <a:extLst>
              <a:ext uri="{FF2B5EF4-FFF2-40B4-BE49-F238E27FC236}">
                <a16:creationId xmlns:a16="http://schemas.microsoft.com/office/drawing/2014/main" id="{ABFEF062-0BDB-49AA-8075-1CBF5B97FFF2}"/>
              </a:ext>
            </a:extLst>
          </p:cNvPr>
          <p:cNvSpPr>
            <a:spLocks/>
          </p:cNvSpPr>
          <p:nvPr/>
        </p:nvSpPr>
        <p:spPr>
          <a:xfrm>
            <a:off x="4176019" y="1231671"/>
            <a:ext cx="4671603"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共同目标：利用历史预测未来</a:t>
            </a:r>
          </a:p>
        </p:txBody>
      </p:sp>
      <p:sp>
        <p:nvSpPr>
          <p:cNvPr id="103" name="p4_label_14">
            <a:extLst>
              <a:ext uri="{FF2B5EF4-FFF2-40B4-BE49-F238E27FC236}">
                <a16:creationId xmlns:a16="http://schemas.microsoft.com/office/drawing/2014/main" id="{45F80863-9430-497B-9E7A-0D4241D451E8}"/>
              </a:ext>
            </a:extLst>
          </p:cNvPr>
          <p:cNvSpPr>
            <a:spLocks/>
          </p:cNvSpPr>
          <p:nvPr/>
        </p:nvSpPr>
        <p:spPr>
          <a:xfrm>
            <a:off x="4176019" y="1537766"/>
            <a:ext cx="4671603"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预测精度受任务结构与模型归纳偏好共同影响</a:t>
            </a:r>
          </a:p>
        </p:txBody>
      </p:sp>
      <p:sp>
        <p:nvSpPr>
          <p:cNvPr id="104" name="p4_label_15">
            <a:extLst>
              <a:ext uri="{FF2B5EF4-FFF2-40B4-BE49-F238E27FC236}">
                <a16:creationId xmlns:a16="http://schemas.microsoft.com/office/drawing/2014/main" id="{AB946920-4B70-4C11-85C1-792E950FD5A1}"/>
              </a:ext>
            </a:extLst>
          </p:cNvPr>
          <p:cNvSpPr>
            <a:spLocks/>
          </p:cNvSpPr>
          <p:nvPr/>
        </p:nvSpPr>
        <p:spPr>
          <a:xfrm>
            <a:off x="4387371" y="1996910"/>
            <a:ext cx="2018774" cy="218640"/>
          </a:xfrm>
          <a:prstGeom prst="rect">
            <a:avLst/>
          </a:prstGeom>
          <a:noFill/>
          <a:ln w="0">
            <a:noFill/>
          </a:ln>
        </p:spPr>
        <p:txBody>
          <a:bodyPr wrap="square" lIns="0" tIns="0" rIns="0" bIns="0" anchor="t">
            <a:noAutofit/>
          </a:bodyPr>
          <a:lstStyle>
            <a:defPPr algn="l">
              <a:defRPr sz="1377" b="1">
                <a:solidFill>
                  <a:srgbClr val="172956"/>
                </a:solidFill>
                <a:latin typeface="Noto Sans SC"/>
                <a:ea typeface="Noto Sans SC"/>
                <a:cs typeface="Noto Sans SC"/>
              </a:defRPr>
            </a:defPPr>
          </a:lstStyle>
          <a:p>
            <a:pPr algn="l">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历史观测</a:t>
            </a:r>
          </a:p>
        </p:txBody>
      </p:sp>
      <p:sp>
        <p:nvSpPr>
          <p:cNvPr id="105" name="p4_label_16">
            <a:extLst>
              <a:ext uri="{FF2B5EF4-FFF2-40B4-BE49-F238E27FC236}">
                <a16:creationId xmlns:a16="http://schemas.microsoft.com/office/drawing/2014/main" id="{8747EEE8-1143-4FD4-825D-AD7D1F60E99D}"/>
              </a:ext>
            </a:extLst>
          </p:cNvPr>
          <p:cNvSpPr>
            <a:spLocks/>
          </p:cNvSpPr>
          <p:nvPr/>
        </p:nvSpPr>
        <p:spPr>
          <a:xfrm>
            <a:off x="6865288" y="1996910"/>
            <a:ext cx="1749118" cy="218640"/>
          </a:xfrm>
          <a:prstGeom prst="rect">
            <a:avLst/>
          </a:prstGeom>
          <a:noFill/>
          <a:ln w="0">
            <a:noFill/>
          </a:ln>
        </p:spPr>
        <p:txBody>
          <a:bodyPr wrap="square" lIns="0" tIns="0" rIns="0" bIns="0" anchor="t">
            <a:noAutofit/>
          </a:bodyPr>
          <a:lstStyle>
            <a:defPPr algn="l">
              <a:defRPr sz="1377" b="1">
                <a:solidFill>
                  <a:srgbClr val="9C3E76"/>
                </a:solidFill>
                <a:latin typeface="Noto Sans SC"/>
                <a:ea typeface="Noto Sans SC"/>
                <a:cs typeface="Noto Sans SC"/>
              </a:defRPr>
            </a:defPPr>
          </a:lstStyle>
          <a:p>
            <a:pPr algn="l">
              <a:defRPr sz="1377" b="1">
                <a:solidFill>
                  <a:srgbClr val="9C3E76"/>
                </a:solidFill>
                <a:latin typeface="Noto Sans SC"/>
                <a:ea typeface="Noto Sans SC"/>
                <a:cs typeface="Noto Sans SC"/>
              </a:defRPr>
            </a:pPr>
            <a:r>
              <a:rPr sz="1377" b="1">
                <a:solidFill>
                  <a:srgbClr val="9C3E76"/>
                </a:solidFill>
                <a:latin typeface="Noto Sans SC"/>
                <a:ea typeface="Noto Sans SC"/>
                <a:cs typeface="Noto Sans SC"/>
              </a:rPr>
              <a:t>未来预测（示意）</a:t>
            </a:r>
          </a:p>
        </p:txBody>
      </p:sp>
      <p:sp>
        <p:nvSpPr>
          <p:cNvPr id="106" name="p4_label_17">
            <a:extLst>
              <a:ext uri="{FF2B5EF4-FFF2-40B4-BE49-F238E27FC236}">
                <a16:creationId xmlns:a16="http://schemas.microsoft.com/office/drawing/2014/main" id="{33C0E4D7-8F11-4787-B59B-18BD97F9574F}"/>
              </a:ext>
            </a:extLst>
          </p:cNvPr>
          <p:cNvSpPr>
            <a:spLocks/>
          </p:cNvSpPr>
          <p:nvPr/>
        </p:nvSpPr>
        <p:spPr>
          <a:xfrm>
            <a:off x="6121913" y="3578404"/>
            <a:ext cx="874559" cy="218640"/>
          </a:xfrm>
          <a:prstGeom prst="rect">
            <a:avLst/>
          </a:prstGeom>
          <a:noFill/>
          <a:ln w="0">
            <a:noFill/>
          </a:ln>
        </p:spPr>
        <p:txBody>
          <a:bodyPr wrap="square" lIns="0" tIns="0" rIns="0" bIns="0" anchor="t">
            <a:noAutofit/>
          </a:bodyPr>
          <a:lstStyle>
            <a:defPPr algn="ctr">
              <a:defRPr sz="1148" b="0">
                <a:solidFill>
                  <a:srgbClr val="52617D"/>
                </a:solidFill>
                <a:latin typeface="Arial"/>
                <a:ea typeface="Arial"/>
                <a:cs typeface="Arial"/>
              </a:defRPr>
            </a:defPPr>
          </a:lstStyle>
          <a:p>
            <a:pPr algn="ctr">
              <a:defRPr sz="1148" b="0">
                <a:solidFill>
                  <a:srgbClr val="52617D"/>
                </a:solidFill>
                <a:latin typeface="Arial"/>
                <a:ea typeface="Arial"/>
                <a:cs typeface="Arial"/>
              </a:defRPr>
            </a:pPr>
            <a:r>
              <a:rPr sz="1148" b="0">
                <a:solidFill>
                  <a:srgbClr val="52617D"/>
                </a:solidFill>
                <a:latin typeface="Arial"/>
                <a:ea typeface="Arial"/>
                <a:cs typeface="Arial"/>
              </a:rPr>
              <a:t>Time</a:t>
            </a:r>
          </a:p>
        </p:txBody>
      </p:sp>
      <p:sp>
        <p:nvSpPr>
          <p:cNvPr id="107" name="p4_label_18">
            <a:extLst>
              <a:ext uri="{FF2B5EF4-FFF2-40B4-BE49-F238E27FC236}">
                <a16:creationId xmlns:a16="http://schemas.microsoft.com/office/drawing/2014/main" id="{3B9F8309-9B57-40C0-BB44-9A4985A9572D}"/>
              </a:ext>
            </a:extLst>
          </p:cNvPr>
          <p:cNvSpPr>
            <a:spLocks/>
          </p:cNvSpPr>
          <p:nvPr/>
        </p:nvSpPr>
        <p:spPr>
          <a:xfrm>
            <a:off x="4307203" y="4066699"/>
            <a:ext cx="1275399" cy="225928"/>
          </a:xfrm>
          <a:prstGeom prst="rect">
            <a:avLst/>
          </a:prstGeom>
          <a:noFill/>
          <a:ln w="0">
            <a:noFill/>
          </a:ln>
        </p:spPr>
        <p:txBody>
          <a:bodyPr wrap="square" lIns="0" tIns="0" rIns="0" bIns="0" anchor="t">
            <a:noAutofit/>
          </a:bodyPr>
          <a:lstStyle>
            <a:defPPr algn="l">
              <a:defRPr sz="1320" b="1">
                <a:solidFill>
                  <a:srgbClr val="172956"/>
                </a:solidFill>
                <a:latin typeface="Arial"/>
                <a:ea typeface="Arial"/>
                <a:cs typeface="Arial"/>
              </a:defRPr>
            </a:defPPr>
          </a:lstStyle>
          <a:p>
            <a:pPr algn="l">
              <a:defRPr sz="1320" b="1">
                <a:solidFill>
                  <a:srgbClr val="172956"/>
                </a:solidFill>
                <a:latin typeface="Arial"/>
                <a:ea typeface="Arial"/>
                <a:cs typeface="Arial"/>
              </a:defRPr>
            </a:pPr>
            <a:r>
              <a:rPr sz="1320" b="1">
                <a:solidFill>
                  <a:srgbClr val="172956"/>
                </a:solidFill>
                <a:latin typeface="Arial"/>
                <a:ea typeface="Arial"/>
                <a:cs typeface="Arial"/>
              </a:rPr>
              <a:t>DLinear</a:t>
            </a:r>
          </a:p>
        </p:txBody>
      </p:sp>
      <p:sp>
        <p:nvSpPr>
          <p:cNvPr id="108" name="p4_label_19">
            <a:extLst>
              <a:ext uri="{FF2B5EF4-FFF2-40B4-BE49-F238E27FC236}">
                <a16:creationId xmlns:a16="http://schemas.microsoft.com/office/drawing/2014/main" id="{BEAFB988-6A86-4B28-B897-AB4151031212}"/>
              </a:ext>
            </a:extLst>
          </p:cNvPr>
          <p:cNvSpPr>
            <a:spLocks/>
          </p:cNvSpPr>
          <p:nvPr/>
        </p:nvSpPr>
        <p:spPr>
          <a:xfrm>
            <a:off x="4292627" y="4737194"/>
            <a:ext cx="1282687" cy="182200"/>
          </a:xfrm>
          <a:prstGeom prst="rect">
            <a:avLst/>
          </a:prstGeom>
          <a:noFill/>
          <a:ln w="0">
            <a:noFill/>
          </a:ln>
        </p:spPr>
        <p:txBody>
          <a:bodyPr wrap="square" lIns="0" tIns="0" rIns="0" bIns="0" anchor="t">
            <a:noAutofit/>
          </a:bodyPr>
          <a:lstStyle>
            <a:defPPr algn="l">
              <a:defRPr sz="976" b="0">
                <a:solidFill>
                  <a:srgbClr val="52617D"/>
                </a:solidFill>
                <a:latin typeface="Noto Sans SC"/>
                <a:ea typeface="Noto Sans SC"/>
                <a:cs typeface="Noto Sans SC"/>
              </a:defRPr>
            </a:defPPr>
          </a:lstStyle>
          <a:p>
            <a:pPr algn="l">
              <a:defRPr sz="976" b="0">
                <a:solidFill>
                  <a:srgbClr val="52617D"/>
                </a:solidFill>
                <a:latin typeface="Noto Sans SC"/>
                <a:ea typeface="Noto Sans SC"/>
                <a:cs typeface="Noto Sans SC"/>
              </a:defRPr>
            </a:pPr>
            <a:r>
              <a:rPr sz="976" b="0">
                <a:solidFill>
                  <a:srgbClr val="52617D"/>
                </a:solidFill>
                <a:latin typeface="Noto Sans SC"/>
                <a:ea typeface="Noto Sans SC"/>
                <a:cs typeface="Noto Sans SC"/>
              </a:rPr>
              <a:t>趋势 / 余项线性映射</a:t>
            </a:r>
          </a:p>
        </p:txBody>
      </p:sp>
      <p:sp>
        <p:nvSpPr>
          <p:cNvPr id="109" name="p4_label_20">
            <a:extLst>
              <a:ext uri="{FF2B5EF4-FFF2-40B4-BE49-F238E27FC236}">
                <a16:creationId xmlns:a16="http://schemas.microsoft.com/office/drawing/2014/main" id="{11BF9386-34A9-4C26-BE9D-5D826123433A}"/>
              </a:ext>
            </a:extLst>
          </p:cNvPr>
          <p:cNvSpPr>
            <a:spLocks/>
          </p:cNvSpPr>
          <p:nvPr/>
        </p:nvSpPr>
        <p:spPr>
          <a:xfrm>
            <a:off x="5852257" y="4066699"/>
            <a:ext cx="1275399" cy="225928"/>
          </a:xfrm>
          <a:prstGeom prst="rect">
            <a:avLst/>
          </a:prstGeom>
          <a:noFill/>
          <a:ln w="0">
            <a:noFill/>
          </a:ln>
        </p:spPr>
        <p:txBody>
          <a:bodyPr wrap="square" lIns="0" tIns="0" rIns="0" bIns="0" anchor="t">
            <a:noAutofit/>
          </a:bodyPr>
          <a:lstStyle>
            <a:defPPr algn="l">
              <a:defRPr sz="1320" b="1">
                <a:solidFill>
                  <a:srgbClr val="172956"/>
                </a:solidFill>
                <a:latin typeface="Arial"/>
                <a:ea typeface="Arial"/>
                <a:cs typeface="Arial"/>
              </a:defRPr>
            </a:defPPr>
          </a:lstStyle>
          <a:p>
            <a:pPr algn="l">
              <a:defRPr sz="1320" b="1">
                <a:solidFill>
                  <a:srgbClr val="172956"/>
                </a:solidFill>
                <a:latin typeface="Arial"/>
                <a:ea typeface="Arial"/>
                <a:cs typeface="Arial"/>
              </a:defRPr>
            </a:pPr>
            <a:r>
              <a:rPr sz="1320" b="1">
                <a:solidFill>
                  <a:srgbClr val="172956"/>
                </a:solidFill>
                <a:latin typeface="Arial"/>
                <a:ea typeface="Arial"/>
                <a:cs typeface="Arial"/>
              </a:rPr>
              <a:t>PatchTST</a:t>
            </a:r>
          </a:p>
        </p:txBody>
      </p:sp>
      <p:sp>
        <p:nvSpPr>
          <p:cNvPr id="110" name="p4_label_21">
            <a:extLst>
              <a:ext uri="{FF2B5EF4-FFF2-40B4-BE49-F238E27FC236}">
                <a16:creationId xmlns:a16="http://schemas.microsoft.com/office/drawing/2014/main" id="{5821D1AB-5622-4A88-B89F-C635024E81C2}"/>
              </a:ext>
            </a:extLst>
          </p:cNvPr>
          <p:cNvSpPr>
            <a:spLocks/>
          </p:cNvSpPr>
          <p:nvPr/>
        </p:nvSpPr>
        <p:spPr>
          <a:xfrm>
            <a:off x="5852257" y="4737194"/>
            <a:ext cx="1260823" cy="182200"/>
          </a:xfrm>
          <a:prstGeom prst="rect">
            <a:avLst/>
          </a:prstGeom>
          <a:noFill/>
          <a:ln w="0">
            <a:noFill/>
          </a:ln>
        </p:spPr>
        <p:txBody>
          <a:bodyPr wrap="square" lIns="0" tIns="0" rIns="0" bIns="0" anchor="t">
            <a:noAutofit/>
          </a:bodyPr>
          <a:lstStyle>
            <a:defPPr algn="l">
              <a:defRPr sz="1033" b="0">
                <a:solidFill>
                  <a:srgbClr val="52617D"/>
                </a:solidFill>
                <a:latin typeface="Noto Sans SC"/>
                <a:ea typeface="Noto Sans SC"/>
                <a:cs typeface="Noto Sans SC"/>
              </a:defRPr>
            </a:defPPr>
          </a:lstStyle>
          <a:p>
            <a:pPr algn="l">
              <a:defRPr sz="1033" b="0">
                <a:solidFill>
                  <a:srgbClr val="52617D"/>
                </a:solidFill>
                <a:latin typeface="Noto Sans SC"/>
                <a:ea typeface="Noto Sans SC"/>
                <a:cs typeface="Noto Sans SC"/>
              </a:defRPr>
            </a:pPr>
            <a:r>
              <a:rPr sz="1033" b="0">
                <a:solidFill>
                  <a:srgbClr val="52617D"/>
                </a:solidFill>
                <a:latin typeface="Noto Sans SC"/>
                <a:ea typeface="Noto Sans SC"/>
                <a:cs typeface="Noto Sans SC"/>
              </a:rPr>
              <a:t>分块与注意力</a:t>
            </a:r>
          </a:p>
        </p:txBody>
      </p:sp>
      <p:sp>
        <p:nvSpPr>
          <p:cNvPr id="111" name="p4_label_22">
            <a:extLst>
              <a:ext uri="{FF2B5EF4-FFF2-40B4-BE49-F238E27FC236}">
                <a16:creationId xmlns:a16="http://schemas.microsoft.com/office/drawing/2014/main" id="{9EAE9C72-C14D-4B63-AD42-124E7DFCB104}"/>
              </a:ext>
            </a:extLst>
          </p:cNvPr>
          <p:cNvSpPr>
            <a:spLocks/>
          </p:cNvSpPr>
          <p:nvPr/>
        </p:nvSpPr>
        <p:spPr>
          <a:xfrm>
            <a:off x="7397311" y="4066699"/>
            <a:ext cx="1275399" cy="225928"/>
          </a:xfrm>
          <a:prstGeom prst="rect">
            <a:avLst/>
          </a:prstGeom>
          <a:noFill/>
          <a:ln w="0">
            <a:noFill/>
          </a:ln>
        </p:spPr>
        <p:txBody>
          <a:bodyPr wrap="square" lIns="0" tIns="0" rIns="0" bIns="0" anchor="t">
            <a:noAutofit/>
          </a:bodyPr>
          <a:lstStyle>
            <a:defPPr algn="l">
              <a:defRPr sz="1320" b="1">
                <a:solidFill>
                  <a:srgbClr val="172956"/>
                </a:solidFill>
                <a:latin typeface="Arial"/>
                <a:ea typeface="Arial"/>
                <a:cs typeface="Arial"/>
              </a:defRPr>
            </a:defPPr>
          </a:lstStyle>
          <a:p>
            <a:pPr algn="l">
              <a:defRPr sz="1320" b="1">
                <a:solidFill>
                  <a:srgbClr val="172956"/>
                </a:solidFill>
                <a:latin typeface="Arial"/>
                <a:ea typeface="Arial"/>
                <a:cs typeface="Arial"/>
              </a:defRPr>
            </a:pPr>
            <a:r>
              <a:rPr sz="1320" b="1">
                <a:solidFill>
                  <a:srgbClr val="172956"/>
                </a:solidFill>
                <a:latin typeface="Arial"/>
                <a:ea typeface="Arial"/>
                <a:cs typeface="Arial"/>
              </a:rPr>
              <a:t>TimesNet</a:t>
            </a:r>
          </a:p>
        </p:txBody>
      </p:sp>
      <p:sp>
        <p:nvSpPr>
          <p:cNvPr id="112" name="p4_label_23">
            <a:extLst>
              <a:ext uri="{FF2B5EF4-FFF2-40B4-BE49-F238E27FC236}">
                <a16:creationId xmlns:a16="http://schemas.microsoft.com/office/drawing/2014/main" id="{57884244-6E83-4C98-ACFC-E6DAFF4EB973}"/>
              </a:ext>
            </a:extLst>
          </p:cNvPr>
          <p:cNvSpPr>
            <a:spLocks/>
          </p:cNvSpPr>
          <p:nvPr/>
        </p:nvSpPr>
        <p:spPr>
          <a:xfrm>
            <a:off x="7397311" y="4737194"/>
            <a:ext cx="1260823" cy="182200"/>
          </a:xfrm>
          <a:prstGeom prst="rect">
            <a:avLst/>
          </a:prstGeom>
          <a:noFill/>
          <a:ln w="0">
            <a:noFill/>
          </a:ln>
        </p:spPr>
        <p:txBody>
          <a:bodyPr wrap="square" lIns="0" tIns="0" rIns="0" bIns="0" anchor="t">
            <a:noAutofit/>
          </a:bodyPr>
          <a:lstStyle>
            <a:defPPr algn="l">
              <a:defRPr sz="976" b="0">
                <a:solidFill>
                  <a:srgbClr val="52617D"/>
                </a:solidFill>
                <a:latin typeface="Noto Sans SC"/>
                <a:ea typeface="Noto Sans SC"/>
                <a:cs typeface="Noto Sans SC"/>
              </a:defRPr>
            </a:defPPr>
          </a:lstStyle>
          <a:p>
            <a:pPr algn="l">
              <a:defRPr sz="976" b="0">
                <a:solidFill>
                  <a:srgbClr val="52617D"/>
                </a:solidFill>
                <a:latin typeface="Noto Sans SC"/>
                <a:ea typeface="Noto Sans SC"/>
                <a:cs typeface="Noto Sans SC"/>
              </a:defRPr>
            </a:pPr>
            <a:r>
              <a:rPr sz="976" b="0">
                <a:solidFill>
                  <a:srgbClr val="52617D"/>
                </a:solidFill>
                <a:latin typeface="Noto Sans SC"/>
                <a:ea typeface="Noto Sans SC"/>
                <a:cs typeface="Noto Sans SC"/>
              </a:rPr>
              <a:t>周期重排与二维建模</a:t>
            </a:r>
          </a:p>
        </p:txBody>
      </p:sp>
      <p:sp>
        <p:nvSpPr>
          <p:cNvPr id="113" name="p4_label_24">
            <a:extLst>
              <a:ext uri="{FF2B5EF4-FFF2-40B4-BE49-F238E27FC236}">
                <a16:creationId xmlns:a16="http://schemas.microsoft.com/office/drawing/2014/main" id="{9234F5D9-C491-4C27-938E-0B3792472217}"/>
              </a:ext>
            </a:extLst>
          </p:cNvPr>
          <p:cNvSpPr>
            <a:spLocks/>
          </p:cNvSpPr>
          <p:nvPr/>
        </p:nvSpPr>
        <p:spPr>
          <a:xfrm>
            <a:off x="9095413" y="2383173"/>
            <a:ext cx="546599" cy="298808"/>
          </a:xfrm>
          <a:prstGeom prst="rect">
            <a:avLst/>
          </a:prstGeom>
          <a:noFill/>
          <a:ln w="0">
            <a:noFill/>
          </a:ln>
        </p:spPr>
        <p:txBody>
          <a:bodyPr wrap="square" lIns="0" tIns="0" rIns="0" bIns="0" anchor="t">
            <a:noAutofit/>
          </a:bodyPr>
          <a:lstStyle>
            <a:defPPr algn="l">
              <a:defRPr sz="1011" b="0">
                <a:solidFill>
                  <a:srgbClr val="172956"/>
                </a:solidFill>
                <a:latin typeface="Noto Sans SC"/>
                <a:ea typeface="Noto Sans SC"/>
                <a:cs typeface="Noto Sans SC"/>
              </a:defRPr>
            </a:defPPr>
          </a:lstStyle>
          <a:p>
            <a:pPr algn="l">
              <a:defRPr sz="1011" b="0">
                <a:solidFill>
                  <a:srgbClr val="172956"/>
                </a:solidFill>
                <a:latin typeface="Noto Sans SC"/>
                <a:ea typeface="Noto Sans SC"/>
                <a:cs typeface="Noto Sans SC"/>
              </a:defRPr>
            </a:pPr>
            <a:r>
              <a:rPr sz="1011" b="0">
                <a:solidFill>
                  <a:srgbClr val="172956"/>
                </a:solidFill>
                <a:latin typeface="Noto Sans SC"/>
                <a:ea typeface="Noto Sans SC"/>
                <a:cs typeface="Noto Sans SC"/>
              </a:rPr>
              <a:t>预测服务</a:t>
            </a:r>
          </a:p>
        </p:txBody>
      </p:sp>
      <p:sp>
        <p:nvSpPr>
          <p:cNvPr id="114" name="p4_label_25">
            <a:extLst>
              <a:ext uri="{FF2B5EF4-FFF2-40B4-BE49-F238E27FC236}">
                <a16:creationId xmlns:a16="http://schemas.microsoft.com/office/drawing/2014/main" id="{7189CF9D-E3E6-45C4-8060-A8D1F7A60E7B}"/>
              </a:ext>
            </a:extLst>
          </p:cNvPr>
          <p:cNvSpPr>
            <a:spLocks/>
          </p:cNvSpPr>
          <p:nvPr/>
        </p:nvSpPr>
        <p:spPr>
          <a:xfrm>
            <a:off x="9095413" y="2638253"/>
            <a:ext cx="546599" cy="298808"/>
          </a:xfrm>
          <a:prstGeom prst="rect">
            <a:avLst/>
          </a:prstGeom>
          <a:noFill/>
          <a:ln w="0">
            <a:noFill/>
          </a:ln>
        </p:spPr>
        <p:txBody>
          <a:bodyPr wrap="square" lIns="0" tIns="0" rIns="0" bIns="0" anchor="t">
            <a:noAutofit/>
          </a:bodyPr>
          <a:lstStyle>
            <a:defPPr algn="l">
              <a:defRPr sz="1011" b="0">
                <a:solidFill>
                  <a:srgbClr val="172956"/>
                </a:solidFill>
                <a:latin typeface="Noto Sans SC"/>
                <a:ea typeface="Noto Sans SC"/>
                <a:cs typeface="Noto Sans SC"/>
              </a:defRPr>
            </a:defPPr>
          </a:lstStyle>
          <a:p>
            <a:pPr algn="l">
              <a:defRPr sz="1011" b="0">
                <a:solidFill>
                  <a:srgbClr val="172956"/>
                </a:solidFill>
                <a:latin typeface="Noto Sans SC"/>
                <a:ea typeface="Noto Sans SC"/>
                <a:cs typeface="Noto Sans SC"/>
              </a:defRPr>
            </a:pPr>
            <a:r>
              <a:rPr sz="1011" b="0">
                <a:solidFill>
                  <a:srgbClr val="172956"/>
                </a:solidFill>
                <a:latin typeface="Noto Sans SC"/>
                <a:ea typeface="Noto Sans SC"/>
                <a:cs typeface="Noto Sans SC"/>
              </a:rPr>
              <a:t>实际决策</a:t>
            </a:r>
          </a:p>
        </p:txBody>
      </p:sp>
      <p:sp>
        <p:nvSpPr>
          <p:cNvPr id="115" name="p4_label_26">
            <a:extLst>
              <a:ext uri="{FF2B5EF4-FFF2-40B4-BE49-F238E27FC236}">
                <a16:creationId xmlns:a16="http://schemas.microsoft.com/office/drawing/2014/main" id="{5C1662AD-80CA-4A6E-AEF8-1123B48856E0}"/>
              </a:ext>
            </a:extLst>
          </p:cNvPr>
          <p:cNvSpPr>
            <a:spLocks/>
          </p:cNvSpPr>
          <p:nvPr/>
        </p:nvSpPr>
        <p:spPr>
          <a:xfrm>
            <a:off x="9853365" y="1727254"/>
            <a:ext cx="2033350"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不同应用约束</a:t>
            </a:r>
          </a:p>
        </p:txBody>
      </p:sp>
      <p:sp>
        <p:nvSpPr>
          <p:cNvPr id="116" name="p4_label_27">
            <a:extLst>
              <a:ext uri="{FF2B5EF4-FFF2-40B4-BE49-F238E27FC236}">
                <a16:creationId xmlns:a16="http://schemas.microsoft.com/office/drawing/2014/main" id="{E0490E3B-2452-4257-8D6C-4E4FA360A692}"/>
              </a:ext>
            </a:extLst>
          </p:cNvPr>
          <p:cNvSpPr>
            <a:spLocks/>
          </p:cNvSpPr>
          <p:nvPr/>
        </p:nvSpPr>
        <p:spPr>
          <a:xfrm>
            <a:off x="9853365" y="2033350"/>
            <a:ext cx="2033350"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精度、时效与资源要求</a:t>
            </a:r>
          </a:p>
        </p:txBody>
      </p:sp>
      <p:sp>
        <p:nvSpPr>
          <p:cNvPr id="117" name="p4_label_28">
            <a:extLst>
              <a:ext uri="{FF2B5EF4-FFF2-40B4-BE49-F238E27FC236}">
                <a16:creationId xmlns:a16="http://schemas.microsoft.com/office/drawing/2014/main" id="{FAF403F6-2D5E-4E92-B74B-E26417C0360B}"/>
              </a:ext>
            </a:extLst>
          </p:cNvPr>
          <p:cNvSpPr>
            <a:spLocks/>
          </p:cNvSpPr>
          <p:nvPr/>
        </p:nvSpPr>
        <p:spPr>
          <a:xfrm>
            <a:off x="10538436" y="2565373"/>
            <a:ext cx="1231671" cy="269656"/>
          </a:xfrm>
          <a:prstGeom prst="rect">
            <a:avLst/>
          </a:prstGeom>
          <a:noFill/>
          <a:ln w="0">
            <a:noFill/>
          </a:ln>
        </p:spPr>
        <p:txBody>
          <a:bodyPr wrap="square" lIns="0" tIns="0" rIns="0" bIns="0" anchor="t">
            <a:noAutofit/>
          </a:bodyPr>
          <a:lstStyle>
            <a:defPPr algn="l">
              <a:defRPr sz="1435" b="1">
                <a:solidFill>
                  <a:srgbClr val="172956"/>
                </a:solidFill>
                <a:latin typeface="Noto Sans SC"/>
                <a:ea typeface="Noto Sans SC"/>
                <a:cs typeface="Noto Sans SC"/>
              </a:defRPr>
            </a:defPPr>
          </a:lstStyle>
          <a:p>
            <a:pPr algn="l">
              <a:defRPr sz="1435" b="1">
                <a:solidFill>
                  <a:srgbClr val="172956"/>
                </a:solidFill>
                <a:latin typeface="Noto Sans SC"/>
                <a:ea typeface="Noto Sans SC"/>
                <a:cs typeface="Noto Sans SC"/>
              </a:defRPr>
            </a:pPr>
            <a:r>
              <a:rPr sz="1435" b="1">
                <a:solidFill>
                  <a:srgbClr val="172956"/>
                </a:solidFill>
                <a:latin typeface="Noto Sans SC"/>
                <a:ea typeface="Noto Sans SC"/>
                <a:cs typeface="Noto Sans SC"/>
              </a:rPr>
              <a:t>能源调度</a:t>
            </a:r>
          </a:p>
        </p:txBody>
      </p:sp>
      <p:sp>
        <p:nvSpPr>
          <p:cNvPr id="118" name="p4_label_29">
            <a:extLst>
              <a:ext uri="{FF2B5EF4-FFF2-40B4-BE49-F238E27FC236}">
                <a16:creationId xmlns:a16="http://schemas.microsoft.com/office/drawing/2014/main" id="{4692086A-8F1F-4850-8667-4DC74E973A69}"/>
              </a:ext>
            </a:extLst>
          </p:cNvPr>
          <p:cNvSpPr>
            <a:spLocks/>
          </p:cNvSpPr>
          <p:nvPr/>
        </p:nvSpPr>
        <p:spPr>
          <a:xfrm>
            <a:off x="10538436" y="3170276"/>
            <a:ext cx="1231671" cy="269656"/>
          </a:xfrm>
          <a:prstGeom prst="rect">
            <a:avLst/>
          </a:prstGeom>
          <a:noFill/>
          <a:ln w="0">
            <a:noFill/>
          </a:ln>
        </p:spPr>
        <p:txBody>
          <a:bodyPr wrap="square" lIns="0" tIns="0" rIns="0" bIns="0" anchor="t">
            <a:noAutofit/>
          </a:bodyPr>
          <a:lstStyle>
            <a:defPPr algn="l">
              <a:defRPr sz="1435" b="1">
                <a:solidFill>
                  <a:srgbClr val="172956"/>
                </a:solidFill>
                <a:latin typeface="Noto Sans SC"/>
                <a:ea typeface="Noto Sans SC"/>
                <a:cs typeface="Noto Sans SC"/>
              </a:defRPr>
            </a:defPPr>
          </a:lstStyle>
          <a:p>
            <a:pPr algn="l">
              <a:defRPr sz="1435" b="1">
                <a:solidFill>
                  <a:srgbClr val="172956"/>
                </a:solidFill>
                <a:latin typeface="Noto Sans SC"/>
                <a:ea typeface="Noto Sans SC"/>
                <a:cs typeface="Noto Sans SC"/>
              </a:defRPr>
            </a:pPr>
            <a:r>
              <a:rPr sz="1435" b="1">
                <a:solidFill>
                  <a:srgbClr val="172956"/>
                </a:solidFill>
                <a:latin typeface="Noto Sans SC"/>
                <a:ea typeface="Noto Sans SC"/>
                <a:cs typeface="Noto Sans SC"/>
              </a:rPr>
              <a:t>交通管理</a:t>
            </a:r>
          </a:p>
        </p:txBody>
      </p:sp>
      <p:sp>
        <p:nvSpPr>
          <p:cNvPr id="119" name="p4_label_30">
            <a:extLst>
              <a:ext uri="{FF2B5EF4-FFF2-40B4-BE49-F238E27FC236}">
                <a16:creationId xmlns:a16="http://schemas.microsoft.com/office/drawing/2014/main" id="{253F9972-4FA1-4CA4-AE7E-86094A6DE90A}"/>
              </a:ext>
            </a:extLst>
          </p:cNvPr>
          <p:cNvSpPr>
            <a:spLocks/>
          </p:cNvSpPr>
          <p:nvPr/>
        </p:nvSpPr>
        <p:spPr>
          <a:xfrm>
            <a:off x="10538436" y="3775180"/>
            <a:ext cx="1231671" cy="269656"/>
          </a:xfrm>
          <a:prstGeom prst="rect">
            <a:avLst/>
          </a:prstGeom>
          <a:noFill/>
          <a:ln w="0">
            <a:noFill/>
          </a:ln>
        </p:spPr>
        <p:txBody>
          <a:bodyPr wrap="square" lIns="0" tIns="0" rIns="0" bIns="0" anchor="t">
            <a:noAutofit/>
          </a:bodyPr>
          <a:lstStyle>
            <a:defPPr algn="l">
              <a:defRPr sz="1435" b="1">
                <a:solidFill>
                  <a:srgbClr val="172956"/>
                </a:solidFill>
                <a:latin typeface="Noto Sans SC"/>
                <a:ea typeface="Noto Sans SC"/>
                <a:cs typeface="Noto Sans SC"/>
              </a:defRPr>
            </a:defPPr>
          </a:lstStyle>
          <a:p>
            <a:pPr algn="l">
              <a:defRPr sz="1435" b="1">
                <a:solidFill>
                  <a:srgbClr val="172956"/>
                </a:solidFill>
                <a:latin typeface="Noto Sans SC"/>
                <a:ea typeface="Noto Sans SC"/>
                <a:cs typeface="Noto Sans SC"/>
              </a:defRPr>
            </a:pPr>
            <a:r>
              <a:rPr sz="1435" b="1">
                <a:solidFill>
                  <a:srgbClr val="172956"/>
                </a:solidFill>
                <a:latin typeface="Noto Sans SC"/>
                <a:ea typeface="Noto Sans SC"/>
                <a:cs typeface="Noto Sans SC"/>
              </a:rPr>
              <a:t>气象预警</a:t>
            </a:r>
          </a:p>
        </p:txBody>
      </p:sp>
      <p:sp>
        <p:nvSpPr>
          <p:cNvPr id="120" name="p4_label_31">
            <a:extLst>
              <a:ext uri="{FF2B5EF4-FFF2-40B4-BE49-F238E27FC236}">
                <a16:creationId xmlns:a16="http://schemas.microsoft.com/office/drawing/2014/main" id="{C9A7C72D-AB09-4AC0-80F2-16F36E045CBC}"/>
              </a:ext>
            </a:extLst>
          </p:cNvPr>
          <p:cNvSpPr>
            <a:spLocks/>
          </p:cNvSpPr>
          <p:nvPr/>
        </p:nvSpPr>
        <p:spPr>
          <a:xfrm>
            <a:off x="10538436" y="4380083"/>
            <a:ext cx="1231671" cy="269656"/>
          </a:xfrm>
          <a:prstGeom prst="rect">
            <a:avLst/>
          </a:prstGeom>
          <a:noFill/>
          <a:ln w="0">
            <a:noFill/>
          </a:ln>
        </p:spPr>
        <p:txBody>
          <a:bodyPr wrap="square" lIns="0" tIns="0" rIns="0" bIns="0" anchor="t">
            <a:noAutofit/>
          </a:bodyPr>
          <a:lstStyle>
            <a:defPPr algn="l">
              <a:defRPr sz="1435" b="1">
                <a:solidFill>
                  <a:srgbClr val="172956"/>
                </a:solidFill>
                <a:latin typeface="Noto Sans SC"/>
                <a:ea typeface="Noto Sans SC"/>
                <a:cs typeface="Noto Sans SC"/>
              </a:defRPr>
            </a:defPPr>
          </a:lstStyle>
          <a:p>
            <a:pPr algn="l">
              <a:defRPr sz="1435" b="1">
                <a:solidFill>
                  <a:srgbClr val="172956"/>
                </a:solidFill>
                <a:latin typeface="Noto Sans SC"/>
                <a:ea typeface="Noto Sans SC"/>
                <a:cs typeface="Noto Sans SC"/>
              </a:defRPr>
            </a:pPr>
            <a:r>
              <a:rPr sz="1435" b="1">
                <a:solidFill>
                  <a:srgbClr val="172956"/>
                </a:solidFill>
                <a:latin typeface="Noto Sans SC"/>
                <a:ea typeface="Noto Sans SC"/>
                <a:cs typeface="Noto Sans SC"/>
              </a:rPr>
              <a:t>工业运维</a:t>
            </a:r>
          </a:p>
        </p:txBody>
      </p:sp>
      <p:sp>
        <p:nvSpPr>
          <p:cNvPr id="121" name="p4_label_32">
            <a:extLst>
              <a:ext uri="{FF2B5EF4-FFF2-40B4-BE49-F238E27FC236}">
                <a16:creationId xmlns:a16="http://schemas.microsoft.com/office/drawing/2014/main" id="{5579B2E5-C1BB-48D8-8CAF-E370FBB29F16}"/>
              </a:ext>
            </a:extLst>
          </p:cNvPr>
          <p:cNvSpPr>
            <a:spLocks/>
          </p:cNvSpPr>
          <p:nvPr/>
        </p:nvSpPr>
        <p:spPr>
          <a:xfrm>
            <a:off x="444567" y="5684633"/>
            <a:ext cx="11303675" cy="342536"/>
          </a:xfrm>
          <a:prstGeom prst="rect">
            <a:avLst/>
          </a:prstGeom>
          <a:noFill/>
          <a:ln w="0">
            <a:noFill/>
          </a:ln>
        </p:spPr>
        <p:txBody>
          <a:bodyPr wrap="square" lIns="0" tIns="0" rIns="0" bIns="0" anchor="t">
            <a:noAutofit/>
          </a:bodyPr>
          <a:lstStyle>
            <a:defPPr algn="l">
              <a:defRPr sz="1951" b="1">
                <a:solidFill>
                  <a:srgbClr val="9C3E76"/>
                </a:solidFill>
                <a:latin typeface="Noto Sans SC"/>
                <a:ea typeface="Noto Sans SC"/>
                <a:cs typeface="Noto Sans SC"/>
              </a:defRPr>
            </a:defPPr>
          </a:lstStyle>
          <a:p>
            <a:pPr algn="l">
              <a:defRPr sz="1951" b="1">
                <a:solidFill>
                  <a:srgbClr val="9C3E76"/>
                </a:solidFill>
                <a:latin typeface="Noto Sans SC"/>
                <a:ea typeface="Noto Sans SC"/>
                <a:cs typeface="Noto Sans SC"/>
              </a:defRPr>
            </a:pPr>
            <a:r>
              <a:rPr sz="1951" b="1">
                <a:solidFill>
                  <a:srgbClr val="9C3E76"/>
                </a:solidFill>
                <a:latin typeface="Noto Sans SC"/>
                <a:ea typeface="Noto Sans SC"/>
                <a:cs typeface="Noto Sans SC"/>
              </a:rPr>
              <a:t>为什么还需要研究模型选择？</a:t>
            </a:r>
          </a:p>
        </p:txBody>
      </p:sp>
      <p:sp>
        <p:nvSpPr>
          <p:cNvPr id="122" name="p4_label_33">
            <a:extLst>
              <a:ext uri="{FF2B5EF4-FFF2-40B4-BE49-F238E27FC236}">
                <a16:creationId xmlns:a16="http://schemas.microsoft.com/office/drawing/2014/main" id="{55A6DF61-9C11-4514-B4CB-0C70441AAC5E}"/>
              </a:ext>
            </a:extLst>
          </p:cNvPr>
          <p:cNvSpPr>
            <a:spLocks/>
          </p:cNvSpPr>
          <p:nvPr/>
        </p:nvSpPr>
        <p:spPr>
          <a:xfrm>
            <a:off x="444567" y="6143777"/>
            <a:ext cx="11281811"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有限预算下，需结合任务特征与已有反馈，决定下一轮优先训练哪个候选</a:t>
            </a:r>
          </a:p>
        </p:txBody>
      </p:sp>
    </p:spTree>
    <p:extLst>
      <p:ext uri="{BB962C8B-B14F-4D97-AF65-F5344CB8AC3E}">
        <p14:creationId xmlns:p14="http://schemas.microsoft.com/office/powerpoint/2010/main" val="4426505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 name="p6_rect_1">
            <a:extLst>
              <a:ext uri="{FF2B5EF4-FFF2-40B4-BE49-F238E27FC236}">
                <a16:creationId xmlns:a16="http://schemas.microsoft.com/office/drawing/2014/main" id="{A2A76670-5276-4064-B072-E593D560BE92}"/>
              </a:ext>
            </a:extLst>
          </p:cNvPr>
          <p:cNvSpPr>
            <a:spLocks/>
          </p:cNvSpPr>
          <p:nvPr/>
        </p:nvSpPr>
        <p:spPr>
          <a:xfrm>
            <a:off x="3738740" y="991167"/>
            <a:ext cx="4708043" cy="1727254"/>
          </a:xfrm>
          <a:prstGeom prst="roundRect">
            <a:avLst>
              <a:gd name="adj" fmla="val 5907"/>
            </a:avLst>
          </a:prstGeom>
          <a:gradFill>
            <a:gsLst>
              <a:gs pos="0">
                <a:srgbClr val="FEFEFF"/>
              </a:gs>
              <a:gs pos="100000">
                <a:srgbClr val="EDF0F8"/>
              </a:gs>
            </a:gsLst>
            <a:lin ang="5400000"/>
          </a:gradFill>
          <a:ln w="12390">
            <a:solidFill>
              <a:srgbClr val="172956"/>
            </a:solidFill>
            <a:prstDash val="solid"/>
          </a:ln>
        </p:spPr>
        <p:txBody>
          <a:bodyPr/>
          <a:lstStyle/>
          <a:p>
            <a:endParaRPr lang="zh-CN" altLang="en-US"/>
          </a:p>
        </p:txBody>
      </p:sp>
      <p:sp>
        <p:nvSpPr>
          <p:cNvPr id="2" name="p6_rect_2">
            <a:extLst>
              <a:ext uri="{FF2B5EF4-FFF2-40B4-BE49-F238E27FC236}">
                <a16:creationId xmlns:a16="http://schemas.microsoft.com/office/drawing/2014/main" id="{AD7880E7-AB97-4AA3-B558-663BB9C9F926}"/>
              </a:ext>
            </a:extLst>
          </p:cNvPr>
          <p:cNvSpPr>
            <a:spLocks/>
          </p:cNvSpPr>
          <p:nvPr/>
        </p:nvSpPr>
        <p:spPr>
          <a:xfrm>
            <a:off x="3869923" y="1654374"/>
            <a:ext cx="2259277" cy="932863"/>
          </a:xfrm>
          <a:prstGeom prst="roundRect">
            <a:avLst>
              <a:gd name="adj" fmla="val 4688"/>
            </a:avLst>
          </a:prstGeom>
          <a:solidFill>
            <a:srgbClr val="FFFFFF"/>
          </a:solidFill>
          <a:ln w="7288">
            <a:solidFill>
              <a:srgbClr val="8599C3"/>
            </a:solidFill>
            <a:prstDash val="solid"/>
          </a:ln>
        </p:spPr>
      </p:sp>
      <p:sp>
        <p:nvSpPr>
          <p:cNvPr id="3" name="p6_path_3">
            <a:extLst>
              <a:ext uri="{FF2B5EF4-FFF2-40B4-BE49-F238E27FC236}">
                <a16:creationId xmlns:a16="http://schemas.microsoft.com/office/drawing/2014/main" id="{4F11DA43-833A-470D-9A3E-B90CDDED900C}"/>
              </a:ext>
            </a:extLst>
          </p:cNvPr>
          <p:cNvSpPr>
            <a:spLocks/>
          </p:cNvSpPr>
          <p:nvPr/>
        </p:nvSpPr>
        <p:spPr>
          <a:xfrm>
            <a:off x="3964667" y="2072538"/>
            <a:ext cx="2069790" cy="274572"/>
          </a:xfrm>
          <a:custGeom>
            <a:avLst/>
            <a:gdLst/>
            <a:ahLst/>
            <a:cxnLst/>
            <a:rect l="0" t="0" r="0" b="0"/>
            <a:pathLst>
              <a:path w="2705100" h="358851">
                <a:moveTo>
                  <a:pt x="0" y="132297"/>
                </a:moveTo>
                <a:lnTo>
                  <a:pt x="27324" y="295816"/>
                </a:lnTo>
                <a:lnTo>
                  <a:pt x="54648" y="283136"/>
                </a:lnTo>
                <a:lnTo>
                  <a:pt x="81973" y="313839"/>
                </a:lnTo>
                <a:lnTo>
                  <a:pt x="109297" y="310211"/>
                </a:lnTo>
                <a:lnTo>
                  <a:pt x="136621" y="218700"/>
                </a:lnTo>
                <a:lnTo>
                  <a:pt x="163945" y="291681"/>
                </a:lnTo>
                <a:lnTo>
                  <a:pt x="191270" y="134195"/>
                </a:lnTo>
                <a:lnTo>
                  <a:pt x="218594" y="104890"/>
                </a:lnTo>
                <a:lnTo>
                  <a:pt x="245918" y="68900"/>
                </a:lnTo>
                <a:lnTo>
                  <a:pt x="273242" y="180704"/>
                </a:lnTo>
                <a:lnTo>
                  <a:pt x="300567" y="107158"/>
                </a:lnTo>
                <a:lnTo>
                  <a:pt x="327891" y="183471"/>
                </a:lnTo>
                <a:lnTo>
                  <a:pt x="355215" y="123383"/>
                </a:lnTo>
                <a:lnTo>
                  <a:pt x="382539" y="185901"/>
                </a:lnTo>
                <a:lnTo>
                  <a:pt x="409864" y="112538"/>
                </a:lnTo>
                <a:lnTo>
                  <a:pt x="437188" y="170276"/>
                </a:lnTo>
                <a:lnTo>
                  <a:pt x="464512" y="309282"/>
                </a:lnTo>
                <a:lnTo>
                  <a:pt x="491836" y="185062"/>
                </a:lnTo>
                <a:lnTo>
                  <a:pt x="519161" y="238116"/>
                </a:lnTo>
                <a:lnTo>
                  <a:pt x="546485" y="254109"/>
                </a:lnTo>
                <a:lnTo>
                  <a:pt x="573809" y="276122"/>
                </a:lnTo>
                <a:lnTo>
                  <a:pt x="601133" y="231822"/>
                </a:lnTo>
                <a:lnTo>
                  <a:pt x="628458" y="98341"/>
                </a:lnTo>
                <a:lnTo>
                  <a:pt x="655782" y="87438"/>
                </a:lnTo>
                <a:lnTo>
                  <a:pt x="683106" y="9710"/>
                </a:lnTo>
                <a:lnTo>
                  <a:pt x="710430" y="66930"/>
                </a:lnTo>
                <a:lnTo>
                  <a:pt x="737755" y="179558"/>
                </a:lnTo>
                <a:lnTo>
                  <a:pt x="765079" y="226970"/>
                </a:lnTo>
                <a:lnTo>
                  <a:pt x="792403" y="95003"/>
                </a:lnTo>
                <a:lnTo>
                  <a:pt x="819727" y="198971"/>
                </a:lnTo>
                <a:lnTo>
                  <a:pt x="847052" y="255491"/>
                </a:lnTo>
                <a:lnTo>
                  <a:pt x="874376" y="232417"/>
                </a:lnTo>
                <a:lnTo>
                  <a:pt x="901700" y="357086"/>
                </a:lnTo>
                <a:lnTo>
                  <a:pt x="929024" y="256754"/>
                </a:lnTo>
                <a:lnTo>
                  <a:pt x="956348" y="202636"/>
                </a:lnTo>
                <a:lnTo>
                  <a:pt x="983673" y="177179"/>
                </a:lnTo>
                <a:lnTo>
                  <a:pt x="1010997" y="55076"/>
                </a:lnTo>
                <a:lnTo>
                  <a:pt x="1038321" y="26116"/>
                </a:lnTo>
                <a:lnTo>
                  <a:pt x="1065645" y="153143"/>
                </a:lnTo>
                <a:lnTo>
                  <a:pt x="1092970" y="82931"/>
                </a:lnTo>
                <a:lnTo>
                  <a:pt x="1120294" y="173801"/>
                </a:lnTo>
                <a:lnTo>
                  <a:pt x="1147618" y="188983"/>
                </a:lnTo>
                <a:lnTo>
                  <a:pt x="1174942" y="250539"/>
                </a:lnTo>
                <a:lnTo>
                  <a:pt x="1202267" y="221886"/>
                </a:lnTo>
                <a:lnTo>
                  <a:pt x="1229591" y="170371"/>
                </a:lnTo>
                <a:lnTo>
                  <a:pt x="1256915" y="283150"/>
                </a:lnTo>
                <a:lnTo>
                  <a:pt x="1284239" y="356227"/>
                </a:lnTo>
                <a:lnTo>
                  <a:pt x="1311564" y="344946"/>
                </a:lnTo>
                <a:lnTo>
                  <a:pt x="1338888" y="293636"/>
                </a:lnTo>
                <a:lnTo>
                  <a:pt x="1366212" y="245534"/>
                </a:lnTo>
                <a:lnTo>
                  <a:pt x="1393536" y="88785"/>
                </a:lnTo>
                <a:lnTo>
                  <a:pt x="1420861" y="102999"/>
                </a:lnTo>
                <a:lnTo>
                  <a:pt x="1448185" y="29266"/>
                </a:lnTo>
                <a:lnTo>
                  <a:pt x="1475509" y="0"/>
                </a:lnTo>
                <a:lnTo>
                  <a:pt x="1502833" y="100630"/>
                </a:lnTo>
                <a:lnTo>
                  <a:pt x="1530158" y="96589"/>
                </a:lnTo>
                <a:lnTo>
                  <a:pt x="1557482" y="213392"/>
                </a:lnTo>
                <a:lnTo>
                  <a:pt x="1584806" y="260994"/>
                </a:lnTo>
                <a:lnTo>
                  <a:pt x="1612130" y="165798"/>
                </a:lnTo>
                <a:lnTo>
                  <a:pt x="1639455" y="333674"/>
                </a:lnTo>
                <a:lnTo>
                  <a:pt x="1666779" y="184715"/>
                </a:lnTo>
                <a:lnTo>
                  <a:pt x="1694103" y="200203"/>
                </a:lnTo>
                <a:lnTo>
                  <a:pt x="1721427" y="339311"/>
                </a:lnTo>
                <a:lnTo>
                  <a:pt x="1748752" y="294384"/>
                </a:lnTo>
                <a:lnTo>
                  <a:pt x="1776076" y="158243"/>
                </a:lnTo>
                <a:lnTo>
                  <a:pt x="1803400" y="118381"/>
                </a:lnTo>
                <a:lnTo>
                  <a:pt x="1830724" y="103662"/>
                </a:lnTo>
                <a:lnTo>
                  <a:pt x="1858048" y="122227"/>
                </a:lnTo>
                <a:lnTo>
                  <a:pt x="1885373" y="105617"/>
                </a:lnTo>
                <a:lnTo>
                  <a:pt x="1912697" y="73670"/>
                </a:lnTo>
                <a:lnTo>
                  <a:pt x="1940021" y="189339"/>
                </a:lnTo>
                <a:lnTo>
                  <a:pt x="1967345" y="174000"/>
                </a:lnTo>
                <a:lnTo>
                  <a:pt x="1994670" y="224121"/>
                </a:lnTo>
                <a:lnTo>
                  <a:pt x="2021994" y="175970"/>
                </a:lnTo>
                <a:lnTo>
                  <a:pt x="2049318" y="233397"/>
                </a:lnTo>
                <a:lnTo>
                  <a:pt x="2076642" y="260599"/>
                </a:lnTo>
                <a:lnTo>
                  <a:pt x="2103967" y="184962"/>
                </a:lnTo>
                <a:lnTo>
                  <a:pt x="2131291" y="166436"/>
                </a:lnTo>
                <a:lnTo>
                  <a:pt x="2158615" y="283529"/>
                </a:lnTo>
                <a:lnTo>
                  <a:pt x="2185939" y="252491"/>
                </a:lnTo>
                <a:lnTo>
                  <a:pt x="2213264" y="181408"/>
                </a:lnTo>
                <a:lnTo>
                  <a:pt x="2240588" y="17504"/>
                </a:lnTo>
                <a:lnTo>
                  <a:pt x="2267912" y="119697"/>
                </a:lnTo>
                <a:lnTo>
                  <a:pt x="2295236" y="63131"/>
                </a:lnTo>
                <a:lnTo>
                  <a:pt x="2322561" y="194619"/>
                </a:lnTo>
                <a:lnTo>
                  <a:pt x="2349885" y="99937"/>
                </a:lnTo>
                <a:lnTo>
                  <a:pt x="2377209" y="275673"/>
                </a:lnTo>
                <a:lnTo>
                  <a:pt x="2404533" y="275740"/>
                </a:lnTo>
                <a:lnTo>
                  <a:pt x="2431858" y="198240"/>
                </a:lnTo>
                <a:lnTo>
                  <a:pt x="2459182" y="358851"/>
                </a:lnTo>
                <a:lnTo>
                  <a:pt x="2486506" y="207008"/>
                </a:lnTo>
                <a:lnTo>
                  <a:pt x="2513830" y="246738"/>
                </a:lnTo>
                <a:lnTo>
                  <a:pt x="2541155" y="258215"/>
                </a:lnTo>
                <a:lnTo>
                  <a:pt x="2568479" y="251510"/>
                </a:lnTo>
                <a:lnTo>
                  <a:pt x="2595803" y="146719"/>
                </a:lnTo>
                <a:lnTo>
                  <a:pt x="2623127" y="71868"/>
                </a:lnTo>
                <a:lnTo>
                  <a:pt x="2650452" y="30543"/>
                </a:lnTo>
                <a:lnTo>
                  <a:pt x="2677776" y="25014"/>
                </a:lnTo>
                <a:lnTo>
                  <a:pt x="2705100" y="149257"/>
                </a:lnTo>
              </a:path>
            </a:pathLst>
          </a:custGeom>
          <a:noFill/>
          <a:ln w="13847">
            <a:solidFill>
              <a:srgbClr val="394D93"/>
            </a:solidFill>
            <a:prstDash val="solid"/>
          </a:ln>
        </p:spPr>
      </p:sp>
      <p:sp>
        <p:nvSpPr>
          <p:cNvPr id="4" name="p6_path_4">
            <a:extLst>
              <a:ext uri="{FF2B5EF4-FFF2-40B4-BE49-F238E27FC236}">
                <a16:creationId xmlns:a16="http://schemas.microsoft.com/office/drawing/2014/main" id="{5C020F5E-E211-44AB-946B-CC220D50A4ED}"/>
              </a:ext>
            </a:extLst>
          </p:cNvPr>
          <p:cNvSpPr>
            <a:spLocks/>
          </p:cNvSpPr>
          <p:nvPr/>
        </p:nvSpPr>
        <p:spPr>
          <a:xfrm>
            <a:off x="3964667" y="2109356"/>
            <a:ext cx="2069790" cy="235883"/>
          </a:xfrm>
          <a:custGeom>
            <a:avLst/>
            <a:gdLst/>
            <a:ahLst/>
            <a:cxnLst/>
            <a:rect l="0" t="0" r="0" b="0"/>
            <a:pathLst>
              <a:path w="2705100" h="308286">
                <a:moveTo>
                  <a:pt x="0" y="112900"/>
                </a:moveTo>
                <a:lnTo>
                  <a:pt x="27324" y="121578"/>
                </a:lnTo>
                <a:lnTo>
                  <a:pt x="54648" y="144427"/>
                </a:lnTo>
                <a:lnTo>
                  <a:pt x="81973" y="308286"/>
                </a:lnTo>
                <a:lnTo>
                  <a:pt x="109297" y="164608"/>
                </a:lnTo>
                <a:lnTo>
                  <a:pt x="136621" y="292780"/>
                </a:lnTo>
                <a:lnTo>
                  <a:pt x="163945" y="246073"/>
                </a:lnTo>
                <a:lnTo>
                  <a:pt x="191270" y="82961"/>
                </a:lnTo>
                <a:lnTo>
                  <a:pt x="218594" y="88640"/>
                </a:lnTo>
                <a:lnTo>
                  <a:pt x="245918" y="71070"/>
                </a:lnTo>
                <a:lnTo>
                  <a:pt x="273242" y="143671"/>
                </a:lnTo>
                <a:lnTo>
                  <a:pt x="300567" y="157465"/>
                </a:lnTo>
                <a:lnTo>
                  <a:pt x="327891" y="155182"/>
                </a:lnTo>
                <a:lnTo>
                  <a:pt x="355215" y="85628"/>
                </a:lnTo>
                <a:lnTo>
                  <a:pt x="382539" y="63678"/>
                </a:lnTo>
                <a:lnTo>
                  <a:pt x="409864" y="269156"/>
                </a:lnTo>
                <a:lnTo>
                  <a:pt x="437188" y="208617"/>
                </a:lnTo>
                <a:lnTo>
                  <a:pt x="464512" y="295484"/>
                </a:lnTo>
                <a:lnTo>
                  <a:pt x="491836" y="278369"/>
                </a:lnTo>
                <a:lnTo>
                  <a:pt x="519161" y="175781"/>
                </a:lnTo>
                <a:lnTo>
                  <a:pt x="546485" y="306787"/>
                </a:lnTo>
                <a:lnTo>
                  <a:pt x="573809" y="280324"/>
                </a:lnTo>
                <a:lnTo>
                  <a:pt x="601133" y="87642"/>
                </a:lnTo>
                <a:lnTo>
                  <a:pt x="628458" y="105900"/>
                </a:lnTo>
                <a:lnTo>
                  <a:pt x="655782" y="112265"/>
                </a:lnTo>
                <a:lnTo>
                  <a:pt x="683106" y="157150"/>
                </a:lnTo>
                <a:lnTo>
                  <a:pt x="710430" y="84927"/>
                </a:lnTo>
                <a:lnTo>
                  <a:pt x="737755" y="71980"/>
                </a:lnTo>
                <a:lnTo>
                  <a:pt x="765079" y="135560"/>
                </a:lnTo>
                <a:lnTo>
                  <a:pt x="792403" y="119798"/>
                </a:lnTo>
                <a:lnTo>
                  <a:pt x="819727" y="212537"/>
                </a:lnTo>
                <a:lnTo>
                  <a:pt x="847052" y="294576"/>
                </a:lnTo>
                <a:lnTo>
                  <a:pt x="874376" y="199007"/>
                </a:lnTo>
                <a:lnTo>
                  <a:pt x="901700" y="188778"/>
                </a:lnTo>
                <a:lnTo>
                  <a:pt x="929024" y="198422"/>
                </a:lnTo>
                <a:lnTo>
                  <a:pt x="956348" y="153895"/>
                </a:lnTo>
                <a:lnTo>
                  <a:pt x="983673" y="103427"/>
                </a:lnTo>
                <a:lnTo>
                  <a:pt x="1010997" y="157234"/>
                </a:lnTo>
                <a:lnTo>
                  <a:pt x="1038321" y="157166"/>
                </a:lnTo>
                <a:lnTo>
                  <a:pt x="1065645" y="0"/>
                </a:lnTo>
                <a:lnTo>
                  <a:pt x="1092970" y="151262"/>
                </a:lnTo>
                <a:lnTo>
                  <a:pt x="1120294" y="112542"/>
                </a:lnTo>
                <a:lnTo>
                  <a:pt x="1147618" y="191959"/>
                </a:lnTo>
                <a:lnTo>
                  <a:pt x="1174942" y="63400"/>
                </a:lnTo>
                <a:lnTo>
                  <a:pt x="1202267" y="241623"/>
                </a:lnTo>
                <a:lnTo>
                  <a:pt x="1229591" y="150491"/>
                </a:lnTo>
                <a:lnTo>
                  <a:pt x="1256915" y="224673"/>
                </a:lnTo>
                <a:lnTo>
                  <a:pt x="1284239" y="239151"/>
                </a:lnTo>
                <a:lnTo>
                  <a:pt x="1311564" y="249005"/>
                </a:lnTo>
                <a:lnTo>
                  <a:pt x="1338888" y="218945"/>
                </a:lnTo>
                <a:lnTo>
                  <a:pt x="1366212" y="109702"/>
                </a:lnTo>
                <a:lnTo>
                  <a:pt x="1393536" y="205238"/>
                </a:lnTo>
                <a:lnTo>
                  <a:pt x="1420861" y="102519"/>
                </a:lnTo>
                <a:lnTo>
                  <a:pt x="1448185" y="116168"/>
                </a:lnTo>
                <a:lnTo>
                  <a:pt x="1475509" y="91099"/>
                </a:lnTo>
                <a:lnTo>
                  <a:pt x="1502833" y="47503"/>
                </a:lnTo>
                <a:lnTo>
                  <a:pt x="1530158" y="63882"/>
                </a:lnTo>
                <a:lnTo>
                  <a:pt x="1557482" y="218239"/>
                </a:lnTo>
                <a:lnTo>
                  <a:pt x="1584806" y="167941"/>
                </a:lnTo>
                <a:lnTo>
                  <a:pt x="1612130" y="201115"/>
                </a:lnTo>
                <a:lnTo>
                  <a:pt x="1639455" y="180713"/>
                </a:lnTo>
                <a:lnTo>
                  <a:pt x="1666779" y="187355"/>
                </a:lnTo>
                <a:lnTo>
                  <a:pt x="1694103" y="180494"/>
                </a:lnTo>
                <a:lnTo>
                  <a:pt x="1721427" y="189503"/>
                </a:lnTo>
                <a:lnTo>
                  <a:pt x="1748752" y="208548"/>
                </a:lnTo>
                <a:lnTo>
                  <a:pt x="1776076" y="198510"/>
                </a:lnTo>
                <a:lnTo>
                  <a:pt x="1803400" y="184518"/>
                </a:lnTo>
                <a:lnTo>
                  <a:pt x="1830724" y="170792"/>
                </a:lnTo>
                <a:lnTo>
                  <a:pt x="1858048" y="17068"/>
                </a:lnTo>
                <a:lnTo>
                  <a:pt x="1885373" y="150628"/>
                </a:lnTo>
                <a:lnTo>
                  <a:pt x="1912697" y="120160"/>
                </a:lnTo>
                <a:lnTo>
                  <a:pt x="1940021" y="175491"/>
                </a:lnTo>
                <a:lnTo>
                  <a:pt x="1967345" y="98646"/>
                </a:lnTo>
                <a:lnTo>
                  <a:pt x="1994670" y="267062"/>
                </a:lnTo>
                <a:lnTo>
                  <a:pt x="2021994" y="256634"/>
                </a:lnTo>
                <a:lnTo>
                  <a:pt x="2049318" y="238830"/>
                </a:lnTo>
                <a:lnTo>
                  <a:pt x="2076642" y="227920"/>
                </a:lnTo>
                <a:lnTo>
                  <a:pt x="2103967" y="299671"/>
                </a:lnTo>
                <a:lnTo>
                  <a:pt x="2131291" y="149891"/>
                </a:lnTo>
                <a:lnTo>
                  <a:pt x="2158615" y="198971"/>
                </a:lnTo>
                <a:lnTo>
                  <a:pt x="2185939" y="143027"/>
                </a:lnTo>
                <a:lnTo>
                  <a:pt x="2213264" y="191721"/>
                </a:lnTo>
                <a:lnTo>
                  <a:pt x="2240588" y="45511"/>
                </a:lnTo>
                <a:lnTo>
                  <a:pt x="2267912" y="148892"/>
                </a:lnTo>
                <a:lnTo>
                  <a:pt x="2295236" y="1923"/>
                </a:lnTo>
                <a:lnTo>
                  <a:pt x="2322561" y="152857"/>
                </a:lnTo>
                <a:lnTo>
                  <a:pt x="2349885" y="178844"/>
                </a:lnTo>
                <a:lnTo>
                  <a:pt x="2377209" y="156603"/>
                </a:lnTo>
                <a:lnTo>
                  <a:pt x="2404533" y="296522"/>
                </a:lnTo>
                <a:lnTo>
                  <a:pt x="2431858" y="245194"/>
                </a:lnTo>
                <a:lnTo>
                  <a:pt x="2459182" y="178124"/>
                </a:lnTo>
                <a:lnTo>
                  <a:pt x="2486506" y="204111"/>
                </a:lnTo>
                <a:lnTo>
                  <a:pt x="2513830" y="254833"/>
                </a:lnTo>
                <a:lnTo>
                  <a:pt x="2541155" y="161365"/>
                </a:lnTo>
                <a:lnTo>
                  <a:pt x="2568479" y="252467"/>
                </a:lnTo>
                <a:lnTo>
                  <a:pt x="2595803" y="106939"/>
                </a:lnTo>
                <a:lnTo>
                  <a:pt x="2623127" y="101333"/>
                </a:lnTo>
                <a:lnTo>
                  <a:pt x="2650452" y="43731"/>
                </a:lnTo>
                <a:lnTo>
                  <a:pt x="2677776" y="136617"/>
                </a:lnTo>
                <a:lnTo>
                  <a:pt x="2705100" y="119453"/>
                </a:lnTo>
              </a:path>
            </a:pathLst>
          </a:custGeom>
          <a:noFill/>
          <a:ln w="13847">
            <a:solidFill>
              <a:srgbClr val="9C3E76"/>
            </a:solidFill>
            <a:prstDash val="dash"/>
          </a:ln>
        </p:spPr>
      </p:sp>
      <p:sp>
        <p:nvSpPr>
          <p:cNvPr id="5" name="p6_rect_5">
            <a:extLst>
              <a:ext uri="{FF2B5EF4-FFF2-40B4-BE49-F238E27FC236}">
                <a16:creationId xmlns:a16="http://schemas.microsoft.com/office/drawing/2014/main" id="{8385A7CB-E106-4740-9DE0-60FD869BFFDE}"/>
              </a:ext>
            </a:extLst>
          </p:cNvPr>
          <p:cNvSpPr>
            <a:spLocks/>
          </p:cNvSpPr>
          <p:nvPr/>
        </p:nvSpPr>
        <p:spPr>
          <a:xfrm>
            <a:off x="6216657" y="1654374"/>
            <a:ext cx="2098942" cy="932863"/>
          </a:xfrm>
          <a:prstGeom prst="roundRect">
            <a:avLst>
              <a:gd name="adj" fmla="val 4688"/>
            </a:avLst>
          </a:prstGeom>
          <a:solidFill>
            <a:srgbClr val="FFFFFF"/>
          </a:solidFill>
          <a:ln w="7288">
            <a:solidFill>
              <a:srgbClr val="8599C3"/>
            </a:solidFill>
            <a:prstDash val="solid"/>
          </a:ln>
        </p:spPr>
      </p:sp>
      <p:sp>
        <p:nvSpPr>
          <p:cNvPr id="6" name="p6_path_6">
            <a:extLst>
              <a:ext uri="{FF2B5EF4-FFF2-40B4-BE49-F238E27FC236}">
                <a16:creationId xmlns:a16="http://schemas.microsoft.com/office/drawing/2014/main" id="{802AC65B-5D60-4CD8-A457-808DEA00F4A6}"/>
              </a:ext>
            </a:extLst>
          </p:cNvPr>
          <p:cNvSpPr>
            <a:spLocks/>
          </p:cNvSpPr>
          <p:nvPr/>
        </p:nvSpPr>
        <p:spPr>
          <a:xfrm>
            <a:off x="6340553" y="2040638"/>
            <a:ext cx="729" cy="422704"/>
          </a:xfrm>
          <a:custGeom>
            <a:avLst/>
            <a:gdLst/>
            <a:ahLst/>
            <a:cxnLst/>
            <a:rect l="0" t="0" r="0" b="0"/>
            <a:pathLst>
              <a:path w="953" h="552450">
                <a:moveTo>
                  <a:pt x="0" y="0"/>
                </a:moveTo>
                <a:lnTo>
                  <a:pt x="0" y="552450"/>
                </a:lnTo>
              </a:path>
            </a:pathLst>
          </a:custGeom>
          <a:noFill/>
          <a:ln w="8746">
            <a:solidFill>
              <a:srgbClr val="8599C3"/>
            </a:solidFill>
            <a:prstDash val="solid"/>
          </a:ln>
        </p:spPr>
      </p:sp>
      <p:sp>
        <p:nvSpPr>
          <p:cNvPr id="7" name="p6_path_7">
            <a:extLst>
              <a:ext uri="{FF2B5EF4-FFF2-40B4-BE49-F238E27FC236}">
                <a16:creationId xmlns:a16="http://schemas.microsoft.com/office/drawing/2014/main" id="{5B3D97F6-73CA-445F-8442-0FD2BFBDCB43}"/>
              </a:ext>
            </a:extLst>
          </p:cNvPr>
          <p:cNvSpPr>
            <a:spLocks/>
          </p:cNvSpPr>
          <p:nvPr/>
        </p:nvSpPr>
        <p:spPr>
          <a:xfrm>
            <a:off x="6340553" y="2463341"/>
            <a:ext cx="816255" cy="729"/>
          </a:xfrm>
          <a:custGeom>
            <a:avLst/>
            <a:gdLst/>
            <a:ahLst/>
            <a:cxnLst/>
            <a:rect l="0" t="0" r="0" b="0"/>
            <a:pathLst>
              <a:path w="1066800" h="953">
                <a:moveTo>
                  <a:pt x="0" y="0"/>
                </a:moveTo>
                <a:lnTo>
                  <a:pt x="1066800" y="0"/>
                </a:lnTo>
              </a:path>
            </a:pathLst>
          </a:custGeom>
          <a:noFill/>
          <a:ln w="8746">
            <a:solidFill>
              <a:srgbClr val="8599C3"/>
            </a:solidFill>
            <a:prstDash val="solid"/>
          </a:ln>
        </p:spPr>
      </p:sp>
      <p:sp>
        <p:nvSpPr>
          <p:cNvPr id="8" name="p6_path_8">
            <a:extLst>
              <a:ext uri="{FF2B5EF4-FFF2-40B4-BE49-F238E27FC236}">
                <a16:creationId xmlns:a16="http://schemas.microsoft.com/office/drawing/2014/main" id="{60F26684-7DAB-45C3-881E-35082146CDF5}"/>
              </a:ext>
            </a:extLst>
          </p:cNvPr>
          <p:cNvSpPr>
            <a:spLocks/>
          </p:cNvSpPr>
          <p:nvPr/>
        </p:nvSpPr>
        <p:spPr>
          <a:xfrm>
            <a:off x="6384281" y="2091362"/>
            <a:ext cx="729" cy="371979"/>
          </a:xfrm>
          <a:custGeom>
            <a:avLst/>
            <a:gdLst/>
            <a:ahLst/>
            <a:cxnLst/>
            <a:rect l="0" t="0" r="0" b="0"/>
            <a:pathLst>
              <a:path w="953" h="486156">
                <a:moveTo>
                  <a:pt x="0" y="486156"/>
                </a:moveTo>
                <a:lnTo>
                  <a:pt x="0" y="0"/>
                </a:lnTo>
              </a:path>
            </a:pathLst>
          </a:custGeom>
          <a:noFill/>
          <a:ln w="29152">
            <a:solidFill>
              <a:srgbClr val="9C3E76"/>
            </a:solidFill>
            <a:prstDash val="solid"/>
          </a:ln>
        </p:spPr>
      </p:sp>
      <p:sp>
        <p:nvSpPr>
          <p:cNvPr id="9" name="p6_path_9">
            <a:extLst>
              <a:ext uri="{FF2B5EF4-FFF2-40B4-BE49-F238E27FC236}">
                <a16:creationId xmlns:a16="http://schemas.microsoft.com/office/drawing/2014/main" id="{D02CE8D9-DC63-4A12-91C8-93E324DA236B}"/>
              </a:ext>
            </a:extLst>
          </p:cNvPr>
          <p:cNvSpPr>
            <a:spLocks/>
          </p:cNvSpPr>
          <p:nvPr/>
        </p:nvSpPr>
        <p:spPr>
          <a:xfrm>
            <a:off x="6435296" y="2154872"/>
            <a:ext cx="729" cy="308469"/>
          </a:xfrm>
          <a:custGeom>
            <a:avLst/>
            <a:gdLst/>
            <a:ahLst/>
            <a:cxnLst/>
            <a:rect l="0" t="0" r="0" b="0"/>
            <a:pathLst>
              <a:path w="953" h="403151">
                <a:moveTo>
                  <a:pt x="0" y="403151"/>
                </a:moveTo>
                <a:lnTo>
                  <a:pt x="0" y="0"/>
                </a:lnTo>
              </a:path>
            </a:pathLst>
          </a:custGeom>
          <a:noFill/>
          <a:ln w="29152">
            <a:solidFill>
              <a:srgbClr val="9C3E76"/>
            </a:solidFill>
            <a:prstDash val="solid"/>
          </a:ln>
        </p:spPr>
      </p:sp>
      <p:sp>
        <p:nvSpPr>
          <p:cNvPr id="10" name="p6_path_10">
            <a:extLst>
              <a:ext uri="{FF2B5EF4-FFF2-40B4-BE49-F238E27FC236}">
                <a16:creationId xmlns:a16="http://schemas.microsoft.com/office/drawing/2014/main" id="{40CA9D2E-FBB0-43CF-86FE-300541A35BFC}"/>
              </a:ext>
            </a:extLst>
          </p:cNvPr>
          <p:cNvSpPr>
            <a:spLocks/>
          </p:cNvSpPr>
          <p:nvPr/>
        </p:nvSpPr>
        <p:spPr>
          <a:xfrm>
            <a:off x="6486312" y="2211259"/>
            <a:ext cx="729" cy="252083"/>
          </a:xfrm>
          <a:custGeom>
            <a:avLst/>
            <a:gdLst/>
            <a:ahLst/>
            <a:cxnLst/>
            <a:rect l="0" t="0" r="0" b="0"/>
            <a:pathLst>
              <a:path w="953" h="329458">
                <a:moveTo>
                  <a:pt x="0" y="329458"/>
                </a:moveTo>
                <a:lnTo>
                  <a:pt x="0" y="0"/>
                </a:lnTo>
              </a:path>
            </a:pathLst>
          </a:custGeom>
          <a:noFill/>
          <a:ln w="29152">
            <a:solidFill>
              <a:srgbClr val="9C3E76"/>
            </a:solidFill>
            <a:prstDash val="solid"/>
          </a:ln>
        </p:spPr>
      </p:sp>
      <p:sp>
        <p:nvSpPr>
          <p:cNvPr id="11" name="p6_path_11">
            <a:extLst>
              <a:ext uri="{FF2B5EF4-FFF2-40B4-BE49-F238E27FC236}">
                <a16:creationId xmlns:a16="http://schemas.microsoft.com/office/drawing/2014/main" id="{0814F749-EBB4-49FE-B9EF-A9C9CEF598EF}"/>
              </a:ext>
            </a:extLst>
          </p:cNvPr>
          <p:cNvSpPr>
            <a:spLocks/>
          </p:cNvSpPr>
          <p:nvPr/>
        </p:nvSpPr>
        <p:spPr>
          <a:xfrm>
            <a:off x="6537328" y="2260467"/>
            <a:ext cx="729" cy="202875"/>
          </a:xfrm>
          <a:custGeom>
            <a:avLst/>
            <a:gdLst/>
            <a:ahLst/>
            <a:cxnLst/>
            <a:rect l="0" t="0" r="0" b="0"/>
            <a:pathLst>
              <a:path w="953" h="265146">
                <a:moveTo>
                  <a:pt x="0" y="265146"/>
                </a:moveTo>
                <a:lnTo>
                  <a:pt x="0" y="0"/>
                </a:lnTo>
              </a:path>
            </a:pathLst>
          </a:custGeom>
          <a:noFill/>
          <a:ln w="29152">
            <a:solidFill>
              <a:srgbClr val="9C3E76"/>
            </a:solidFill>
            <a:prstDash val="solid"/>
          </a:ln>
        </p:spPr>
      </p:sp>
      <p:sp>
        <p:nvSpPr>
          <p:cNvPr id="12" name="p6_path_12">
            <a:extLst>
              <a:ext uri="{FF2B5EF4-FFF2-40B4-BE49-F238E27FC236}">
                <a16:creationId xmlns:a16="http://schemas.microsoft.com/office/drawing/2014/main" id="{CE96AF7E-2330-43FB-BDF8-84A80B81228D}"/>
              </a:ext>
            </a:extLst>
          </p:cNvPr>
          <p:cNvSpPr>
            <a:spLocks/>
          </p:cNvSpPr>
          <p:nvPr/>
        </p:nvSpPr>
        <p:spPr>
          <a:xfrm>
            <a:off x="6588344" y="2302740"/>
            <a:ext cx="729" cy="160601"/>
          </a:xfrm>
          <a:custGeom>
            <a:avLst/>
            <a:gdLst/>
            <a:ahLst/>
            <a:cxnLst/>
            <a:rect l="0" t="0" r="0" b="0"/>
            <a:pathLst>
              <a:path w="953" h="209896">
                <a:moveTo>
                  <a:pt x="0" y="209896"/>
                </a:moveTo>
                <a:lnTo>
                  <a:pt x="0" y="0"/>
                </a:lnTo>
              </a:path>
            </a:pathLst>
          </a:custGeom>
          <a:noFill/>
          <a:ln w="29152">
            <a:solidFill>
              <a:srgbClr val="9C3E76"/>
            </a:solidFill>
            <a:prstDash val="solid"/>
          </a:ln>
        </p:spPr>
      </p:sp>
      <p:sp>
        <p:nvSpPr>
          <p:cNvPr id="13" name="p6_path_13">
            <a:extLst>
              <a:ext uri="{FF2B5EF4-FFF2-40B4-BE49-F238E27FC236}">
                <a16:creationId xmlns:a16="http://schemas.microsoft.com/office/drawing/2014/main" id="{D9BC17FA-7215-4DAE-BB1D-B4E249DC181E}"/>
              </a:ext>
            </a:extLst>
          </p:cNvPr>
          <p:cNvSpPr>
            <a:spLocks/>
          </p:cNvSpPr>
          <p:nvPr/>
        </p:nvSpPr>
        <p:spPr>
          <a:xfrm>
            <a:off x="6639360" y="2338521"/>
            <a:ext cx="729" cy="124820"/>
          </a:xfrm>
          <a:custGeom>
            <a:avLst/>
            <a:gdLst/>
            <a:ahLst/>
            <a:cxnLst/>
            <a:rect l="0" t="0" r="0" b="0"/>
            <a:pathLst>
              <a:path w="953" h="163133">
                <a:moveTo>
                  <a:pt x="0" y="163133"/>
                </a:moveTo>
                <a:lnTo>
                  <a:pt x="0" y="0"/>
                </a:lnTo>
              </a:path>
            </a:pathLst>
          </a:custGeom>
          <a:noFill/>
          <a:ln w="29152">
            <a:solidFill>
              <a:srgbClr val="9C3E76"/>
            </a:solidFill>
            <a:prstDash val="solid"/>
          </a:ln>
        </p:spPr>
      </p:sp>
      <p:sp>
        <p:nvSpPr>
          <p:cNvPr id="14" name="p6_path_14">
            <a:extLst>
              <a:ext uri="{FF2B5EF4-FFF2-40B4-BE49-F238E27FC236}">
                <a16:creationId xmlns:a16="http://schemas.microsoft.com/office/drawing/2014/main" id="{FFA6E4C8-F5CB-4872-B832-01535F808475}"/>
              </a:ext>
            </a:extLst>
          </p:cNvPr>
          <p:cNvSpPr>
            <a:spLocks/>
          </p:cNvSpPr>
          <p:nvPr/>
        </p:nvSpPr>
        <p:spPr>
          <a:xfrm>
            <a:off x="6690376" y="2368371"/>
            <a:ext cx="729" cy="94970"/>
          </a:xfrm>
          <a:custGeom>
            <a:avLst/>
            <a:gdLst/>
            <a:ahLst/>
            <a:cxnLst/>
            <a:rect l="0" t="0" r="0" b="0"/>
            <a:pathLst>
              <a:path w="953" h="124120">
                <a:moveTo>
                  <a:pt x="0" y="124120"/>
                </a:moveTo>
                <a:lnTo>
                  <a:pt x="0" y="0"/>
                </a:lnTo>
              </a:path>
            </a:pathLst>
          </a:custGeom>
          <a:noFill/>
          <a:ln w="29152">
            <a:solidFill>
              <a:srgbClr val="9C3E76"/>
            </a:solidFill>
            <a:prstDash val="solid"/>
          </a:ln>
        </p:spPr>
      </p:sp>
      <p:sp>
        <p:nvSpPr>
          <p:cNvPr id="15" name="p6_path_15">
            <a:extLst>
              <a:ext uri="{FF2B5EF4-FFF2-40B4-BE49-F238E27FC236}">
                <a16:creationId xmlns:a16="http://schemas.microsoft.com/office/drawing/2014/main" id="{F40AE3C3-BB82-4B20-9BC6-72284193D19F}"/>
              </a:ext>
            </a:extLst>
          </p:cNvPr>
          <p:cNvSpPr>
            <a:spLocks/>
          </p:cNvSpPr>
          <p:nvPr/>
        </p:nvSpPr>
        <p:spPr>
          <a:xfrm>
            <a:off x="6741392" y="2392915"/>
            <a:ext cx="729" cy="70426"/>
          </a:xfrm>
          <a:custGeom>
            <a:avLst/>
            <a:gdLst/>
            <a:ahLst/>
            <a:cxnLst/>
            <a:rect l="0" t="0" r="0" b="0"/>
            <a:pathLst>
              <a:path w="953" h="92043">
                <a:moveTo>
                  <a:pt x="0" y="92043"/>
                </a:moveTo>
                <a:lnTo>
                  <a:pt x="0" y="0"/>
                </a:lnTo>
              </a:path>
            </a:pathLst>
          </a:custGeom>
          <a:noFill/>
          <a:ln w="29152">
            <a:solidFill>
              <a:srgbClr val="9C3E76"/>
            </a:solidFill>
            <a:prstDash val="solid"/>
          </a:ln>
        </p:spPr>
      </p:sp>
      <p:sp>
        <p:nvSpPr>
          <p:cNvPr id="16" name="p6_path_16">
            <a:extLst>
              <a:ext uri="{FF2B5EF4-FFF2-40B4-BE49-F238E27FC236}">
                <a16:creationId xmlns:a16="http://schemas.microsoft.com/office/drawing/2014/main" id="{C13BDE12-F424-40CA-ACE8-B74E21976869}"/>
              </a:ext>
            </a:extLst>
          </p:cNvPr>
          <p:cNvSpPr>
            <a:spLocks/>
          </p:cNvSpPr>
          <p:nvPr/>
        </p:nvSpPr>
        <p:spPr>
          <a:xfrm>
            <a:off x="6792408" y="2412796"/>
            <a:ext cx="729" cy="50546"/>
          </a:xfrm>
          <a:custGeom>
            <a:avLst/>
            <a:gdLst/>
            <a:ahLst/>
            <a:cxnLst/>
            <a:rect l="0" t="0" r="0" b="0"/>
            <a:pathLst>
              <a:path w="953" h="66060">
                <a:moveTo>
                  <a:pt x="0" y="66060"/>
                </a:moveTo>
                <a:lnTo>
                  <a:pt x="0" y="0"/>
                </a:lnTo>
              </a:path>
            </a:pathLst>
          </a:custGeom>
          <a:noFill/>
          <a:ln w="29152">
            <a:solidFill>
              <a:srgbClr val="9C3E76"/>
            </a:solidFill>
            <a:prstDash val="solid"/>
          </a:ln>
        </p:spPr>
      </p:sp>
      <p:sp>
        <p:nvSpPr>
          <p:cNvPr id="17" name="p6_path_17">
            <a:extLst>
              <a:ext uri="{FF2B5EF4-FFF2-40B4-BE49-F238E27FC236}">
                <a16:creationId xmlns:a16="http://schemas.microsoft.com/office/drawing/2014/main" id="{4F141070-77F7-48E4-BA2E-9EFE1FB91A40}"/>
              </a:ext>
            </a:extLst>
          </p:cNvPr>
          <p:cNvSpPr>
            <a:spLocks/>
          </p:cNvSpPr>
          <p:nvPr/>
        </p:nvSpPr>
        <p:spPr>
          <a:xfrm>
            <a:off x="6843424" y="2428645"/>
            <a:ext cx="729" cy="34696"/>
          </a:xfrm>
          <a:custGeom>
            <a:avLst/>
            <a:gdLst/>
            <a:ahLst/>
            <a:cxnLst/>
            <a:rect l="0" t="0" r="0" b="0"/>
            <a:pathLst>
              <a:path w="953" h="45346">
                <a:moveTo>
                  <a:pt x="0" y="45346"/>
                </a:moveTo>
                <a:lnTo>
                  <a:pt x="0" y="0"/>
                </a:lnTo>
              </a:path>
            </a:pathLst>
          </a:custGeom>
          <a:noFill/>
          <a:ln w="29152">
            <a:solidFill>
              <a:srgbClr val="9C3E76"/>
            </a:solidFill>
            <a:prstDash val="solid"/>
          </a:ln>
        </p:spPr>
      </p:sp>
      <p:sp>
        <p:nvSpPr>
          <p:cNvPr id="18" name="p6_path_18">
            <a:extLst>
              <a:ext uri="{FF2B5EF4-FFF2-40B4-BE49-F238E27FC236}">
                <a16:creationId xmlns:a16="http://schemas.microsoft.com/office/drawing/2014/main" id="{24337FE6-5C0D-4A24-8CAD-293E96A205E0}"/>
              </a:ext>
            </a:extLst>
          </p:cNvPr>
          <p:cNvSpPr>
            <a:spLocks/>
          </p:cNvSpPr>
          <p:nvPr/>
        </p:nvSpPr>
        <p:spPr>
          <a:xfrm>
            <a:off x="6894440" y="2441061"/>
            <a:ext cx="729" cy="22281"/>
          </a:xfrm>
          <a:custGeom>
            <a:avLst/>
            <a:gdLst/>
            <a:ahLst/>
            <a:cxnLst/>
            <a:rect l="0" t="0" r="0" b="0"/>
            <a:pathLst>
              <a:path w="953" h="29119">
                <a:moveTo>
                  <a:pt x="0" y="29119"/>
                </a:moveTo>
                <a:lnTo>
                  <a:pt x="0" y="0"/>
                </a:lnTo>
              </a:path>
            </a:pathLst>
          </a:custGeom>
          <a:noFill/>
          <a:ln w="29152">
            <a:solidFill>
              <a:srgbClr val="9C3E76"/>
            </a:solidFill>
            <a:prstDash val="solid"/>
          </a:ln>
        </p:spPr>
      </p:sp>
      <p:sp>
        <p:nvSpPr>
          <p:cNvPr id="19" name="p6_path_19">
            <a:extLst>
              <a:ext uri="{FF2B5EF4-FFF2-40B4-BE49-F238E27FC236}">
                <a16:creationId xmlns:a16="http://schemas.microsoft.com/office/drawing/2014/main" id="{ADFDC93A-3F7C-4A74-8E79-1E8CC6A039B0}"/>
              </a:ext>
            </a:extLst>
          </p:cNvPr>
          <p:cNvSpPr>
            <a:spLocks/>
          </p:cNvSpPr>
          <p:nvPr/>
        </p:nvSpPr>
        <p:spPr>
          <a:xfrm>
            <a:off x="6945456" y="2450595"/>
            <a:ext cx="729" cy="12746"/>
          </a:xfrm>
          <a:custGeom>
            <a:avLst/>
            <a:gdLst/>
            <a:ahLst/>
            <a:cxnLst/>
            <a:rect l="0" t="0" r="0" b="0"/>
            <a:pathLst>
              <a:path w="953" h="16658">
                <a:moveTo>
                  <a:pt x="0" y="16658"/>
                </a:moveTo>
                <a:lnTo>
                  <a:pt x="0" y="0"/>
                </a:lnTo>
              </a:path>
            </a:pathLst>
          </a:custGeom>
          <a:noFill/>
          <a:ln w="29152">
            <a:solidFill>
              <a:srgbClr val="9C3E76"/>
            </a:solidFill>
            <a:prstDash val="solid"/>
          </a:ln>
        </p:spPr>
      </p:sp>
      <p:sp>
        <p:nvSpPr>
          <p:cNvPr id="20" name="p6_path_20">
            <a:extLst>
              <a:ext uri="{FF2B5EF4-FFF2-40B4-BE49-F238E27FC236}">
                <a16:creationId xmlns:a16="http://schemas.microsoft.com/office/drawing/2014/main" id="{0980E60A-52F5-4C6C-A848-C15BC57260F3}"/>
              </a:ext>
            </a:extLst>
          </p:cNvPr>
          <p:cNvSpPr>
            <a:spLocks/>
          </p:cNvSpPr>
          <p:nvPr/>
        </p:nvSpPr>
        <p:spPr>
          <a:xfrm>
            <a:off x="6996472" y="2457746"/>
            <a:ext cx="729" cy="5595"/>
          </a:xfrm>
          <a:custGeom>
            <a:avLst/>
            <a:gdLst/>
            <a:ahLst/>
            <a:cxnLst/>
            <a:rect l="0" t="0" r="0" b="0"/>
            <a:pathLst>
              <a:path w="953" h="7312">
                <a:moveTo>
                  <a:pt x="0" y="7312"/>
                </a:moveTo>
                <a:lnTo>
                  <a:pt x="0" y="0"/>
                </a:lnTo>
              </a:path>
            </a:pathLst>
          </a:custGeom>
          <a:noFill/>
          <a:ln w="29152">
            <a:solidFill>
              <a:srgbClr val="9C3E76"/>
            </a:solidFill>
            <a:prstDash val="solid"/>
          </a:ln>
        </p:spPr>
      </p:sp>
      <p:sp>
        <p:nvSpPr>
          <p:cNvPr id="21" name="p6_path_21">
            <a:extLst>
              <a:ext uri="{FF2B5EF4-FFF2-40B4-BE49-F238E27FC236}">
                <a16:creationId xmlns:a16="http://schemas.microsoft.com/office/drawing/2014/main" id="{2AA45F16-5D93-48B5-A43C-38B47BD8C7CB}"/>
              </a:ext>
            </a:extLst>
          </p:cNvPr>
          <p:cNvSpPr>
            <a:spLocks/>
          </p:cNvSpPr>
          <p:nvPr/>
        </p:nvSpPr>
        <p:spPr>
          <a:xfrm>
            <a:off x="7047488" y="2462954"/>
            <a:ext cx="729" cy="387"/>
          </a:xfrm>
          <a:custGeom>
            <a:avLst/>
            <a:gdLst/>
            <a:ahLst/>
            <a:cxnLst/>
            <a:rect l="0" t="0" r="0" b="0"/>
            <a:pathLst>
              <a:path w="953" h="506">
                <a:moveTo>
                  <a:pt x="0" y="506"/>
                </a:moveTo>
                <a:lnTo>
                  <a:pt x="0" y="0"/>
                </a:lnTo>
              </a:path>
            </a:pathLst>
          </a:custGeom>
          <a:noFill/>
          <a:ln w="29152">
            <a:solidFill>
              <a:srgbClr val="9C3E76"/>
            </a:solidFill>
            <a:prstDash val="solid"/>
          </a:ln>
        </p:spPr>
      </p:sp>
      <p:sp>
        <p:nvSpPr>
          <p:cNvPr id="22" name="p6_path_22">
            <a:extLst>
              <a:ext uri="{FF2B5EF4-FFF2-40B4-BE49-F238E27FC236}">
                <a16:creationId xmlns:a16="http://schemas.microsoft.com/office/drawing/2014/main" id="{E3EE0313-C45F-4EE5-AE1F-A214D0161813}"/>
              </a:ext>
            </a:extLst>
          </p:cNvPr>
          <p:cNvSpPr>
            <a:spLocks/>
          </p:cNvSpPr>
          <p:nvPr/>
        </p:nvSpPr>
        <p:spPr>
          <a:xfrm>
            <a:off x="7098504" y="2463341"/>
            <a:ext cx="729" cy="3262"/>
          </a:xfrm>
          <a:custGeom>
            <a:avLst/>
            <a:gdLst/>
            <a:ahLst/>
            <a:cxnLst/>
            <a:rect l="0" t="0" r="0" b="0"/>
            <a:pathLst>
              <a:path w="953" h="4263">
                <a:moveTo>
                  <a:pt x="0" y="0"/>
                </a:moveTo>
                <a:lnTo>
                  <a:pt x="0" y="4263"/>
                </a:lnTo>
              </a:path>
            </a:pathLst>
          </a:custGeom>
          <a:noFill/>
          <a:ln w="29152">
            <a:solidFill>
              <a:srgbClr val="9C3E76"/>
            </a:solidFill>
            <a:prstDash val="solid"/>
          </a:ln>
        </p:spPr>
      </p:sp>
      <p:sp>
        <p:nvSpPr>
          <p:cNvPr id="23" name="p6_path_23">
            <a:extLst>
              <a:ext uri="{FF2B5EF4-FFF2-40B4-BE49-F238E27FC236}">
                <a16:creationId xmlns:a16="http://schemas.microsoft.com/office/drawing/2014/main" id="{29731418-8DBF-4830-8E4A-C707A97C3383}"/>
              </a:ext>
            </a:extLst>
          </p:cNvPr>
          <p:cNvSpPr>
            <a:spLocks/>
          </p:cNvSpPr>
          <p:nvPr/>
        </p:nvSpPr>
        <p:spPr>
          <a:xfrm>
            <a:off x="6340553" y="2395709"/>
            <a:ext cx="816255" cy="729"/>
          </a:xfrm>
          <a:custGeom>
            <a:avLst/>
            <a:gdLst/>
            <a:ahLst/>
            <a:cxnLst/>
            <a:rect l="0" t="0" r="0" b="0"/>
            <a:pathLst>
              <a:path w="1066800" h="953">
                <a:moveTo>
                  <a:pt x="0" y="0"/>
                </a:moveTo>
                <a:lnTo>
                  <a:pt x="1066800" y="0"/>
                </a:lnTo>
              </a:path>
            </a:pathLst>
          </a:custGeom>
          <a:noFill/>
          <a:ln w="5830">
            <a:solidFill>
              <a:srgbClr val="8599C3"/>
            </a:solidFill>
            <a:prstDash val="dash"/>
          </a:ln>
        </p:spPr>
      </p:sp>
      <p:sp>
        <p:nvSpPr>
          <p:cNvPr id="24" name="p6_path_24">
            <a:extLst>
              <a:ext uri="{FF2B5EF4-FFF2-40B4-BE49-F238E27FC236}">
                <a16:creationId xmlns:a16="http://schemas.microsoft.com/office/drawing/2014/main" id="{92A528E1-8CE9-4DE4-AC6E-528CD1C829B0}"/>
              </a:ext>
            </a:extLst>
          </p:cNvPr>
          <p:cNvSpPr>
            <a:spLocks/>
          </p:cNvSpPr>
          <p:nvPr/>
        </p:nvSpPr>
        <p:spPr>
          <a:xfrm>
            <a:off x="7339007" y="2040638"/>
            <a:ext cx="729" cy="422704"/>
          </a:xfrm>
          <a:custGeom>
            <a:avLst/>
            <a:gdLst/>
            <a:ahLst/>
            <a:cxnLst/>
            <a:rect l="0" t="0" r="0" b="0"/>
            <a:pathLst>
              <a:path w="953" h="552450">
                <a:moveTo>
                  <a:pt x="0" y="0"/>
                </a:moveTo>
                <a:lnTo>
                  <a:pt x="0" y="552450"/>
                </a:lnTo>
              </a:path>
            </a:pathLst>
          </a:custGeom>
          <a:noFill/>
          <a:ln w="8746">
            <a:solidFill>
              <a:srgbClr val="8599C3"/>
            </a:solidFill>
            <a:prstDash val="solid"/>
          </a:ln>
        </p:spPr>
      </p:sp>
      <p:sp>
        <p:nvSpPr>
          <p:cNvPr id="25" name="p6_path_25">
            <a:extLst>
              <a:ext uri="{FF2B5EF4-FFF2-40B4-BE49-F238E27FC236}">
                <a16:creationId xmlns:a16="http://schemas.microsoft.com/office/drawing/2014/main" id="{78DD0088-D4C8-49EE-9E67-1E16E910C9CF}"/>
              </a:ext>
            </a:extLst>
          </p:cNvPr>
          <p:cNvSpPr>
            <a:spLocks/>
          </p:cNvSpPr>
          <p:nvPr/>
        </p:nvSpPr>
        <p:spPr>
          <a:xfrm>
            <a:off x="7339007" y="2463341"/>
            <a:ext cx="845407" cy="729"/>
          </a:xfrm>
          <a:custGeom>
            <a:avLst/>
            <a:gdLst/>
            <a:ahLst/>
            <a:cxnLst/>
            <a:rect l="0" t="0" r="0" b="0"/>
            <a:pathLst>
              <a:path w="1104900" h="953">
                <a:moveTo>
                  <a:pt x="0" y="0"/>
                </a:moveTo>
                <a:lnTo>
                  <a:pt x="1104900" y="0"/>
                </a:lnTo>
              </a:path>
            </a:pathLst>
          </a:custGeom>
          <a:noFill/>
          <a:ln w="8746">
            <a:solidFill>
              <a:srgbClr val="8599C3"/>
            </a:solidFill>
            <a:prstDash val="solid"/>
          </a:ln>
        </p:spPr>
      </p:sp>
      <p:sp>
        <p:nvSpPr>
          <p:cNvPr id="26" name="p6_path_26">
            <a:extLst>
              <a:ext uri="{FF2B5EF4-FFF2-40B4-BE49-F238E27FC236}">
                <a16:creationId xmlns:a16="http://schemas.microsoft.com/office/drawing/2014/main" id="{1B7C71F2-A916-409E-981C-D8E25D65E6E7}"/>
              </a:ext>
            </a:extLst>
          </p:cNvPr>
          <p:cNvSpPr>
            <a:spLocks/>
          </p:cNvSpPr>
          <p:nvPr/>
        </p:nvSpPr>
        <p:spPr>
          <a:xfrm>
            <a:off x="7339007" y="2106902"/>
            <a:ext cx="845407" cy="335304"/>
          </a:xfrm>
          <a:custGeom>
            <a:avLst/>
            <a:gdLst/>
            <a:ahLst/>
            <a:cxnLst/>
            <a:rect l="0" t="0" r="0" b="0"/>
            <a:pathLst>
              <a:path w="1104900" h="438223">
                <a:moveTo>
                  <a:pt x="0" y="421650"/>
                </a:moveTo>
                <a:lnTo>
                  <a:pt x="16013" y="414567"/>
                </a:lnTo>
                <a:lnTo>
                  <a:pt x="32026" y="434457"/>
                </a:lnTo>
                <a:lnTo>
                  <a:pt x="48039" y="405575"/>
                </a:lnTo>
                <a:lnTo>
                  <a:pt x="64052" y="437907"/>
                </a:lnTo>
                <a:lnTo>
                  <a:pt x="80065" y="408328"/>
                </a:lnTo>
                <a:lnTo>
                  <a:pt x="96078" y="429480"/>
                </a:lnTo>
                <a:lnTo>
                  <a:pt x="112091" y="420814"/>
                </a:lnTo>
                <a:lnTo>
                  <a:pt x="128104" y="415331"/>
                </a:lnTo>
                <a:lnTo>
                  <a:pt x="144117" y="433911"/>
                </a:lnTo>
                <a:lnTo>
                  <a:pt x="160130" y="405799"/>
                </a:lnTo>
                <a:lnTo>
                  <a:pt x="176143" y="438049"/>
                </a:lnTo>
                <a:lnTo>
                  <a:pt x="192157" y="407842"/>
                </a:lnTo>
                <a:lnTo>
                  <a:pt x="208170" y="430119"/>
                </a:lnTo>
                <a:lnTo>
                  <a:pt x="224183" y="419149"/>
                </a:lnTo>
                <a:lnTo>
                  <a:pt x="240196" y="410496"/>
                </a:lnTo>
                <a:lnTo>
                  <a:pt x="256209" y="406540"/>
                </a:lnTo>
                <a:lnTo>
                  <a:pt x="272222" y="315740"/>
                </a:lnTo>
                <a:lnTo>
                  <a:pt x="288235" y="222973"/>
                </a:lnTo>
                <a:lnTo>
                  <a:pt x="304248" y="45169"/>
                </a:lnTo>
                <a:lnTo>
                  <a:pt x="320261" y="0"/>
                </a:lnTo>
                <a:lnTo>
                  <a:pt x="336274" y="56917"/>
                </a:lnTo>
                <a:lnTo>
                  <a:pt x="352287" y="201730"/>
                </a:lnTo>
                <a:lnTo>
                  <a:pt x="368300" y="342401"/>
                </a:lnTo>
                <a:lnTo>
                  <a:pt x="384313" y="379575"/>
                </a:lnTo>
                <a:lnTo>
                  <a:pt x="400326" y="432591"/>
                </a:lnTo>
                <a:lnTo>
                  <a:pt x="416339" y="406162"/>
                </a:lnTo>
                <a:lnTo>
                  <a:pt x="432352" y="431505"/>
                </a:lnTo>
                <a:lnTo>
                  <a:pt x="448365" y="418322"/>
                </a:lnTo>
                <a:lnTo>
                  <a:pt x="464378" y="417713"/>
                </a:lnTo>
                <a:lnTo>
                  <a:pt x="480391" y="432089"/>
                </a:lnTo>
                <a:lnTo>
                  <a:pt x="496404" y="406710"/>
                </a:lnTo>
                <a:lnTo>
                  <a:pt x="512417" y="438223"/>
                </a:lnTo>
                <a:lnTo>
                  <a:pt x="528430" y="406622"/>
                </a:lnTo>
                <a:lnTo>
                  <a:pt x="544443" y="432246"/>
                </a:lnTo>
                <a:lnTo>
                  <a:pt x="560457" y="417493"/>
                </a:lnTo>
                <a:lnTo>
                  <a:pt x="576470" y="418395"/>
                </a:lnTo>
                <a:lnTo>
                  <a:pt x="592483" y="430711"/>
                </a:lnTo>
                <a:lnTo>
                  <a:pt x="608496" y="404056"/>
                </a:lnTo>
                <a:lnTo>
                  <a:pt x="624509" y="427892"/>
                </a:lnTo>
                <a:lnTo>
                  <a:pt x="640522" y="378278"/>
                </a:lnTo>
                <a:lnTo>
                  <a:pt x="656535" y="371907"/>
                </a:lnTo>
                <a:lnTo>
                  <a:pt x="672548" y="310444"/>
                </a:lnTo>
                <a:lnTo>
                  <a:pt x="688561" y="271049"/>
                </a:lnTo>
                <a:lnTo>
                  <a:pt x="704574" y="265005"/>
                </a:lnTo>
                <a:lnTo>
                  <a:pt x="720587" y="259203"/>
                </a:lnTo>
                <a:lnTo>
                  <a:pt x="736600" y="331862"/>
                </a:lnTo>
                <a:lnTo>
                  <a:pt x="752613" y="345025"/>
                </a:lnTo>
                <a:lnTo>
                  <a:pt x="768626" y="405466"/>
                </a:lnTo>
                <a:lnTo>
                  <a:pt x="784639" y="405614"/>
                </a:lnTo>
                <a:lnTo>
                  <a:pt x="800652" y="417150"/>
                </a:lnTo>
                <a:lnTo>
                  <a:pt x="816665" y="429313"/>
                </a:lnTo>
                <a:lnTo>
                  <a:pt x="832678" y="407828"/>
                </a:lnTo>
                <a:lnTo>
                  <a:pt x="848691" y="437998"/>
                </a:lnTo>
                <a:lnTo>
                  <a:pt x="864704" y="405738"/>
                </a:lnTo>
                <a:lnTo>
                  <a:pt x="880717" y="434048"/>
                </a:lnTo>
                <a:lnTo>
                  <a:pt x="896730" y="415142"/>
                </a:lnTo>
                <a:lnTo>
                  <a:pt x="912743" y="421020"/>
                </a:lnTo>
                <a:lnTo>
                  <a:pt x="928757" y="429298"/>
                </a:lnTo>
                <a:lnTo>
                  <a:pt x="944770" y="408452"/>
                </a:lnTo>
                <a:lnTo>
                  <a:pt x="960783" y="437866"/>
                </a:lnTo>
                <a:lnTo>
                  <a:pt x="976796" y="405527"/>
                </a:lnTo>
                <a:lnTo>
                  <a:pt x="992809" y="434587"/>
                </a:lnTo>
                <a:lnTo>
                  <a:pt x="1008822" y="414381"/>
                </a:lnTo>
                <a:lnTo>
                  <a:pt x="1024835" y="421855"/>
                </a:lnTo>
                <a:lnTo>
                  <a:pt x="1040848" y="428547"/>
                </a:lnTo>
                <a:lnTo>
                  <a:pt x="1056861" y="408974"/>
                </a:lnTo>
                <a:lnTo>
                  <a:pt x="1072874" y="437673"/>
                </a:lnTo>
                <a:lnTo>
                  <a:pt x="1088887" y="405354"/>
                </a:lnTo>
                <a:lnTo>
                  <a:pt x="1104900" y="435093"/>
                </a:lnTo>
              </a:path>
            </a:pathLst>
          </a:custGeom>
          <a:noFill/>
          <a:ln w="13847">
            <a:solidFill>
              <a:srgbClr val="9C3E76"/>
            </a:solidFill>
            <a:prstDash val="solid"/>
          </a:ln>
        </p:spPr>
      </p:sp>
      <p:sp>
        <p:nvSpPr>
          <p:cNvPr id="27" name="p6_rect_27">
            <a:extLst>
              <a:ext uri="{FF2B5EF4-FFF2-40B4-BE49-F238E27FC236}">
                <a16:creationId xmlns:a16="http://schemas.microsoft.com/office/drawing/2014/main" id="{CE242BD0-4E66-4224-A041-79844EEA6675}"/>
              </a:ext>
            </a:extLst>
          </p:cNvPr>
          <p:cNvSpPr>
            <a:spLocks/>
          </p:cNvSpPr>
          <p:nvPr/>
        </p:nvSpPr>
        <p:spPr>
          <a:xfrm>
            <a:off x="189488" y="3753316"/>
            <a:ext cx="4729906" cy="1924030"/>
          </a:xfrm>
          <a:prstGeom prst="roundRect">
            <a:avLst>
              <a:gd name="adj" fmla="val 5303"/>
            </a:avLst>
          </a:prstGeom>
          <a:gradFill>
            <a:gsLst>
              <a:gs pos="0">
                <a:srgbClr val="FEFEFF"/>
              </a:gs>
              <a:gs pos="100000">
                <a:srgbClr val="EDF0F8"/>
              </a:gs>
            </a:gsLst>
            <a:lin ang="5400000"/>
          </a:gradFill>
          <a:ln w="12390">
            <a:solidFill>
              <a:srgbClr val="172956"/>
            </a:solidFill>
            <a:prstDash val="solid"/>
          </a:ln>
        </p:spPr>
      </p:sp>
      <p:sp>
        <p:nvSpPr>
          <p:cNvPr id="28" name="p6_path_28">
            <a:extLst>
              <a:ext uri="{FF2B5EF4-FFF2-40B4-BE49-F238E27FC236}">
                <a16:creationId xmlns:a16="http://schemas.microsoft.com/office/drawing/2014/main" id="{F9B7A7F5-47CE-4F21-A8B2-001FC488CDA5}"/>
              </a:ext>
            </a:extLst>
          </p:cNvPr>
          <p:cNvSpPr>
            <a:spLocks/>
          </p:cNvSpPr>
          <p:nvPr/>
        </p:nvSpPr>
        <p:spPr>
          <a:xfrm>
            <a:off x="484044" y="4540419"/>
            <a:ext cx="112357" cy="301869"/>
          </a:xfrm>
          <a:custGeom>
            <a:avLst/>
            <a:gdLst/>
            <a:ahLst/>
            <a:cxnLst/>
            <a:rect l="0" t="0" r="0" b="0"/>
            <a:pathLst>
              <a:path w="146844" h="394525">
                <a:moveTo>
                  <a:pt x="146844" y="0"/>
                </a:moveTo>
                <a:lnTo>
                  <a:pt x="0" y="394525"/>
                </a:lnTo>
              </a:path>
            </a:pathLst>
          </a:custGeom>
          <a:noFill/>
          <a:ln w="10932">
            <a:solidFill>
              <a:srgbClr val="394D93"/>
            </a:solidFill>
            <a:prstDash val="solid"/>
          </a:ln>
        </p:spPr>
      </p:sp>
      <p:sp>
        <p:nvSpPr>
          <p:cNvPr id="29" name="p6_path_29">
            <a:extLst>
              <a:ext uri="{FF2B5EF4-FFF2-40B4-BE49-F238E27FC236}">
                <a16:creationId xmlns:a16="http://schemas.microsoft.com/office/drawing/2014/main" id="{6125A5DE-92C7-44A6-BDC9-C458F90A665E}"/>
              </a:ext>
            </a:extLst>
          </p:cNvPr>
          <p:cNvSpPr>
            <a:spLocks/>
          </p:cNvSpPr>
          <p:nvPr/>
        </p:nvSpPr>
        <p:spPr>
          <a:xfrm>
            <a:off x="596401" y="4540419"/>
            <a:ext cx="112357" cy="301869"/>
          </a:xfrm>
          <a:custGeom>
            <a:avLst/>
            <a:gdLst/>
            <a:ahLst/>
            <a:cxnLst/>
            <a:rect l="0" t="0" r="0" b="0"/>
            <a:pathLst>
              <a:path w="146844" h="394525">
                <a:moveTo>
                  <a:pt x="0" y="0"/>
                </a:moveTo>
                <a:lnTo>
                  <a:pt x="146844" y="394525"/>
                </a:lnTo>
              </a:path>
            </a:pathLst>
          </a:custGeom>
          <a:noFill/>
          <a:ln w="10932">
            <a:solidFill>
              <a:srgbClr val="394D93"/>
            </a:solidFill>
            <a:prstDash val="solid"/>
          </a:ln>
        </p:spPr>
      </p:sp>
      <p:sp>
        <p:nvSpPr>
          <p:cNvPr id="30" name="p6_path_30">
            <a:extLst>
              <a:ext uri="{FF2B5EF4-FFF2-40B4-BE49-F238E27FC236}">
                <a16:creationId xmlns:a16="http://schemas.microsoft.com/office/drawing/2014/main" id="{FCBDB814-C4C2-49BE-BF96-52589845017B}"/>
              </a:ext>
            </a:extLst>
          </p:cNvPr>
          <p:cNvSpPr>
            <a:spLocks/>
          </p:cNvSpPr>
          <p:nvPr/>
        </p:nvSpPr>
        <p:spPr>
          <a:xfrm>
            <a:off x="407642" y="4842287"/>
            <a:ext cx="76402" cy="333644"/>
          </a:xfrm>
          <a:custGeom>
            <a:avLst/>
            <a:gdLst/>
            <a:ahLst/>
            <a:cxnLst/>
            <a:rect l="0" t="0" r="0" b="0"/>
            <a:pathLst>
              <a:path w="99854" h="436055">
                <a:moveTo>
                  <a:pt x="99854" y="0"/>
                </a:moveTo>
                <a:lnTo>
                  <a:pt x="0" y="436055"/>
                </a:lnTo>
              </a:path>
            </a:pathLst>
          </a:custGeom>
          <a:noFill/>
          <a:ln w="10932">
            <a:solidFill>
              <a:srgbClr val="394D93"/>
            </a:solidFill>
            <a:prstDash val="solid"/>
          </a:ln>
        </p:spPr>
      </p:sp>
      <p:sp>
        <p:nvSpPr>
          <p:cNvPr id="31" name="p6_path_31">
            <a:extLst>
              <a:ext uri="{FF2B5EF4-FFF2-40B4-BE49-F238E27FC236}">
                <a16:creationId xmlns:a16="http://schemas.microsoft.com/office/drawing/2014/main" id="{8650B6E3-707F-4B7E-BB72-7E95D25EC46D}"/>
              </a:ext>
            </a:extLst>
          </p:cNvPr>
          <p:cNvSpPr>
            <a:spLocks/>
          </p:cNvSpPr>
          <p:nvPr/>
        </p:nvSpPr>
        <p:spPr>
          <a:xfrm>
            <a:off x="484044" y="4842287"/>
            <a:ext cx="58425" cy="333644"/>
          </a:xfrm>
          <a:custGeom>
            <a:avLst/>
            <a:gdLst/>
            <a:ahLst/>
            <a:cxnLst/>
            <a:rect l="0" t="0" r="0" b="0"/>
            <a:pathLst>
              <a:path w="76359" h="436055">
                <a:moveTo>
                  <a:pt x="0" y="0"/>
                </a:moveTo>
                <a:lnTo>
                  <a:pt x="76359" y="436055"/>
                </a:lnTo>
              </a:path>
            </a:pathLst>
          </a:custGeom>
          <a:noFill/>
          <a:ln w="10932">
            <a:solidFill>
              <a:srgbClr val="394D93"/>
            </a:solidFill>
            <a:prstDash val="solid"/>
          </a:ln>
        </p:spPr>
      </p:sp>
      <p:sp>
        <p:nvSpPr>
          <p:cNvPr id="32" name="p6_path_32">
            <a:extLst>
              <a:ext uri="{FF2B5EF4-FFF2-40B4-BE49-F238E27FC236}">
                <a16:creationId xmlns:a16="http://schemas.microsoft.com/office/drawing/2014/main" id="{4D650D08-289E-47AE-8D81-C58987A8D214}"/>
              </a:ext>
            </a:extLst>
          </p:cNvPr>
          <p:cNvSpPr>
            <a:spLocks/>
          </p:cNvSpPr>
          <p:nvPr/>
        </p:nvSpPr>
        <p:spPr>
          <a:xfrm>
            <a:off x="650332" y="4842287"/>
            <a:ext cx="58425" cy="333644"/>
          </a:xfrm>
          <a:custGeom>
            <a:avLst/>
            <a:gdLst/>
            <a:ahLst/>
            <a:cxnLst/>
            <a:rect l="0" t="0" r="0" b="0"/>
            <a:pathLst>
              <a:path w="76359" h="436055">
                <a:moveTo>
                  <a:pt x="76359" y="0"/>
                </a:moveTo>
                <a:lnTo>
                  <a:pt x="0" y="436055"/>
                </a:lnTo>
              </a:path>
            </a:pathLst>
          </a:custGeom>
          <a:noFill/>
          <a:ln w="10932">
            <a:solidFill>
              <a:srgbClr val="394D93"/>
            </a:solidFill>
            <a:prstDash val="solid"/>
          </a:ln>
        </p:spPr>
      </p:sp>
      <p:sp>
        <p:nvSpPr>
          <p:cNvPr id="33" name="p6_path_33">
            <a:extLst>
              <a:ext uri="{FF2B5EF4-FFF2-40B4-BE49-F238E27FC236}">
                <a16:creationId xmlns:a16="http://schemas.microsoft.com/office/drawing/2014/main" id="{5FDEE09A-E090-4B02-9B55-3A49AB15E113}"/>
              </a:ext>
            </a:extLst>
          </p:cNvPr>
          <p:cNvSpPr>
            <a:spLocks/>
          </p:cNvSpPr>
          <p:nvPr/>
        </p:nvSpPr>
        <p:spPr>
          <a:xfrm>
            <a:off x="708757" y="4842287"/>
            <a:ext cx="76402" cy="333644"/>
          </a:xfrm>
          <a:custGeom>
            <a:avLst/>
            <a:gdLst/>
            <a:ahLst/>
            <a:cxnLst/>
            <a:rect l="0" t="0" r="0" b="0"/>
            <a:pathLst>
              <a:path w="99854" h="436055">
                <a:moveTo>
                  <a:pt x="0" y="0"/>
                </a:moveTo>
                <a:lnTo>
                  <a:pt x="99854" y="436055"/>
                </a:lnTo>
              </a:path>
            </a:pathLst>
          </a:custGeom>
          <a:noFill/>
          <a:ln w="10932">
            <a:solidFill>
              <a:srgbClr val="394D93"/>
            </a:solidFill>
            <a:prstDash val="solid"/>
          </a:ln>
        </p:spPr>
      </p:sp>
      <p:sp>
        <p:nvSpPr>
          <p:cNvPr id="34" name="p6_ellipse_34">
            <a:extLst>
              <a:ext uri="{FF2B5EF4-FFF2-40B4-BE49-F238E27FC236}">
                <a16:creationId xmlns:a16="http://schemas.microsoft.com/office/drawing/2014/main" id="{3B7D3A52-8A1F-4978-A4B1-C39E8B0CC5C4}"/>
              </a:ext>
            </a:extLst>
          </p:cNvPr>
          <p:cNvSpPr>
            <a:spLocks/>
          </p:cNvSpPr>
          <p:nvPr/>
        </p:nvSpPr>
        <p:spPr>
          <a:xfrm>
            <a:off x="567249" y="4511267"/>
            <a:ext cx="58304" cy="58304"/>
          </a:xfrm>
          <a:prstGeom prst="ellipse">
            <a:avLst/>
          </a:prstGeom>
          <a:solidFill>
            <a:srgbClr val="BEC8EC"/>
          </a:solidFill>
          <a:ln w="9474">
            <a:solidFill>
              <a:srgbClr val="394D93"/>
            </a:solidFill>
            <a:prstDash val="solid"/>
          </a:ln>
        </p:spPr>
      </p:sp>
      <p:sp>
        <p:nvSpPr>
          <p:cNvPr id="35" name="p6_ellipse_35">
            <a:extLst>
              <a:ext uri="{FF2B5EF4-FFF2-40B4-BE49-F238E27FC236}">
                <a16:creationId xmlns:a16="http://schemas.microsoft.com/office/drawing/2014/main" id="{396FC5ED-0AC9-4213-8450-6898A04D04AE}"/>
              </a:ext>
            </a:extLst>
          </p:cNvPr>
          <p:cNvSpPr>
            <a:spLocks/>
          </p:cNvSpPr>
          <p:nvPr/>
        </p:nvSpPr>
        <p:spPr>
          <a:xfrm>
            <a:off x="454892" y="4813135"/>
            <a:ext cx="58304" cy="58304"/>
          </a:xfrm>
          <a:prstGeom prst="ellipse">
            <a:avLst/>
          </a:prstGeom>
          <a:solidFill>
            <a:srgbClr val="FFFFFF"/>
          </a:solidFill>
          <a:ln w="9474">
            <a:solidFill>
              <a:srgbClr val="394D93"/>
            </a:solidFill>
            <a:prstDash val="solid"/>
          </a:ln>
        </p:spPr>
      </p:sp>
      <p:sp>
        <p:nvSpPr>
          <p:cNvPr id="36" name="p6_ellipse_36">
            <a:extLst>
              <a:ext uri="{FF2B5EF4-FFF2-40B4-BE49-F238E27FC236}">
                <a16:creationId xmlns:a16="http://schemas.microsoft.com/office/drawing/2014/main" id="{6B41C8CD-71B7-4082-8947-F8162FE5265E}"/>
              </a:ext>
            </a:extLst>
          </p:cNvPr>
          <p:cNvSpPr>
            <a:spLocks/>
          </p:cNvSpPr>
          <p:nvPr/>
        </p:nvSpPr>
        <p:spPr>
          <a:xfrm>
            <a:off x="679605" y="4813135"/>
            <a:ext cx="58304" cy="58304"/>
          </a:xfrm>
          <a:prstGeom prst="ellipse">
            <a:avLst/>
          </a:prstGeom>
          <a:solidFill>
            <a:srgbClr val="BEC8EC"/>
          </a:solidFill>
          <a:ln w="9474">
            <a:solidFill>
              <a:srgbClr val="394D93"/>
            </a:solidFill>
            <a:prstDash val="solid"/>
          </a:ln>
        </p:spPr>
      </p:sp>
      <p:sp>
        <p:nvSpPr>
          <p:cNvPr id="37" name="p6_ellipse_37">
            <a:extLst>
              <a:ext uri="{FF2B5EF4-FFF2-40B4-BE49-F238E27FC236}">
                <a16:creationId xmlns:a16="http://schemas.microsoft.com/office/drawing/2014/main" id="{52F9E95F-EBDC-4DF3-9787-5A6CE2D1E2CF}"/>
              </a:ext>
            </a:extLst>
          </p:cNvPr>
          <p:cNvSpPr>
            <a:spLocks/>
          </p:cNvSpPr>
          <p:nvPr/>
        </p:nvSpPr>
        <p:spPr>
          <a:xfrm>
            <a:off x="378490" y="5146780"/>
            <a:ext cx="58304" cy="58304"/>
          </a:xfrm>
          <a:prstGeom prst="ellipse">
            <a:avLst/>
          </a:prstGeom>
          <a:solidFill>
            <a:srgbClr val="FFFFFF"/>
          </a:solidFill>
          <a:ln w="9474">
            <a:solidFill>
              <a:srgbClr val="394D93"/>
            </a:solidFill>
            <a:prstDash val="solid"/>
          </a:ln>
        </p:spPr>
      </p:sp>
      <p:sp>
        <p:nvSpPr>
          <p:cNvPr id="38" name="p6_ellipse_38">
            <a:extLst>
              <a:ext uri="{FF2B5EF4-FFF2-40B4-BE49-F238E27FC236}">
                <a16:creationId xmlns:a16="http://schemas.microsoft.com/office/drawing/2014/main" id="{95412F2E-85D3-4B97-A86E-CB9017CFBF87}"/>
              </a:ext>
            </a:extLst>
          </p:cNvPr>
          <p:cNvSpPr>
            <a:spLocks/>
          </p:cNvSpPr>
          <p:nvPr/>
        </p:nvSpPr>
        <p:spPr>
          <a:xfrm>
            <a:off x="513318" y="5146780"/>
            <a:ext cx="58304" cy="58304"/>
          </a:xfrm>
          <a:prstGeom prst="ellipse">
            <a:avLst/>
          </a:prstGeom>
          <a:solidFill>
            <a:srgbClr val="BEC8EC"/>
          </a:solidFill>
          <a:ln w="9474">
            <a:solidFill>
              <a:srgbClr val="394D93"/>
            </a:solidFill>
            <a:prstDash val="solid"/>
          </a:ln>
        </p:spPr>
      </p:sp>
      <p:sp>
        <p:nvSpPr>
          <p:cNvPr id="39" name="p6_ellipse_39">
            <a:extLst>
              <a:ext uri="{FF2B5EF4-FFF2-40B4-BE49-F238E27FC236}">
                <a16:creationId xmlns:a16="http://schemas.microsoft.com/office/drawing/2014/main" id="{DE7CF605-04D3-466C-ABEA-8F71A80F2525}"/>
              </a:ext>
            </a:extLst>
          </p:cNvPr>
          <p:cNvSpPr>
            <a:spLocks/>
          </p:cNvSpPr>
          <p:nvPr/>
        </p:nvSpPr>
        <p:spPr>
          <a:xfrm>
            <a:off x="621180" y="5146780"/>
            <a:ext cx="58304" cy="58304"/>
          </a:xfrm>
          <a:prstGeom prst="ellipse">
            <a:avLst/>
          </a:prstGeom>
          <a:solidFill>
            <a:srgbClr val="FFFFFF"/>
          </a:solidFill>
          <a:ln w="9474">
            <a:solidFill>
              <a:srgbClr val="394D93"/>
            </a:solidFill>
            <a:prstDash val="solid"/>
          </a:ln>
        </p:spPr>
      </p:sp>
      <p:sp>
        <p:nvSpPr>
          <p:cNvPr id="40" name="p6_ellipse_40">
            <a:extLst>
              <a:ext uri="{FF2B5EF4-FFF2-40B4-BE49-F238E27FC236}">
                <a16:creationId xmlns:a16="http://schemas.microsoft.com/office/drawing/2014/main" id="{4E88A46E-A562-459B-A854-8CF7D39F2F08}"/>
              </a:ext>
            </a:extLst>
          </p:cNvPr>
          <p:cNvSpPr>
            <a:spLocks/>
          </p:cNvSpPr>
          <p:nvPr/>
        </p:nvSpPr>
        <p:spPr>
          <a:xfrm>
            <a:off x="756008" y="5146780"/>
            <a:ext cx="58304" cy="58304"/>
          </a:xfrm>
          <a:prstGeom prst="ellipse">
            <a:avLst/>
          </a:prstGeom>
          <a:solidFill>
            <a:srgbClr val="BEC8EC"/>
          </a:solidFill>
          <a:ln w="9474">
            <a:solidFill>
              <a:srgbClr val="394D93"/>
            </a:solidFill>
            <a:prstDash val="solid"/>
          </a:ln>
        </p:spPr>
      </p:sp>
      <p:sp>
        <p:nvSpPr>
          <p:cNvPr id="41" name="p6_path_41">
            <a:extLst>
              <a:ext uri="{FF2B5EF4-FFF2-40B4-BE49-F238E27FC236}">
                <a16:creationId xmlns:a16="http://schemas.microsoft.com/office/drawing/2014/main" id="{3B535C28-C72C-49DC-A253-3429184950B4}"/>
              </a:ext>
            </a:extLst>
          </p:cNvPr>
          <p:cNvSpPr>
            <a:spLocks/>
          </p:cNvSpPr>
          <p:nvPr/>
        </p:nvSpPr>
        <p:spPr>
          <a:xfrm>
            <a:off x="933470" y="4540419"/>
            <a:ext cx="112357" cy="301869"/>
          </a:xfrm>
          <a:custGeom>
            <a:avLst/>
            <a:gdLst/>
            <a:ahLst/>
            <a:cxnLst/>
            <a:rect l="0" t="0" r="0" b="0"/>
            <a:pathLst>
              <a:path w="146844" h="394525">
                <a:moveTo>
                  <a:pt x="146844" y="0"/>
                </a:moveTo>
                <a:lnTo>
                  <a:pt x="0" y="394525"/>
                </a:lnTo>
              </a:path>
            </a:pathLst>
          </a:custGeom>
          <a:noFill/>
          <a:ln w="10932">
            <a:solidFill>
              <a:srgbClr val="394D93"/>
            </a:solidFill>
            <a:prstDash val="solid"/>
          </a:ln>
        </p:spPr>
      </p:sp>
      <p:sp>
        <p:nvSpPr>
          <p:cNvPr id="42" name="p6_path_42">
            <a:extLst>
              <a:ext uri="{FF2B5EF4-FFF2-40B4-BE49-F238E27FC236}">
                <a16:creationId xmlns:a16="http://schemas.microsoft.com/office/drawing/2014/main" id="{3864B7CC-FA12-48B6-9F74-FB26ACA2E7F1}"/>
              </a:ext>
            </a:extLst>
          </p:cNvPr>
          <p:cNvSpPr>
            <a:spLocks/>
          </p:cNvSpPr>
          <p:nvPr/>
        </p:nvSpPr>
        <p:spPr>
          <a:xfrm>
            <a:off x="1045827" y="4540419"/>
            <a:ext cx="112357" cy="301869"/>
          </a:xfrm>
          <a:custGeom>
            <a:avLst/>
            <a:gdLst/>
            <a:ahLst/>
            <a:cxnLst/>
            <a:rect l="0" t="0" r="0" b="0"/>
            <a:pathLst>
              <a:path w="146844" h="394525">
                <a:moveTo>
                  <a:pt x="0" y="0"/>
                </a:moveTo>
                <a:lnTo>
                  <a:pt x="146844" y="394525"/>
                </a:lnTo>
              </a:path>
            </a:pathLst>
          </a:custGeom>
          <a:noFill/>
          <a:ln w="10932">
            <a:solidFill>
              <a:srgbClr val="394D93"/>
            </a:solidFill>
            <a:prstDash val="solid"/>
          </a:ln>
        </p:spPr>
      </p:sp>
      <p:sp>
        <p:nvSpPr>
          <p:cNvPr id="43" name="p6_path_43">
            <a:extLst>
              <a:ext uri="{FF2B5EF4-FFF2-40B4-BE49-F238E27FC236}">
                <a16:creationId xmlns:a16="http://schemas.microsoft.com/office/drawing/2014/main" id="{35895CE4-816D-453C-8B29-4A5498D677DF}"/>
              </a:ext>
            </a:extLst>
          </p:cNvPr>
          <p:cNvSpPr>
            <a:spLocks/>
          </p:cNvSpPr>
          <p:nvPr/>
        </p:nvSpPr>
        <p:spPr>
          <a:xfrm>
            <a:off x="857068" y="4842287"/>
            <a:ext cx="76402" cy="333644"/>
          </a:xfrm>
          <a:custGeom>
            <a:avLst/>
            <a:gdLst/>
            <a:ahLst/>
            <a:cxnLst/>
            <a:rect l="0" t="0" r="0" b="0"/>
            <a:pathLst>
              <a:path w="99854" h="436055">
                <a:moveTo>
                  <a:pt x="99854" y="0"/>
                </a:moveTo>
                <a:lnTo>
                  <a:pt x="0" y="436055"/>
                </a:lnTo>
              </a:path>
            </a:pathLst>
          </a:custGeom>
          <a:noFill/>
          <a:ln w="10932">
            <a:solidFill>
              <a:srgbClr val="394D93"/>
            </a:solidFill>
            <a:prstDash val="solid"/>
          </a:ln>
        </p:spPr>
      </p:sp>
      <p:sp>
        <p:nvSpPr>
          <p:cNvPr id="44" name="p6_path_44">
            <a:extLst>
              <a:ext uri="{FF2B5EF4-FFF2-40B4-BE49-F238E27FC236}">
                <a16:creationId xmlns:a16="http://schemas.microsoft.com/office/drawing/2014/main" id="{66D58F9C-18BE-429A-9463-0803CA7B8059}"/>
              </a:ext>
            </a:extLst>
          </p:cNvPr>
          <p:cNvSpPr>
            <a:spLocks/>
          </p:cNvSpPr>
          <p:nvPr/>
        </p:nvSpPr>
        <p:spPr>
          <a:xfrm>
            <a:off x="933470" y="4842287"/>
            <a:ext cx="58425" cy="333644"/>
          </a:xfrm>
          <a:custGeom>
            <a:avLst/>
            <a:gdLst/>
            <a:ahLst/>
            <a:cxnLst/>
            <a:rect l="0" t="0" r="0" b="0"/>
            <a:pathLst>
              <a:path w="76359" h="436055">
                <a:moveTo>
                  <a:pt x="0" y="0"/>
                </a:moveTo>
                <a:lnTo>
                  <a:pt x="76359" y="436055"/>
                </a:lnTo>
              </a:path>
            </a:pathLst>
          </a:custGeom>
          <a:noFill/>
          <a:ln w="10932">
            <a:solidFill>
              <a:srgbClr val="394D93"/>
            </a:solidFill>
            <a:prstDash val="solid"/>
          </a:ln>
        </p:spPr>
      </p:sp>
      <p:sp>
        <p:nvSpPr>
          <p:cNvPr id="45" name="p6_path_45">
            <a:extLst>
              <a:ext uri="{FF2B5EF4-FFF2-40B4-BE49-F238E27FC236}">
                <a16:creationId xmlns:a16="http://schemas.microsoft.com/office/drawing/2014/main" id="{BFBFCA53-F258-4B35-9A80-DB3E852D0841}"/>
              </a:ext>
            </a:extLst>
          </p:cNvPr>
          <p:cNvSpPr>
            <a:spLocks/>
          </p:cNvSpPr>
          <p:nvPr/>
        </p:nvSpPr>
        <p:spPr>
          <a:xfrm>
            <a:off x="1099758" y="4842287"/>
            <a:ext cx="58425" cy="333644"/>
          </a:xfrm>
          <a:custGeom>
            <a:avLst/>
            <a:gdLst/>
            <a:ahLst/>
            <a:cxnLst/>
            <a:rect l="0" t="0" r="0" b="0"/>
            <a:pathLst>
              <a:path w="76359" h="436055">
                <a:moveTo>
                  <a:pt x="76359" y="0"/>
                </a:moveTo>
                <a:lnTo>
                  <a:pt x="0" y="436055"/>
                </a:lnTo>
              </a:path>
            </a:pathLst>
          </a:custGeom>
          <a:noFill/>
          <a:ln w="10932">
            <a:solidFill>
              <a:srgbClr val="394D93"/>
            </a:solidFill>
            <a:prstDash val="solid"/>
          </a:ln>
        </p:spPr>
      </p:sp>
      <p:sp>
        <p:nvSpPr>
          <p:cNvPr id="46" name="p6_path_46">
            <a:extLst>
              <a:ext uri="{FF2B5EF4-FFF2-40B4-BE49-F238E27FC236}">
                <a16:creationId xmlns:a16="http://schemas.microsoft.com/office/drawing/2014/main" id="{5C67D108-8F6C-4B80-92CE-E53D8F25AC74}"/>
              </a:ext>
            </a:extLst>
          </p:cNvPr>
          <p:cNvSpPr>
            <a:spLocks/>
          </p:cNvSpPr>
          <p:nvPr/>
        </p:nvSpPr>
        <p:spPr>
          <a:xfrm>
            <a:off x="1158183" y="4842287"/>
            <a:ext cx="76402" cy="333644"/>
          </a:xfrm>
          <a:custGeom>
            <a:avLst/>
            <a:gdLst/>
            <a:ahLst/>
            <a:cxnLst/>
            <a:rect l="0" t="0" r="0" b="0"/>
            <a:pathLst>
              <a:path w="99854" h="436055">
                <a:moveTo>
                  <a:pt x="0" y="0"/>
                </a:moveTo>
                <a:lnTo>
                  <a:pt x="99854" y="436055"/>
                </a:lnTo>
              </a:path>
            </a:pathLst>
          </a:custGeom>
          <a:noFill/>
          <a:ln w="10932">
            <a:solidFill>
              <a:srgbClr val="394D93"/>
            </a:solidFill>
            <a:prstDash val="solid"/>
          </a:ln>
        </p:spPr>
      </p:sp>
      <p:sp>
        <p:nvSpPr>
          <p:cNvPr id="47" name="p6_ellipse_47">
            <a:extLst>
              <a:ext uri="{FF2B5EF4-FFF2-40B4-BE49-F238E27FC236}">
                <a16:creationId xmlns:a16="http://schemas.microsoft.com/office/drawing/2014/main" id="{35EF85B6-0D93-4DF0-8532-3E7866D78521}"/>
              </a:ext>
            </a:extLst>
          </p:cNvPr>
          <p:cNvSpPr>
            <a:spLocks/>
          </p:cNvSpPr>
          <p:nvPr/>
        </p:nvSpPr>
        <p:spPr>
          <a:xfrm>
            <a:off x="1016675" y="4511267"/>
            <a:ext cx="58304" cy="58304"/>
          </a:xfrm>
          <a:prstGeom prst="ellipse">
            <a:avLst/>
          </a:prstGeom>
          <a:solidFill>
            <a:srgbClr val="BEC8EC"/>
          </a:solidFill>
          <a:ln w="9474">
            <a:solidFill>
              <a:srgbClr val="394D93"/>
            </a:solidFill>
            <a:prstDash val="solid"/>
          </a:ln>
        </p:spPr>
      </p:sp>
      <p:sp>
        <p:nvSpPr>
          <p:cNvPr id="48" name="p6_ellipse_48">
            <a:extLst>
              <a:ext uri="{FF2B5EF4-FFF2-40B4-BE49-F238E27FC236}">
                <a16:creationId xmlns:a16="http://schemas.microsoft.com/office/drawing/2014/main" id="{1B12DDE0-82BC-48DB-AB7F-5D922D87FCFC}"/>
              </a:ext>
            </a:extLst>
          </p:cNvPr>
          <p:cNvSpPr>
            <a:spLocks/>
          </p:cNvSpPr>
          <p:nvPr/>
        </p:nvSpPr>
        <p:spPr>
          <a:xfrm>
            <a:off x="904318" y="4813135"/>
            <a:ext cx="58304" cy="58304"/>
          </a:xfrm>
          <a:prstGeom prst="ellipse">
            <a:avLst/>
          </a:prstGeom>
          <a:solidFill>
            <a:srgbClr val="FFFFFF"/>
          </a:solidFill>
          <a:ln w="9474">
            <a:solidFill>
              <a:srgbClr val="394D93"/>
            </a:solidFill>
            <a:prstDash val="solid"/>
          </a:ln>
        </p:spPr>
      </p:sp>
      <p:sp>
        <p:nvSpPr>
          <p:cNvPr id="49" name="p6_ellipse_49">
            <a:extLst>
              <a:ext uri="{FF2B5EF4-FFF2-40B4-BE49-F238E27FC236}">
                <a16:creationId xmlns:a16="http://schemas.microsoft.com/office/drawing/2014/main" id="{94B321AF-ABDD-4D13-9CEE-E682CDBCB82A}"/>
              </a:ext>
            </a:extLst>
          </p:cNvPr>
          <p:cNvSpPr>
            <a:spLocks/>
          </p:cNvSpPr>
          <p:nvPr/>
        </p:nvSpPr>
        <p:spPr>
          <a:xfrm>
            <a:off x="1129031" y="4813135"/>
            <a:ext cx="58304" cy="58304"/>
          </a:xfrm>
          <a:prstGeom prst="ellipse">
            <a:avLst/>
          </a:prstGeom>
          <a:solidFill>
            <a:srgbClr val="BEC8EC"/>
          </a:solidFill>
          <a:ln w="9474">
            <a:solidFill>
              <a:srgbClr val="394D93"/>
            </a:solidFill>
            <a:prstDash val="solid"/>
          </a:ln>
        </p:spPr>
      </p:sp>
      <p:sp>
        <p:nvSpPr>
          <p:cNvPr id="50" name="p6_ellipse_50">
            <a:extLst>
              <a:ext uri="{FF2B5EF4-FFF2-40B4-BE49-F238E27FC236}">
                <a16:creationId xmlns:a16="http://schemas.microsoft.com/office/drawing/2014/main" id="{5371B095-2FBF-4755-8E37-D5F365AE4940}"/>
              </a:ext>
            </a:extLst>
          </p:cNvPr>
          <p:cNvSpPr>
            <a:spLocks/>
          </p:cNvSpPr>
          <p:nvPr/>
        </p:nvSpPr>
        <p:spPr>
          <a:xfrm>
            <a:off x="827916" y="5146780"/>
            <a:ext cx="58304" cy="58304"/>
          </a:xfrm>
          <a:prstGeom prst="ellipse">
            <a:avLst/>
          </a:prstGeom>
          <a:solidFill>
            <a:srgbClr val="FFFFFF"/>
          </a:solidFill>
          <a:ln w="9474">
            <a:solidFill>
              <a:srgbClr val="394D93"/>
            </a:solidFill>
            <a:prstDash val="solid"/>
          </a:ln>
        </p:spPr>
      </p:sp>
      <p:sp>
        <p:nvSpPr>
          <p:cNvPr id="51" name="p6_ellipse_51">
            <a:extLst>
              <a:ext uri="{FF2B5EF4-FFF2-40B4-BE49-F238E27FC236}">
                <a16:creationId xmlns:a16="http://schemas.microsoft.com/office/drawing/2014/main" id="{93CA5BAD-0B46-412C-9A84-EB8D82E07CF1}"/>
              </a:ext>
            </a:extLst>
          </p:cNvPr>
          <p:cNvSpPr>
            <a:spLocks/>
          </p:cNvSpPr>
          <p:nvPr/>
        </p:nvSpPr>
        <p:spPr>
          <a:xfrm>
            <a:off x="962744" y="5146780"/>
            <a:ext cx="58304" cy="58304"/>
          </a:xfrm>
          <a:prstGeom prst="ellipse">
            <a:avLst/>
          </a:prstGeom>
          <a:solidFill>
            <a:srgbClr val="BEC8EC"/>
          </a:solidFill>
          <a:ln w="9474">
            <a:solidFill>
              <a:srgbClr val="394D93"/>
            </a:solidFill>
            <a:prstDash val="solid"/>
          </a:ln>
        </p:spPr>
      </p:sp>
      <p:sp>
        <p:nvSpPr>
          <p:cNvPr id="52" name="p6_ellipse_52">
            <a:extLst>
              <a:ext uri="{FF2B5EF4-FFF2-40B4-BE49-F238E27FC236}">
                <a16:creationId xmlns:a16="http://schemas.microsoft.com/office/drawing/2014/main" id="{E3BFFAEA-E9C8-4E0A-96A8-9E6B21426F23}"/>
              </a:ext>
            </a:extLst>
          </p:cNvPr>
          <p:cNvSpPr>
            <a:spLocks/>
          </p:cNvSpPr>
          <p:nvPr/>
        </p:nvSpPr>
        <p:spPr>
          <a:xfrm>
            <a:off x="1070606" y="5146780"/>
            <a:ext cx="58304" cy="58304"/>
          </a:xfrm>
          <a:prstGeom prst="ellipse">
            <a:avLst/>
          </a:prstGeom>
          <a:solidFill>
            <a:srgbClr val="FFFFFF"/>
          </a:solidFill>
          <a:ln w="9474">
            <a:solidFill>
              <a:srgbClr val="394D93"/>
            </a:solidFill>
            <a:prstDash val="solid"/>
          </a:ln>
        </p:spPr>
      </p:sp>
      <p:sp>
        <p:nvSpPr>
          <p:cNvPr id="53" name="p6_ellipse_53">
            <a:extLst>
              <a:ext uri="{FF2B5EF4-FFF2-40B4-BE49-F238E27FC236}">
                <a16:creationId xmlns:a16="http://schemas.microsoft.com/office/drawing/2014/main" id="{885C6BD1-D558-4A29-AE2F-5C10517B2E78}"/>
              </a:ext>
            </a:extLst>
          </p:cNvPr>
          <p:cNvSpPr>
            <a:spLocks/>
          </p:cNvSpPr>
          <p:nvPr/>
        </p:nvSpPr>
        <p:spPr>
          <a:xfrm>
            <a:off x="1205434" y="5146780"/>
            <a:ext cx="58304" cy="58304"/>
          </a:xfrm>
          <a:prstGeom prst="ellipse">
            <a:avLst/>
          </a:prstGeom>
          <a:solidFill>
            <a:srgbClr val="BEC8EC"/>
          </a:solidFill>
          <a:ln w="9474">
            <a:solidFill>
              <a:srgbClr val="394D93"/>
            </a:solidFill>
            <a:prstDash val="solid"/>
          </a:ln>
        </p:spPr>
      </p:sp>
      <p:sp>
        <p:nvSpPr>
          <p:cNvPr id="54" name="p6_path_54">
            <a:extLst>
              <a:ext uri="{FF2B5EF4-FFF2-40B4-BE49-F238E27FC236}">
                <a16:creationId xmlns:a16="http://schemas.microsoft.com/office/drawing/2014/main" id="{87CD9E18-D5C4-449B-8D26-C659E01C50F4}"/>
              </a:ext>
            </a:extLst>
          </p:cNvPr>
          <p:cNvSpPr>
            <a:spLocks/>
          </p:cNvSpPr>
          <p:nvPr/>
        </p:nvSpPr>
        <p:spPr>
          <a:xfrm>
            <a:off x="1382896" y="4540419"/>
            <a:ext cx="112357" cy="301869"/>
          </a:xfrm>
          <a:custGeom>
            <a:avLst/>
            <a:gdLst/>
            <a:ahLst/>
            <a:cxnLst/>
            <a:rect l="0" t="0" r="0" b="0"/>
            <a:pathLst>
              <a:path w="146844" h="394525">
                <a:moveTo>
                  <a:pt x="146844" y="0"/>
                </a:moveTo>
                <a:lnTo>
                  <a:pt x="0" y="394525"/>
                </a:lnTo>
              </a:path>
            </a:pathLst>
          </a:custGeom>
          <a:noFill/>
          <a:ln w="10932">
            <a:solidFill>
              <a:srgbClr val="394D93"/>
            </a:solidFill>
            <a:prstDash val="solid"/>
          </a:ln>
        </p:spPr>
      </p:sp>
      <p:sp>
        <p:nvSpPr>
          <p:cNvPr id="55" name="p6_path_55">
            <a:extLst>
              <a:ext uri="{FF2B5EF4-FFF2-40B4-BE49-F238E27FC236}">
                <a16:creationId xmlns:a16="http://schemas.microsoft.com/office/drawing/2014/main" id="{F82FB7FA-D3EC-45A7-9719-76FD1F241EB5}"/>
              </a:ext>
            </a:extLst>
          </p:cNvPr>
          <p:cNvSpPr>
            <a:spLocks/>
          </p:cNvSpPr>
          <p:nvPr/>
        </p:nvSpPr>
        <p:spPr>
          <a:xfrm>
            <a:off x="1495253" y="4540419"/>
            <a:ext cx="112357" cy="301869"/>
          </a:xfrm>
          <a:custGeom>
            <a:avLst/>
            <a:gdLst/>
            <a:ahLst/>
            <a:cxnLst/>
            <a:rect l="0" t="0" r="0" b="0"/>
            <a:pathLst>
              <a:path w="146844" h="394525">
                <a:moveTo>
                  <a:pt x="0" y="0"/>
                </a:moveTo>
                <a:lnTo>
                  <a:pt x="146844" y="394525"/>
                </a:lnTo>
              </a:path>
            </a:pathLst>
          </a:custGeom>
          <a:noFill/>
          <a:ln w="10932">
            <a:solidFill>
              <a:srgbClr val="394D93"/>
            </a:solidFill>
            <a:prstDash val="solid"/>
          </a:ln>
        </p:spPr>
      </p:sp>
      <p:sp>
        <p:nvSpPr>
          <p:cNvPr id="56" name="p6_path_56">
            <a:extLst>
              <a:ext uri="{FF2B5EF4-FFF2-40B4-BE49-F238E27FC236}">
                <a16:creationId xmlns:a16="http://schemas.microsoft.com/office/drawing/2014/main" id="{05105FBB-A0E1-4F75-AB59-1EB1DFFFACDF}"/>
              </a:ext>
            </a:extLst>
          </p:cNvPr>
          <p:cNvSpPr>
            <a:spLocks/>
          </p:cNvSpPr>
          <p:nvPr/>
        </p:nvSpPr>
        <p:spPr>
          <a:xfrm>
            <a:off x="1306494" y="4842287"/>
            <a:ext cx="76402" cy="333644"/>
          </a:xfrm>
          <a:custGeom>
            <a:avLst/>
            <a:gdLst/>
            <a:ahLst/>
            <a:cxnLst/>
            <a:rect l="0" t="0" r="0" b="0"/>
            <a:pathLst>
              <a:path w="99854" h="436055">
                <a:moveTo>
                  <a:pt x="99854" y="0"/>
                </a:moveTo>
                <a:lnTo>
                  <a:pt x="0" y="436055"/>
                </a:lnTo>
              </a:path>
            </a:pathLst>
          </a:custGeom>
          <a:noFill/>
          <a:ln w="10932">
            <a:solidFill>
              <a:srgbClr val="394D93"/>
            </a:solidFill>
            <a:prstDash val="solid"/>
          </a:ln>
        </p:spPr>
      </p:sp>
      <p:sp>
        <p:nvSpPr>
          <p:cNvPr id="57" name="p6_path_57">
            <a:extLst>
              <a:ext uri="{FF2B5EF4-FFF2-40B4-BE49-F238E27FC236}">
                <a16:creationId xmlns:a16="http://schemas.microsoft.com/office/drawing/2014/main" id="{C737731D-6FE3-4C29-911E-132185013BB8}"/>
              </a:ext>
            </a:extLst>
          </p:cNvPr>
          <p:cNvSpPr>
            <a:spLocks/>
          </p:cNvSpPr>
          <p:nvPr/>
        </p:nvSpPr>
        <p:spPr>
          <a:xfrm>
            <a:off x="1382896" y="4842287"/>
            <a:ext cx="58425" cy="333644"/>
          </a:xfrm>
          <a:custGeom>
            <a:avLst/>
            <a:gdLst/>
            <a:ahLst/>
            <a:cxnLst/>
            <a:rect l="0" t="0" r="0" b="0"/>
            <a:pathLst>
              <a:path w="76359" h="436055">
                <a:moveTo>
                  <a:pt x="0" y="0"/>
                </a:moveTo>
                <a:lnTo>
                  <a:pt x="76359" y="436055"/>
                </a:lnTo>
              </a:path>
            </a:pathLst>
          </a:custGeom>
          <a:noFill/>
          <a:ln w="10932">
            <a:solidFill>
              <a:srgbClr val="394D93"/>
            </a:solidFill>
            <a:prstDash val="solid"/>
          </a:ln>
        </p:spPr>
      </p:sp>
      <p:sp>
        <p:nvSpPr>
          <p:cNvPr id="58" name="p6_path_58">
            <a:extLst>
              <a:ext uri="{FF2B5EF4-FFF2-40B4-BE49-F238E27FC236}">
                <a16:creationId xmlns:a16="http://schemas.microsoft.com/office/drawing/2014/main" id="{AF743216-9FF0-4D0F-956C-2B463FF907FE}"/>
              </a:ext>
            </a:extLst>
          </p:cNvPr>
          <p:cNvSpPr>
            <a:spLocks/>
          </p:cNvSpPr>
          <p:nvPr/>
        </p:nvSpPr>
        <p:spPr>
          <a:xfrm>
            <a:off x="1549184" y="4842287"/>
            <a:ext cx="58425" cy="333644"/>
          </a:xfrm>
          <a:custGeom>
            <a:avLst/>
            <a:gdLst/>
            <a:ahLst/>
            <a:cxnLst/>
            <a:rect l="0" t="0" r="0" b="0"/>
            <a:pathLst>
              <a:path w="76359" h="436055">
                <a:moveTo>
                  <a:pt x="76359" y="0"/>
                </a:moveTo>
                <a:lnTo>
                  <a:pt x="0" y="436055"/>
                </a:lnTo>
              </a:path>
            </a:pathLst>
          </a:custGeom>
          <a:noFill/>
          <a:ln w="10932">
            <a:solidFill>
              <a:srgbClr val="394D93"/>
            </a:solidFill>
            <a:prstDash val="solid"/>
          </a:ln>
        </p:spPr>
      </p:sp>
      <p:sp>
        <p:nvSpPr>
          <p:cNvPr id="59" name="p6_path_59">
            <a:extLst>
              <a:ext uri="{FF2B5EF4-FFF2-40B4-BE49-F238E27FC236}">
                <a16:creationId xmlns:a16="http://schemas.microsoft.com/office/drawing/2014/main" id="{6256615E-7211-45F0-90D8-519F6CB34DFF}"/>
              </a:ext>
            </a:extLst>
          </p:cNvPr>
          <p:cNvSpPr>
            <a:spLocks/>
          </p:cNvSpPr>
          <p:nvPr/>
        </p:nvSpPr>
        <p:spPr>
          <a:xfrm>
            <a:off x="1607609" y="4842287"/>
            <a:ext cx="76402" cy="333644"/>
          </a:xfrm>
          <a:custGeom>
            <a:avLst/>
            <a:gdLst/>
            <a:ahLst/>
            <a:cxnLst/>
            <a:rect l="0" t="0" r="0" b="0"/>
            <a:pathLst>
              <a:path w="99854" h="436055">
                <a:moveTo>
                  <a:pt x="0" y="0"/>
                </a:moveTo>
                <a:lnTo>
                  <a:pt x="99854" y="436055"/>
                </a:lnTo>
              </a:path>
            </a:pathLst>
          </a:custGeom>
          <a:noFill/>
          <a:ln w="10932">
            <a:solidFill>
              <a:srgbClr val="394D93"/>
            </a:solidFill>
            <a:prstDash val="solid"/>
          </a:ln>
        </p:spPr>
      </p:sp>
      <p:sp>
        <p:nvSpPr>
          <p:cNvPr id="60" name="p6_ellipse_60">
            <a:extLst>
              <a:ext uri="{FF2B5EF4-FFF2-40B4-BE49-F238E27FC236}">
                <a16:creationId xmlns:a16="http://schemas.microsoft.com/office/drawing/2014/main" id="{CC1F32C1-2E68-46ED-AA68-3F88D03ED9B5}"/>
              </a:ext>
            </a:extLst>
          </p:cNvPr>
          <p:cNvSpPr>
            <a:spLocks/>
          </p:cNvSpPr>
          <p:nvPr/>
        </p:nvSpPr>
        <p:spPr>
          <a:xfrm>
            <a:off x="1466101" y="4511267"/>
            <a:ext cx="58304" cy="58304"/>
          </a:xfrm>
          <a:prstGeom prst="ellipse">
            <a:avLst/>
          </a:prstGeom>
          <a:solidFill>
            <a:srgbClr val="BEC8EC"/>
          </a:solidFill>
          <a:ln w="9474">
            <a:solidFill>
              <a:srgbClr val="394D93"/>
            </a:solidFill>
            <a:prstDash val="solid"/>
          </a:ln>
        </p:spPr>
      </p:sp>
      <p:sp>
        <p:nvSpPr>
          <p:cNvPr id="61" name="p6_ellipse_61">
            <a:extLst>
              <a:ext uri="{FF2B5EF4-FFF2-40B4-BE49-F238E27FC236}">
                <a16:creationId xmlns:a16="http://schemas.microsoft.com/office/drawing/2014/main" id="{2D7A6B9F-DCFA-4C08-B459-D41AF78C52F3}"/>
              </a:ext>
            </a:extLst>
          </p:cNvPr>
          <p:cNvSpPr>
            <a:spLocks/>
          </p:cNvSpPr>
          <p:nvPr/>
        </p:nvSpPr>
        <p:spPr>
          <a:xfrm>
            <a:off x="1353744" y="4813135"/>
            <a:ext cx="58304" cy="58304"/>
          </a:xfrm>
          <a:prstGeom prst="ellipse">
            <a:avLst/>
          </a:prstGeom>
          <a:solidFill>
            <a:srgbClr val="FFFFFF"/>
          </a:solidFill>
          <a:ln w="9474">
            <a:solidFill>
              <a:srgbClr val="394D93"/>
            </a:solidFill>
            <a:prstDash val="solid"/>
          </a:ln>
        </p:spPr>
      </p:sp>
      <p:sp>
        <p:nvSpPr>
          <p:cNvPr id="62" name="p6_ellipse_62">
            <a:extLst>
              <a:ext uri="{FF2B5EF4-FFF2-40B4-BE49-F238E27FC236}">
                <a16:creationId xmlns:a16="http://schemas.microsoft.com/office/drawing/2014/main" id="{B260A088-30A1-4AE3-9218-07402B2E6C29}"/>
              </a:ext>
            </a:extLst>
          </p:cNvPr>
          <p:cNvSpPr>
            <a:spLocks/>
          </p:cNvSpPr>
          <p:nvPr/>
        </p:nvSpPr>
        <p:spPr>
          <a:xfrm>
            <a:off x="1578457" y="4813135"/>
            <a:ext cx="58304" cy="58304"/>
          </a:xfrm>
          <a:prstGeom prst="ellipse">
            <a:avLst/>
          </a:prstGeom>
          <a:solidFill>
            <a:srgbClr val="BEC8EC"/>
          </a:solidFill>
          <a:ln w="9474">
            <a:solidFill>
              <a:srgbClr val="394D93"/>
            </a:solidFill>
            <a:prstDash val="solid"/>
          </a:ln>
        </p:spPr>
      </p:sp>
      <p:sp>
        <p:nvSpPr>
          <p:cNvPr id="63" name="p6_ellipse_63">
            <a:extLst>
              <a:ext uri="{FF2B5EF4-FFF2-40B4-BE49-F238E27FC236}">
                <a16:creationId xmlns:a16="http://schemas.microsoft.com/office/drawing/2014/main" id="{F7B447C1-7859-4DEE-A4A7-46F9515BA05E}"/>
              </a:ext>
            </a:extLst>
          </p:cNvPr>
          <p:cNvSpPr>
            <a:spLocks/>
          </p:cNvSpPr>
          <p:nvPr/>
        </p:nvSpPr>
        <p:spPr>
          <a:xfrm>
            <a:off x="1277342" y="5146780"/>
            <a:ext cx="58304" cy="58304"/>
          </a:xfrm>
          <a:prstGeom prst="ellipse">
            <a:avLst/>
          </a:prstGeom>
          <a:solidFill>
            <a:srgbClr val="FFFFFF"/>
          </a:solidFill>
          <a:ln w="9474">
            <a:solidFill>
              <a:srgbClr val="394D93"/>
            </a:solidFill>
            <a:prstDash val="solid"/>
          </a:ln>
        </p:spPr>
      </p:sp>
      <p:sp>
        <p:nvSpPr>
          <p:cNvPr id="64" name="p6_ellipse_64">
            <a:extLst>
              <a:ext uri="{FF2B5EF4-FFF2-40B4-BE49-F238E27FC236}">
                <a16:creationId xmlns:a16="http://schemas.microsoft.com/office/drawing/2014/main" id="{FA2164D7-BD14-4228-BD6F-D20036534760}"/>
              </a:ext>
            </a:extLst>
          </p:cNvPr>
          <p:cNvSpPr>
            <a:spLocks/>
          </p:cNvSpPr>
          <p:nvPr/>
        </p:nvSpPr>
        <p:spPr>
          <a:xfrm>
            <a:off x="1412170" y="5146780"/>
            <a:ext cx="58304" cy="58304"/>
          </a:xfrm>
          <a:prstGeom prst="ellipse">
            <a:avLst/>
          </a:prstGeom>
          <a:solidFill>
            <a:srgbClr val="BEC8EC"/>
          </a:solidFill>
          <a:ln w="9474">
            <a:solidFill>
              <a:srgbClr val="394D93"/>
            </a:solidFill>
            <a:prstDash val="solid"/>
          </a:ln>
        </p:spPr>
      </p:sp>
      <p:sp>
        <p:nvSpPr>
          <p:cNvPr id="65" name="p6_ellipse_65">
            <a:extLst>
              <a:ext uri="{FF2B5EF4-FFF2-40B4-BE49-F238E27FC236}">
                <a16:creationId xmlns:a16="http://schemas.microsoft.com/office/drawing/2014/main" id="{553A168D-9704-4D4B-A8C4-818E3064409C}"/>
              </a:ext>
            </a:extLst>
          </p:cNvPr>
          <p:cNvSpPr>
            <a:spLocks/>
          </p:cNvSpPr>
          <p:nvPr/>
        </p:nvSpPr>
        <p:spPr>
          <a:xfrm>
            <a:off x="1520032" y="5146780"/>
            <a:ext cx="58304" cy="58304"/>
          </a:xfrm>
          <a:prstGeom prst="ellipse">
            <a:avLst/>
          </a:prstGeom>
          <a:solidFill>
            <a:srgbClr val="FFFFFF"/>
          </a:solidFill>
          <a:ln w="9474">
            <a:solidFill>
              <a:srgbClr val="394D93"/>
            </a:solidFill>
            <a:prstDash val="solid"/>
          </a:ln>
        </p:spPr>
      </p:sp>
      <p:sp>
        <p:nvSpPr>
          <p:cNvPr id="66" name="p6_ellipse_66">
            <a:extLst>
              <a:ext uri="{FF2B5EF4-FFF2-40B4-BE49-F238E27FC236}">
                <a16:creationId xmlns:a16="http://schemas.microsoft.com/office/drawing/2014/main" id="{0211F64F-014B-4054-BAE6-864DB7F49C84}"/>
              </a:ext>
            </a:extLst>
          </p:cNvPr>
          <p:cNvSpPr>
            <a:spLocks/>
          </p:cNvSpPr>
          <p:nvPr/>
        </p:nvSpPr>
        <p:spPr>
          <a:xfrm>
            <a:off x="1654860" y="5146780"/>
            <a:ext cx="58304" cy="58304"/>
          </a:xfrm>
          <a:prstGeom prst="ellipse">
            <a:avLst/>
          </a:prstGeom>
          <a:solidFill>
            <a:srgbClr val="BEC8EC"/>
          </a:solidFill>
          <a:ln w="9474">
            <a:solidFill>
              <a:srgbClr val="394D93"/>
            </a:solidFill>
            <a:prstDash val="solid"/>
          </a:ln>
        </p:spPr>
      </p:sp>
      <p:sp>
        <p:nvSpPr>
          <p:cNvPr id="67" name="p6_path_67">
            <a:extLst>
              <a:ext uri="{FF2B5EF4-FFF2-40B4-BE49-F238E27FC236}">
                <a16:creationId xmlns:a16="http://schemas.microsoft.com/office/drawing/2014/main" id="{2F0A365B-7432-4171-A31D-5CE29356D865}"/>
              </a:ext>
            </a:extLst>
          </p:cNvPr>
          <p:cNvSpPr>
            <a:spLocks/>
          </p:cNvSpPr>
          <p:nvPr/>
        </p:nvSpPr>
        <p:spPr>
          <a:xfrm>
            <a:off x="1800134" y="4846514"/>
            <a:ext cx="255080" cy="729"/>
          </a:xfrm>
          <a:custGeom>
            <a:avLst/>
            <a:gdLst/>
            <a:ahLst/>
            <a:cxnLst/>
            <a:rect l="0" t="0" r="0" b="0"/>
            <a:pathLst>
              <a:path w="333375" h="953">
                <a:moveTo>
                  <a:pt x="0" y="0"/>
                </a:moveTo>
                <a:lnTo>
                  <a:pt x="333375" y="0"/>
                </a:lnTo>
              </a:path>
            </a:pathLst>
          </a:custGeom>
          <a:noFill/>
          <a:ln w="14576">
            <a:solidFill>
              <a:srgbClr val="394D93"/>
            </a:solidFill>
            <a:prstDash val="solid"/>
          </a:ln>
        </p:spPr>
      </p:sp>
      <p:sp>
        <p:nvSpPr>
          <p:cNvPr id="68" name="p6_path_68">
            <a:extLst>
              <a:ext uri="{FF2B5EF4-FFF2-40B4-BE49-F238E27FC236}">
                <a16:creationId xmlns:a16="http://schemas.microsoft.com/office/drawing/2014/main" id="{9D901EA8-EE0F-4ED2-9608-6732C52889B1}"/>
              </a:ext>
            </a:extLst>
          </p:cNvPr>
          <p:cNvSpPr>
            <a:spLocks/>
          </p:cNvSpPr>
          <p:nvPr/>
        </p:nvSpPr>
        <p:spPr>
          <a:xfrm>
            <a:off x="1967758" y="4808034"/>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69" name="p6_rect_69">
            <a:extLst>
              <a:ext uri="{FF2B5EF4-FFF2-40B4-BE49-F238E27FC236}">
                <a16:creationId xmlns:a16="http://schemas.microsoft.com/office/drawing/2014/main" id="{2CE12107-9126-4822-BB1F-6D80B2446851}"/>
              </a:ext>
            </a:extLst>
          </p:cNvPr>
          <p:cNvSpPr>
            <a:spLocks/>
          </p:cNvSpPr>
          <p:nvPr/>
        </p:nvSpPr>
        <p:spPr>
          <a:xfrm>
            <a:off x="2171821" y="4467539"/>
            <a:ext cx="1639798" cy="284232"/>
          </a:xfrm>
          <a:prstGeom prst="roundRect">
            <a:avLst>
              <a:gd name="adj" fmla="val 12821"/>
            </a:avLst>
          </a:prstGeom>
          <a:solidFill>
            <a:srgbClr val="FFFFFF"/>
          </a:solidFill>
          <a:ln w="7288">
            <a:solidFill>
              <a:srgbClr val="8599C3"/>
            </a:solidFill>
            <a:prstDash val="solid"/>
          </a:ln>
        </p:spPr>
      </p:sp>
      <p:sp>
        <p:nvSpPr>
          <p:cNvPr id="70" name="p6_ellipse_70">
            <a:extLst>
              <a:ext uri="{FF2B5EF4-FFF2-40B4-BE49-F238E27FC236}">
                <a16:creationId xmlns:a16="http://schemas.microsoft.com/office/drawing/2014/main" id="{30D96A13-B073-4479-A51F-FA3740CFE4EE}"/>
              </a:ext>
            </a:extLst>
          </p:cNvPr>
          <p:cNvSpPr>
            <a:spLocks/>
          </p:cNvSpPr>
          <p:nvPr/>
        </p:nvSpPr>
        <p:spPr>
          <a:xfrm>
            <a:off x="2259277" y="4554995"/>
            <a:ext cx="87456" cy="87456"/>
          </a:xfrm>
          <a:prstGeom prst="ellipse">
            <a:avLst/>
          </a:prstGeom>
          <a:gradFill>
            <a:gsLst>
              <a:gs pos="0">
                <a:srgbClr val="E5EAF8"/>
              </a:gs>
              <a:gs pos="100000">
                <a:srgbClr val="C4CEEB"/>
              </a:gs>
            </a:gsLst>
            <a:lin ang="5400000"/>
          </a:gradFill>
          <a:ln w="9474">
            <a:solidFill>
              <a:srgbClr val="394D93"/>
            </a:solidFill>
            <a:prstDash val="solid"/>
          </a:ln>
        </p:spPr>
      </p:sp>
      <p:sp>
        <p:nvSpPr>
          <p:cNvPr id="71" name="p6_rect_71">
            <a:extLst>
              <a:ext uri="{FF2B5EF4-FFF2-40B4-BE49-F238E27FC236}">
                <a16:creationId xmlns:a16="http://schemas.microsoft.com/office/drawing/2014/main" id="{C63520C8-0877-40AA-9227-B156C75595EB}"/>
              </a:ext>
            </a:extLst>
          </p:cNvPr>
          <p:cNvSpPr>
            <a:spLocks/>
          </p:cNvSpPr>
          <p:nvPr/>
        </p:nvSpPr>
        <p:spPr>
          <a:xfrm>
            <a:off x="2171821" y="4810074"/>
            <a:ext cx="1639798" cy="284232"/>
          </a:xfrm>
          <a:prstGeom prst="roundRect">
            <a:avLst>
              <a:gd name="adj" fmla="val 12821"/>
            </a:avLst>
          </a:prstGeom>
          <a:solidFill>
            <a:srgbClr val="FFFFFF"/>
          </a:solidFill>
          <a:ln w="7288">
            <a:solidFill>
              <a:srgbClr val="8599C3"/>
            </a:solidFill>
            <a:prstDash val="solid"/>
          </a:ln>
        </p:spPr>
      </p:sp>
      <p:sp>
        <p:nvSpPr>
          <p:cNvPr id="72" name="p6_ellipse_72">
            <a:extLst>
              <a:ext uri="{FF2B5EF4-FFF2-40B4-BE49-F238E27FC236}">
                <a16:creationId xmlns:a16="http://schemas.microsoft.com/office/drawing/2014/main" id="{E612BC73-09CC-499E-9E7D-005AC3DD2E4B}"/>
              </a:ext>
            </a:extLst>
          </p:cNvPr>
          <p:cNvSpPr>
            <a:spLocks/>
          </p:cNvSpPr>
          <p:nvPr/>
        </p:nvSpPr>
        <p:spPr>
          <a:xfrm>
            <a:off x="2259277" y="4897530"/>
            <a:ext cx="87456" cy="87456"/>
          </a:xfrm>
          <a:prstGeom prst="ellipse">
            <a:avLst/>
          </a:prstGeom>
          <a:gradFill>
            <a:gsLst>
              <a:gs pos="0">
                <a:srgbClr val="E5EAF8"/>
              </a:gs>
              <a:gs pos="100000">
                <a:srgbClr val="C4CEEB"/>
              </a:gs>
            </a:gsLst>
            <a:lin ang="5400000"/>
          </a:gradFill>
          <a:ln w="9474">
            <a:solidFill>
              <a:srgbClr val="394D93"/>
            </a:solidFill>
            <a:prstDash val="solid"/>
          </a:ln>
        </p:spPr>
      </p:sp>
      <p:sp>
        <p:nvSpPr>
          <p:cNvPr id="73" name="p6_rect_73">
            <a:extLst>
              <a:ext uri="{FF2B5EF4-FFF2-40B4-BE49-F238E27FC236}">
                <a16:creationId xmlns:a16="http://schemas.microsoft.com/office/drawing/2014/main" id="{F152E586-A1D6-4E44-AD32-C16AFC451A19}"/>
              </a:ext>
            </a:extLst>
          </p:cNvPr>
          <p:cNvSpPr>
            <a:spLocks/>
          </p:cNvSpPr>
          <p:nvPr/>
        </p:nvSpPr>
        <p:spPr>
          <a:xfrm>
            <a:off x="2171821" y="5152610"/>
            <a:ext cx="1639798" cy="284232"/>
          </a:xfrm>
          <a:prstGeom prst="roundRect">
            <a:avLst>
              <a:gd name="adj" fmla="val 12821"/>
            </a:avLst>
          </a:prstGeom>
          <a:solidFill>
            <a:srgbClr val="FFFFFF"/>
          </a:solidFill>
          <a:ln w="7288">
            <a:solidFill>
              <a:srgbClr val="8599C3"/>
            </a:solidFill>
            <a:prstDash val="solid"/>
          </a:ln>
        </p:spPr>
      </p:sp>
      <p:sp>
        <p:nvSpPr>
          <p:cNvPr id="74" name="p6_ellipse_74">
            <a:extLst>
              <a:ext uri="{FF2B5EF4-FFF2-40B4-BE49-F238E27FC236}">
                <a16:creationId xmlns:a16="http://schemas.microsoft.com/office/drawing/2014/main" id="{AD94F579-8BC5-41D3-8057-8B2DC7D94006}"/>
              </a:ext>
            </a:extLst>
          </p:cNvPr>
          <p:cNvSpPr>
            <a:spLocks/>
          </p:cNvSpPr>
          <p:nvPr/>
        </p:nvSpPr>
        <p:spPr>
          <a:xfrm>
            <a:off x="2259277" y="5240066"/>
            <a:ext cx="87456" cy="87456"/>
          </a:xfrm>
          <a:prstGeom prst="ellipse">
            <a:avLst/>
          </a:prstGeom>
          <a:gradFill>
            <a:gsLst>
              <a:gs pos="0">
                <a:srgbClr val="E5EAF8"/>
              </a:gs>
              <a:gs pos="100000">
                <a:srgbClr val="C4CEEB"/>
              </a:gs>
            </a:gsLst>
            <a:lin ang="5400000"/>
          </a:gradFill>
          <a:ln w="9474">
            <a:solidFill>
              <a:srgbClr val="394D93"/>
            </a:solidFill>
            <a:prstDash val="solid"/>
          </a:ln>
        </p:spPr>
      </p:sp>
      <p:sp>
        <p:nvSpPr>
          <p:cNvPr id="75" name="p6_rect_75">
            <a:extLst>
              <a:ext uri="{FF2B5EF4-FFF2-40B4-BE49-F238E27FC236}">
                <a16:creationId xmlns:a16="http://schemas.microsoft.com/office/drawing/2014/main" id="{A132C7B6-4E4E-4E70-B260-AF950326DC95}"/>
              </a:ext>
            </a:extLst>
          </p:cNvPr>
          <p:cNvSpPr>
            <a:spLocks/>
          </p:cNvSpPr>
          <p:nvPr/>
        </p:nvSpPr>
        <p:spPr>
          <a:xfrm>
            <a:off x="7266128" y="3753316"/>
            <a:ext cx="4729906" cy="1924030"/>
          </a:xfrm>
          <a:prstGeom prst="roundRect">
            <a:avLst>
              <a:gd name="adj" fmla="val 5303"/>
            </a:avLst>
          </a:prstGeom>
          <a:gradFill>
            <a:gsLst>
              <a:gs pos="0">
                <a:srgbClr val="FEFEFF"/>
              </a:gs>
              <a:gs pos="100000">
                <a:srgbClr val="EDF0F8"/>
              </a:gs>
            </a:gsLst>
            <a:lin ang="5400000"/>
          </a:gradFill>
          <a:ln w="12390">
            <a:solidFill>
              <a:srgbClr val="172956"/>
            </a:solidFill>
            <a:prstDash val="solid"/>
          </a:ln>
        </p:spPr>
      </p:sp>
      <p:sp>
        <p:nvSpPr>
          <p:cNvPr id="76" name="p6_ellipse_76">
            <a:extLst>
              <a:ext uri="{FF2B5EF4-FFF2-40B4-BE49-F238E27FC236}">
                <a16:creationId xmlns:a16="http://schemas.microsoft.com/office/drawing/2014/main" id="{D478CA3B-F25C-4487-89EA-49419A085631}"/>
              </a:ext>
            </a:extLst>
          </p:cNvPr>
          <p:cNvSpPr>
            <a:spLocks/>
          </p:cNvSpPr>
          <p:nvPr/>
        </p:nvSpPr>
        <p:spPr>
          <a:xfrm>
            <a:off x="7455615" y="4525843"/>
            <a:ext cx="670495" cy="670495"/>
          </a:xfrm>
          <a:prstGeom prst="ellipse">
            <a:avLst/>
          </a:prstGeom>
          <a:gradFill>
            <a:gsLst>
              <a:gs pos="0">
                <a:srgbClr val="E5EAF8"/>
              </a:gs>
              <a:gs pos="100000">
                <a:srgbClr val="C4CEEB"/>
              </a:gs>
            </a:gsLst>
            <a:lin ang="5400000"/>
          </a:gradFill>
          <a:ln w="13118">
            <a:solidFill>
              <a:srgbClr val="394D93"/>
            </a:solidFill>
            <a:prstDash val="solid"/>
          </a:ln>
        </p:spPr>
      </p:sp>
      <p:sp>
        <p:nvSpPr>
          <p:cNvPr id="77" name="p6_path_77">
            <a:extLst>
              <a:ext uri="{FF2B5EF4-FFF2-40B4-BE49-F238E27FC236}">
                <a16:creationId xmlns:a16="http://schemas.microsoft.com/office/drawing/2014/main" id="{9838633A-382F-4506-9D6F-5F6B6AAD3A3D}"/>
              </a:ext>
            </a:extLst>
          </p:cNvPr>
          <p:cNvSpPr>
            <a:spLocks/>
          </p:cNvSpPr>
          <p:nvPr/>
        </p:nvSpPr>
        <p:spPr>
          <a:xfrm>
            <a:off x="7790863" y="4657027"/>
            <a:ext cx="729" cy="211352"/>
          </a:xfrm>
          <a:custGeom>
            <a:avLst/>
            <a:gdLst/>
            <a:ahLst/>
            <a:cxnLst/>
            <a:rect l="0" t="0" r="0" b="0"/>
            <a:pathLst>
              <a:path w="953" h="276225">
                <a:moveTo>
                  <a:pt x="0" y="0"/>
                </a:moveTo>
                <a:lnTo>
                  <a:pt x="0" y="276225"/>
                </a:lnTo>
              </a:path>
            </a:pathLst>
          </a:custGeom>
          <a:noFill/>
          <a:ln w="21864">
            <a:solidFill>
              <a:srgbClr val="394D93"/>
            </a:solidFill>
            <a:prstDash val="solid"/>
          </a:ln>
        </p:spPr>
      </p:sp>
      <p:sp>
        <p:nvSpPr>
          <p:cNvPr id="78" name="p6_path_78">
            <a:extLst>
              <a:ext uri="{FF2B5EF4-FFF2-40B4-BE49-F238E27FC236}">
                <a16:creationId xmlns:a16="http://schemas.microsoft.com/office/drawing/2014/main" id="{6832D627-EF2C-4B6B-B6C0-115632EF6F5C}"/>
              </a:ext>
            </a:extLst>
          </p:cNvPr>
          <p:cNvSpPr>
            <a:spLocks/>
          </p:cNvSpPr>
          <p:nvPr/>
        </p:nvSpPr>
        <p:spPr>
          <a:xfrm>
            <a:off x="7790863" y="4868378"/>
            <a:ext cx="174912" cy="138472"/>
          </a:xfrm>
          <a:custGeom>
            <a:avLst/>
            <a:gdLst/>
            <a:ahLst/>
            <a:cxnLst/>
            <a:rect l="0" t="0" r="0" b="0"/>
            <a:pathLst>
              <a:path w="228600" h="180975">
                <a:moveTo>
                  <a:pt x="0" y="0"/>
                </a:moveTo>
                <a:lnTo>
                  <a:pt x="228600" y="180975"/>
                </a:lnTo>
              </a:path>
            </a:pathLst>
          </a:custGeom>
          <a:noFill/>
          <a:ln w="21864">
            <a:solidFill>
              <a:srgbClr val="394D93"/>
            </a:solidFill>
            <a:prstDash val="solid"/>
          </a:ln>
        </p:spPr>
      </p:sp>
      <p:sp>
        <p:nvSpPr>
          <p:cNvPr id="79" name="p6_rect_79">
            <a:extLst>
              <a:ext uri="{FF2B5EF4-FFF2-40B4-BE49-F238E27FC236}">
                <a16:creationId xmlns:a16="http://schemas.microsoft.com/office/drawing/2014/main" id="{29EB3C1F-DD76-404A-9FF7-8B0F68F49FBF}"/>
              </a:ext>
            </a:extLst>
          </p:cNvPr>
          <p:cNvSpPr>
            <a:spLocks/>
          </p:cNvSpPr>
          <p:nvPr/>
        </p:nvSpPr>
        <p:spPr>
          <a:xfrm>
            <a:off x="8417630" y="4635163"/>
            <a:ext cx="437279" cy="429991"/>
          </a:xfrm>
          <a:prstGeom prst="rect">
            <a:avLst/>
          </a:prstGeom>
          <a:gradFill>
            <a:gsLst>
              <a:gs pos="0">
                <a:srgbClr val="FEFEFF"/>
              </a:gs>
              <a:gs pos="100000">
                <a:srgbClr val="EDF0F8"/>
              </a:gs>
            </a:gsLst>
            <a:lin ang="5400000"/>
          </a:gradFill>
          <a:ln w="12390">
            <a:solidFill>
              <a:srgbClr val="394D93"/>
            </a:solidFill>
            <a:prstDash val="solid"/>
          </a:ln>
        </p:spPr>
      </p:sp>
      <p:sp>
        <p:nvSpPr>
          <p:cNvPr id="80" name="p6_ellipse_80">
            <a:extLst>
              <a:ext uri="{FF2B5EF4-FFF2-40B4-BE49-F238E27FC236}">
                <a16:creationId xmlns:a16="http://schemas.microsoft.com/office/drawing/2014/main" id="{04E7427B-439A-4F88-929C-2DF94F9D1979}"/>
              </a:ext>
            </a:extLst>
          </p:cNvPr>
          <p:cNvSpPr>
            <a:spLocks/>
          </p:cNvSpPr>
          <p:nvPr/>
        </p:nvSpPr>
        <p:spPr>
          <a:xfrm>
            <a:off x="8417630" y="4977698"/>
            <a:ext cx="437279" cy="174912"/>
          </a:xfrm>
          <a:prstGeom prst="ellipse">
            <a:avLst/>
          </a:prstGeom>
          <a:gradFill>
            <a:gsLst>
              <a:gs pos="0">
                <a:srgbClr val="FEFEFF"/>
              </a:gs>
              <a:gs pos="100000">
                <a:srgbClr val="EDF0F8"/>
              </a:gs>
            </a:gsLst>
            <a:lin ang="5400000"/>
          </a:gradFill>
          <a:ln w="10932">
            <a:solidFill>
              <a:srgbClr val="394D93"/>
            </a:solidFill>
            <a:prstDash val="solid"/>
          </a:ln>
        </p:spPr>
      </p:sp>
      <p:sp>
        <p:nvSpPr>
          <p:cNvPr id="81" name="p6_path_81">
            <a:extLst>
              <a:ext uri="{FF2B5EF4-FFF2-40B4-BE49-F238E27FC236}">
                <a16:creationId xmlns:a16="http://schemas.microsoft.com/office/drawing/2014/main" id="{4B592E23-A92F-4095-8953-D3BA903C1B81}"/>
              </a:ext>
            </a:extLst>
          </p:cNvPr>
          <p:cNvSpPr>
            <a:spLocks/>
          </p:cNvSpPr>
          <p:nvPr/>
        </p:nvSpPr>
        <p:spPr>
          <a:xfrm>
            <a:off x="8417630" y="4783352"/>
            <a:ext cx="437279" cy="87456"/>
          </a:xfrm>
          <a:custGeom>
            <a:avLst/>
            <a:gdLst/>
            <a:ahLst/>
            <a:cxnLst/>
            <a:rect l="0" t="0" r="0" b="0"/>
            <a:pathLst>
              <a:path w="571500" h="114300">
                <a:moveTo>
                  <a:pt x="0" y="0"/>
                </a:moveTo>
                <a:cubicBezTo>
                  <a:pt x="97155" y="114300"/>
                  <a:pt x="474345" y="114300"/>
                  <a:pt x="571500" y="0"/>
                </a:cubicBezTo>
              </a:path>
            </a:pathLst>
          </a:custGeom>
          <a:noFill/>
          <a:ln w="10203">
            <a:solidFill>
              <a:srgbClr val="394D93"/>
            </a:solidFill>
            <a:prstDash val="solid"/>
          </a:ln>
        </p:spPr>
      </p:sp>
      <p:sp>
        <p:nvSpPr>
          <p:cNvPr id="82" name="p6_path_82">
            <a:extLst>
              <a:ext uri="{FF2B5EF4-FFF2-40B4-BE49-F238E27FC236}">
                <a16:creationId xmlns:a16="http://schemas.microsoft.com/office/drawing/2014/main" id="{F37E9BE7-0EAE-45F6-8410-85165F507E88}"/>
              </a:ext>
            </a:extLst>
          </p:cNvPr>
          <p:cNvSpPr>
            <a:spLocks/>
          </p:cNvSpPr>
          <p:nvPr/>
        </p:nvSpPr>
        <p:spPr>
          <a:xfrm>
            <a:off x="8417630" y="4924253"/>
            <a:ext cx="437279" cy="87456"/>
          </a:xfrm>
          <a:custGeom>
            <a:avLst/>
            <a:gdLst/>
            <a:ahLst/>
            <a:cxnLst/>
            <a:rect l="0" t="0" r="0" b="0"/>
            <a:pathLst>
              <a:path w="571500" h="114300">
                <a:moveTo>
                  <a:pt x="0" y="0"/>
                </a:moveTo>
                <a:cubicBezTo>
                  <a:pt x="97155" y="114300"/>
                  <a:pt x="474345" y="114300"/>
                  <a:pt x="571500" y="0"/>
                </a:cubicBezTo>
              </a:path>
            </a:pathLst>
          </a:custGeom>
          <a:noFill/>
          <a:ln w="10203">
            <a:solidFill>
              <a:srgbClr val="394D93"/>
            </a:solidFill>
            <a:prstDash val="solid"/>
          </a:ln>
        </p:spPr>
      </p:sp>
      <p:sp>
        <p:nvSpPr>
          <p:cNvPr id="83" name="p6_ellipse_83">
            <a:extLst>
              <a:ext uri="{FF2B5EF4-FFF2-40B4-BE49-F238E27FC236}">
                <a16:creationId xmlns:a16="http://schemas.microsoft.com/office/drawing/2014/main" id="{7450B882-397A-4920-BADA-EDC89125D357}"/>
              </a:ext>
            </a:extLst>
          </p:cNvPr>
          <p:cNvSpPr>
            <a:spLocks/>
          </p:cNvSpPr>
          <p:nvPr/>
        </p:nvSpPr>
        <p:spPr>
          <a:xfrm>
            <a:off x="8417630" y="4547707"/>
            <a:ext cx="437279" cy="174912"/>
          </a:xfrm>
          <a:prstGeom prst="ellipse">
            <a:avLst/>
          </a:prstGeom>
          <a:gradFill>
            <a:gsLst>
              <a:gs pos="0">
                <a:srgbClr val="FEFEFF"/>
              </a:gs>
              <a:gs pos="100000">
                <a:srgbClr val="EDF0F8"/>
              </a:gs>
            </a:gsLst>
            <a:lin ang="5400000"/>
          </a:gradFill>
          <a:ln w="10932">
            <a:solidFill>
              <a:srgbClr val="394D93"/>
            </a:solidFill>
            <a:prstDash val="solid"/>
          </a:ln>
        </p:spPr>
      </p:sp>
      <p:sp>
        <p:nvSpPr>
          <p:cNvPr id="84" name="p6_rect_84">
            <a:extLst>
              <a:ext uri="{FF2B5EF4-FFF2-40B4-BE49-F238E27FC236}">
                <a16:creationId xmlns:a16="http://schemas.microsoft.com/office/drawing/2014/main" id="{E82CC163-F9E2-4124-BF8D-A72551C25E16}"/>
              </a:ext>
            </a:extLst>
          </p:cNvPr>
          <p:cNvSpPr>
            <a:spLocks/>
          </p:cNvSpPr>
          <p:nvPr/>
        </p:nvSpPr>
        <p:spPr>
          <a:xfrm>
            <a:off x="9015245" y="4482115"/>
            <a:ext cx="2798589" cy="262368"/>
          </a:xfrm>
          <a:prstGeom prst="roundRect">
            <a:avLst>
              <a:gd name="adj" fmla="val 13889"/>
            </a:avLst>
          </a:prstGeom>
          <a:solidFill>
            <a:srgbClr val="FFFFFF"/>
          </a:solidFill>
          <a:ln w="7288">
            <a:solidFill>
              <a:srgbClr val="8599C3"/>
            </a:solidFill>
            <a:prstDash val="solid"/>
          </a:ln>
        </p:spPr>
      </p:sp>
      <p:sp>
        <p:nvSpPr>
          <p:cNvPr id="85" name="p6_rect_85">
            <a:extLst>
              <a:ext uri="{FF2B5EF4-FFF2-40B4-BE49-F238E27FC236}">
                <a16:creationId xmlns:a16="http://schemas.microsoft.com/office/drawing/2014/main" id="{BDDD3C21-F6EE-474C-9707-83AFD816B8C4}"/>
              </a:ext>
            </a:extLst>
          </p:cNvPr>
          <p:cNvSpPr>
            <a:spLocks/>
          </p:cNvSpPr>
          <p:nvPr/>
        </p:nvSpPr>
        <p:spPr>
          <a:xfrm>
            <a:off x="9015245" y="4802786"/>
            <a:ext cx="2798589" cy="262368"/>
          </a:xfrm>
          <a:prstGeom prst="roundRect">
            <a:avLst>
              <a:gd name="adj" fmla="val 13889"/>
            </a:avLst>
          </a:prstGeom>
          <a:solidFill>
            <a:srgbClr val="FFFFFF"/>
          </a:solidFill>
          <a:ln w="7288">
            <a:solidFill>
              <a:srgbClr val="8599C3"/>
            </a:solidFill>
            <a:prstDash val="solid"/>
          </a:ln>
        </p:spPr>
      </p:sp>
      <p:sp>
        <p:nvSpPr>
          <p:cNvPr id="86" name="p6_rect_86">
            <a:extLst>
              <a:ext uri="{FF2B5EF4-FFF2-40B4-BE49-F238E27FC236}">
                <a16:creationId xmlns:a16="http://schemas.microsoft.com/office/drawing/2014/main" id="{5F7D851C-879C-41F7-B74F-D3DF607295D2}"/>
              </a:ext>
            </a:extLst>
          </p:cNvPr>
          <p:cNvSpPr>
            <a:spLocks/>
          </p:cNvSpPr>
          <p:nvPr/>
        </p:nvSpPr>
        <p:spPr>
          <a:xfrm>
            <a:off x="9015245" y="5123458"/>
            <a:ext cx="2798589" cy="262368"/>
          </a:xfrm>
          <a:prstGeom prst="roundRect">
            <a:avLst>
              <a:gd name="adj" fmla="val 13889"/>
            </a:avLst>
          </a:prstGeom>
          <a:solidFill>
            <a:srgbClr val="FFFFFF"/>
          </a:solidFill>
          <a:ln w="7288">
            <a:solidFill>
              <a:srgbClr val="8599C3"/>
            </a:solidFill>
            <a:prstDash val="solid"/>
          </a:ln>
        </p:spPr>
      </p:sp>
      <p:sp>
        <p:nvSpPr>
          <p:cNvPr id="87" name="p6_ellipse_87">
            <a:extLst>
              <a:ext uri="{FF2B5EF4-FFF2-40B4-BE49-F238E27FC236}">
                <a16:creationId xmlns:a16="http://schemas.microsoft.com/office/drawing/2014/main" id="{AB3A9C1A-6819-41C6-BC87-4F8112D2F538}"/>
              </a:ext>
            </a:extLst>
          </p:cNvPr>
          <p:cNvSpPr>
            <a:spLocks/>
          </p:cNvSpPr>
          <p:nvPr/>
        </p:nvSpPr>
        <p:spPr>
          <a:xfrm>
            <a:off x="5240066" y="3243156"/>
            <a:ext cx="1705390" cy="1705390"/>
          </a:xfrm>
          <a:prstGeom prst="ellipse">
            <a:avLst/>
          </a:prstGeom>
          <a:solidFill>
            <a:srgbClr val="E7ECF8"/>
          </a:solidFill>
          <a:ln w="0">
            <a:noFill/>
            <a:prstDash val="solid"/>
          </a:ln>
        </p:spPr>
      </p:sp>
      <p:sp>
        <p:nvSpPr>
          <p:cNvPr id="88" name="p6_path_88">
            <a:extLst>
              <a:ext uri="{FF2B5EF4-FFF2-40B4-BE49-F238E27FC236}">
                <a16:creationId xmlns:a16="http://schemas.microsoft.com/office/drawing/2014/main" id="{CD036836-8FA7-4700-9C3F-108FCF3D0F3A}"/>
              </a:ext>
            </a:extLst>
          </p:cNvPr>
          <p:cNvSpPr>
            <a:spLocks/>
          </p:cNvSpPr>
          <p:nvPr/>
        </p:nvSpPr>
        <p:spPr>
          <a:xfrm>
            <a:off x="3374340" y="2813165"/>
            <a:ext cx="896423" cy="808967"/>
          </a:xfrm>
          <a:custGeom>
            <a:avLst/>
            <a:gdLst/>
            <a:ahLst/>
            <a:cxnLst/>
            <a:rect l="0" t="0" r="0" b="0"/>
            <a:pathLst>
              <a:path w="1171575" h="1057275">
                <a:moveTo>
                  <a:pt x="1171575" y="0"/>
                </a:moveTo>
                <a:lnTo>
                  <a:pt x="0" y="1057275"/>
                </a:lnTo>
              </a:path>
            </a:pathLst>
          </a:custGeom>
          <a:noFill/>
          <a:ln w="16034">
            <a:solidFill>
              <a:srgbClr val="394D93"/>
            </a:solidFill>
            <a:prstDash val="solid"/>
          </a:ln>
        </p:spPr>
      </p:sp>
      <p:sp>
        <p:nvSpPr>
          <p:cNvPr id="89" name="p6_path_89">
            <a:extLst>
              <a:ext uri="{FF2B5EF4-FFF2-40B4-BE49-F238E27FC236}">
                <a16:creationId xmlns:a16="http://schemas.microsoft.com/office/drawing/2014/main" id="{B24F4F89-44E8-4601-86B6-633C630876FA}"/>
              </a:ext>
            </a:extLst>
          </p:cNvPr>
          <p:cNvSpPr>
            <a:spLocks/>
          </p:cNvSpPr>
          <p:nvPr/>
        </p:nvSpPr>
        <p:spPr>
          <a:xfrm>
            <a:off x="3374340" y="3534972"/>
            <a:ext cx="90707" cy="87160"/>
          </a:xfrm>
          <a:custGeom>
            <a:avLst/>
            <a:gdLst/>
            <a:ahLst/>
            <a:cxnLst/>
            <a:rect l="0" t="0" r="0" b="0"/>
            <a:pathLst>
              <a:path w="118549" h="113913">
                <a:moveTo>
                  <a:pt x="0" y="113913"/>
                </a:moveTo>
                <a:lnTo>
                  <a:pt x="51162" y="0"/>
                </a:lnTo>
                <a:lnTo>
                  <a:pt x="118549" y="74673"/>
                </a:lnTo>
                <a:close/>
              </a:path>
            </a:pathLst>
          </a:custGeom>
          <a:solidFill>
            <a:srgbClr val="394D93"/>
          </a:solidFill>
          <a:ln w="0">
            <a:noFill/>
            <a:prstDash val="solid"/>
          </a:ln>
        </p:spPr>
      </p:sp>
      <p:sp>
        <p:nvSpPr>
          <p:cNvPr id="90" name="p6_path_90">
            <a:extLst>
              <a:ext uri="{FF2B5EF4-FFF2-40B4-BE49-F238E27FC236}">
                <a16:creationId xmlns:a16="http://schemas.microsoft.com/office/drawing/2014/main" id="{779BE675-0B3E-439D-956D-84FF5650AEC7}"/>
              </a:ext>
            </a:extLst>
          </p:cNvPr>
          <p:cNvSpPr>
            <a:spLocks/>
          </p:cNvSpPr>
          <p:nvPr/>
        </p:nvSpPr>
        <p:spPr>
          <a:xfrm>
            <a:off x="3549252" y="2907909"/>
            <a:ext cx="874559" cy="779815"/>
          </a:xfrm>
          <a:custGeom>
            <a:avLst/>
            <a:gdLst/>
            <a:ahLst/>
            <a:cxnLst/>
            <a:rect l="0" t="0" r="0" b="0"/>
            <a:pathLst>
              <a:path w="1143000" h="1019175">
                <a:moveTo>
                  <a:pt x="0" y="1019175"/>
                </a:moveTo>
                <a:lnTo>
                  <a:pt x="1143000" y="0"/>
                </a:lnTo>
              </a:path>
            </a:pathLst>
          </a:custGeom>
          <a:noFill/>
          <a:ln w="10932">
            <a:solidFill>
              <a:srgbClr val="394D93"/>
            </a:solidFill>
            <a:prstDash val="solid"/>
          </a:ln>
        </p:spPr>
      </p:sp>
      <p:sp>
        <p:nvSpPr>
          <p:cNvPr id="91" name="p6_path_91">
            <a:extLst>
              <a:ext uri="{FF2B5EF4-FFF2-40B4-BE49-F238E27FC236}">
                <a16:creationId xmlns:a16="http://schemas.microsoft.com/office/drawing/2014/main" id="{E868F06A-BDE0-4B24-AE8E-35A2988383C8}"/>
              </a:ext>
            </a:extLst>
          </p:cNvPr>
          <p:cNvSpPr>
            <a:spLocks/>
          </p:cNvSpPr>
          <p:nvPr/>
        </p:nvSpPr>
        <p:spPr>
          <a:xfrm>
            <a:off x="4332926" y="2907909"/>
            <a:ext cx="90885" cy="86925"/>
          </a:xfrm>
          <a:custGeom>
            <a:avLst/>
            <a:gdLst/>
            <a:ahLst/>
            <a:cxnLst/>
            <a:rect l="0" t="0" r="0" b="0"/>
            <a:pathLst>
              <a:path w="118782" h="113606">
                <a:moveTo>
                  <a:pt x="118782" y="0"/>
                </a:moveTo>
                <a:lnTo>
                  <a:pt x="66941" y="113606"/>
                </a:lnTo>
                <a:lnTo>
                  <a:pt x="0" y="38532"/>
                </a:lnTo>
                <a:close/>
              </a:path>
            </a:pathLst>
          </a:custGeom>
          <a:solidFill>
            <a:srgbClr val="394D93"/>
          </a:solidFill>
          <a:ln w="0">
            <a:noFill/>
            <a:prstDash val="solid"/>
          </a:ln>
        </p:spPr>
      </p:sp>
      <p:sp>
        <p:nvSpPr>
          <p:cNvPr id="92" name="p6_path_92">
            <a:extLst>
              <a:ext uri="{FF2B5EF4-FFF2-40B4-BE49-F238E27FC236}">
                <a16:creationId xmlns:a16="http://schemas.microsoft.com/office/drawing/2014/main" id="{C19608DF-87F1-4C50-81AD-E8CAE12BDDC7}"/>
              </a:ext>
            </a:extLst>
          </p:cNvPr>
          <p:cNvSpPr>
            <a:spLocks/>
          </p:cNvSpPr>
          <p:nvPr/>
        </p:nvSpPr>
        <p:spPr>
          <a:xfrm>
            <a:off x="7929335" y="2813165"/>
            <a:ext cx="896423" cy="808967"/>
          </a:xfrm>
          <a:custGeom>
            <a:avLst/>
            <a:gdLst/>
            <a:ahLst/>
            <a:cxnLst/>
            <a:rect l="0" t="0" r="0" b="0"/>
            <a:pathLst>
              <a:path w="1171575" h="1057275">
                <a:moveTo>
                  <a:pt x="0" y="0"/>
                </a:moveTo>
                <a:lnTo>
                  <a:pt x="1171575" y="1057275"/>
                </a:lnTo>
              </a:path>
            </a:pathLst>
          </a:custGeom>
          <a:noFill/>
          <a:ln w="16034">
            <a:solidFill>
              <a:srgbClr val="394D93"/>
            </a:solidFill>
            <a:prstDash val="solid"/>
          </a:ln>
        </p:spPr>
      </p:sp>
      <p:sp>
        <p:nvSpPr>
          <p:cNvPr id="93" name="p6_path_93">
            <a:extLst>
              <a:ext uri="{FF2B5EF4-FFF2-40B4-BE49-F238E27FC236}">
                <a16:creationId xmlns:a16="http://schemas.microsoft.com/office/drawing/2014/main" id="{3B2F4315-8FCA-4FD4-9F2A-C5D696272AF2}"/>
              </a:ext>
            </a:extLst>
          </p:cNvPr>
          <p:cNvSpPr>
            <a:spLocks/>
          </p:cNvSpPr>
          <p:nvPr/>
        </p:nvSpPr>
        <p:spPr>
          <a:xfrm>
            <a:off x="8735050" y="3534972"/>
            <a:ext cx="90707" cy="87160"/>
          </a:xfrm>
          <a:custGeom>
            <a:avLst/>
            <a:gdLst/>
            <a:ahLst/>
            <a:cxnLst/>
            <a:rect l="0" t="0" r="0" b="0"/>
            <a:pathLst>
              <a:path w="118549" h="113913">
                <a:moveTo>
                  <a:pt x="118549" y="113913"/>
                </a:moveTo>
                <a:lnTo>
                  <a:pt x="0" y="74673"/>
                </a:lnTo>
                <a:lnTo>
                  <a:pt x="67388" y="0"/>
                </a:lnTo>
                <a:close/>
              </a:path>
            </a:pathLst>
          </a:custGeom>
          <a:solidFill>
            <a:srgbClr val="394D93"/>
          </a:solidFill>
          <a:ln w="0">
            <a:noFill/>
            <a:prstDash val="solid"/>
          </a:ln>
        </p:spPr>
      </p:sp>
      <p:sp>
        <p:nvSpPr>
          <p:cNvPr id="94" name="p6_path_94">
            <a:extLst>
              <a:ext uri="{FF2B5EF4-FFF2-40B4-BE49-F238E27FC236}">
                <a16:creationId xmlns:a16="http://schemas.microsoft.com/office/drawing/2014/main" id="{F4007BB2-A5A3-4BCE-BF39-E55F499800D3}"/>
              </a:ext>
            </a:extLst>
          </p:cNvPr>
          <p:cNvSpPr>
            <a:spLocks/>
          </p:cNvSpPr>
          <p:nvPr/>
        </p:nvSpPr>
        <p:spPr>
          <a:xfrm>
            <a:off x="7798151" y="2907909"/>
            <a:ext cx="867271" cy="779815"/>
          </a:xfrm>
          <a:custGeom>
            <a:avLst/>
            <a:gdLst/>
            <a:ahLst/>
            <a:cxnLst/>
            <a:rect l="0" t="0" r="0" b="0"/>
            <a:pathLst>
              <a:path w="1133475" h="1019175">
                <a:moveTo>
                  <a:pt x="1133475" y="1019175"/>
                </a:moveTo>
                <a:lnTo>
                  <a:pt x="0" y="0"/>
                </a:lnTo>
              </a:path>
            </a:pathLst>
          </a:custGeom>
          <a:noFill/>
          <a:ln w="10932">
            <a:solidFill>
              <a:srgbClr val="394D93"/>
            </a:solidFill>
            <a:prstDash val="solid"/>
          </a:ln>
        </p:spPr>
      </p:sp>
      <p:sp>
        <p:nvSpPr>
          <p:cNvPr id="95" name="p6_path_95">
            <a:extLst>
              <a:ext uri="{FF2B5EF4-FFF2-40B4-BE49-F238E27FC236}">
                <a16:creationId xmlns:a16="http://schemas.microsoft.com/office/drawing/2014/main" id="{8F9B264E-C864-4A77-864B-FFD8DBE9D112}"/>
              </a:ext>
            </a:extLst>
          </p:cNvPr>
          <p:cNvSpPr>
            <a:spLocks/>
          </p:cNvSpPr>
          <p:nvPr/>
        </p:nvSpPr>
        <p:spPr>
          <a:xfrm>
            <a:off x="7798151" y="2907909"/>
            <a:ext cx="90761" cy="87089"/>
          </a:xfrm>
          <a:custGeom>
            <a:avLst/>
            <a:gdLst/>
            <a:ahLst/>
            <a:cxnLst/>
            <a:rect l="0" t="0" r="0" b="0"/>
            <a:pathLst>
              <a:path w="118620" h="113821">
                <a:moveTo>
                  <a:pt x="0" y="0"/>
                </a:moveTo>
                <a:lnTo>
                  <a:pt x="118620" y="39026"/>
                </a:lnTo>
                <a:lnTo>
                  <a:pt x="51368" y="113821"/>
                </a:lnTo>
                <a:close/>
              </a:path>
            </a:pathLst>
          </a:custGeom>
          <a:solidFill>
            <a:srgbClr val="394D93"/>
          </a:solidFill>
          <a:ln w="0">
            <a:noFill/>
            <a:prstDash val="solid"/>
          </a:ln>
        </p:spPr>
      </p:sp>
      <p:sp>
        <p:nvSpPr>
          <p:cNvPr id="96" name="p6_path_96">
            <a:extLst>
              <a:ext uri="{FF2B5EF4-FFF2-40B4-BE49-F238E27FC236}">
                <a16:creationId xmlns:a16="http://schemas.microsoft.com/office/drawing/2014/main" id="{59467039-B152-47AA-8F0D-60DD971E9FFD}"/>
              </a:ext>
            </a:extLst>
          </p:cNvPr>
          <p:cNvSpPr>
            <a:spLocks/>
          </p:cNvSpPr>
          <p:nvPr/>
        </p:nvSpPr>
        <p:spPr>
          <a:xfrm>
            <a:off x="5028714" y="5414978"/>
            <a:ext cx="2106230" cy="729"/>
          </a:xfrm>
          <a:custGeom>
            <a:avLst/>
            <a:gdLst/>
            <a:ahLst/>
            <a:cxnLst/>
            <a:rect l="0" t="0" r="0" b="0"/>
            <a:pathLst>
              <a:path w="2752725" h="953">
                <a:moveTo>
                  <a:pt x="0" y="0"/>
                </a:moveTo>
                <a:lnTo>
                  <a:pt x="2752725" y="0"/>
                </a:lnTo>
              </a:path>
            </a:pathLst>
          </a:custGeom>
          <a:noFill/>
          <a:ln w="15305">
            <a:solidFill>
              <a:srgbClr val="394D93"/>
            </a:solidFill>
            <a:prstDash val="solid"/>
          </a:ln>
        </p:spPr>
      </p:sp>
      <p:sp>
        <p:nvSpPr>
          <p:cNvPr id="97" name="p6_path_97">
            <a:extLst>
              <a:ext uri="{FF2B5EF4-FFF2-40B4-BE49-F238E27FC236}">
                <a16:creationId xmlns:a16="http://schemas.microsoft.com/office/drawing/2014/main" id="{E6076C32-65A1-4A47-9751-40E765EE981A}"/>
              </a:ext>
            </a:extLst>
          </p:cNvPr>
          <p:cNvSpPr>
            <a:spLocks/>
          </p:cNvSpPr>
          <p:nvPr/>
        </p:nvSpPr>
        <p:spPr>
          <a:xfrm>
            <a:off x="7047488" y="5376497"/>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98" name="p6_path_98">
            <a:extLst>
              <a:ext uri="{FF2B5EF4-FFF2-40B4-BE49-F238E27FC236}">
                <a16:creationId xmlns:a16="http://schemas.microsoft.com/office/drawing/2014/main" id="{CD6AF245-C279-4E37-8238-097B44BD8BD9}"/>
              </a:ext>
            </a:extLst>
          </p:cNvPr>
          <p:cNvSpPr>
            <a:spLocks/>
          </p:cNvSpPr>
          <p:nvPr/>
        </p:nvSpPr>
        <p:spPr>
          <a:xfrm>
            <a:off x="5065154" y="5531586"/>
            <a:ext cx="2040638" cy="729"/>
          </a:xfrm>
          <a:custGeom>
            <a:avLst/>
            <a:gdLst/>
            <a:ahLst/>
            <a:cxnLst/>
            <a:rect l="0" t="0" r="0" b="0"/>
            <a:pathLst>
              <a:path w="2667000" h="953">
                <a:moveTo>
                  <a:pt x="2667000" y="0"/>
                </a:moveTo>
                <a:lnTo>
                  <a:pt x="0" y="0"/>
                </a:lnTo>
              </a:path>
            </a:pathLst>
          </a:custGeom>
          <a:noFill/>
          <a:ln w="10203">
            <a:solidFill>
              <a:srgbClr val="394D93"/>
            </a:solidFill>
            <a:prstDash val="solid"/>
          </a:ln>
        </p:spPr>
      </p:sp>
      <p:sp>
        <p:nvSpPr>
          <p:cNvPr id="99" name="p6_path_99">
            <a:extLst>
              <a:ext uri="{FF2B5EF4-FFF2-40B4-BE49-F238E27FC236}">
                <a16:creationId xmlns:a16="http://schemas.microsoft.com/office/drawing/2014/main" id="{F1E96615-AFCD-4998-89D6-BF8BDE1B8EC8}"/>
              </a:ext>
            </a:extLst>
          </p:cNvPr>
          <p:cNvSpPr>
            <a:spLocks/>
          </p:cNvSpPr>
          <p:nvPr/>
        </p:nvSpPr>
        <p:spPr>
          <a:xfrm>
            <a:off x="5065154" y="5493105"/>
            <a:ext cx="87456" cy="76961"/>
          </a:xfrm>
          <a:custGeom>
            <a:avLst/>
            <a:gdLst/>
            <a:ahLst/>
            <a:cxnLst/>
            <a:rect l="0" t="0" r="0" b="0"/>
            <a:pathLst>
              <a:path w="114300" h="100584">
                <a:moveTo>
                  <a:pt x="0" y="50292"/>
                </a:moveTo>
                <a:lnTo>
                  <a:pt x="114300" y="0"/>
                </a:lnTo>
                <a:lnTo>
                  <a:pt x="114300" y="100584"/>
                </a:lnTo>
                <a:close/>
              </a:path>
            </a:pathLst>
          </a:custGeom>
          <a:solidFill>
            <a:srgbClr val="394D93"/>
          </a:solidFill>
          <a:ln w="0">
            <a:noFill/>
            <a:prstDash val="solid"/>
          </a:ln>
        </p:spPr>
      </p:sp>
      <p:sp>
        <p:nvSpPr>
          <p:cNvPr id="100" name="p6_path_100">
            <a:extLst>
              <a:ext uri="{FF2B5EF4-FFF2-40B4-BE49-F238E27FC236}">
                <a16:creationId xmlns:a16="http://schemas.microsoft.com/office/drawing/2014/main" id="{5A963C7A-08AB-462D-818F-3077276E5217}"/>
              </a:ext>
            </a:extLst>
          </p:cNvPr>
          <p:cNvSpPr>
            <a:spLocks/>
          </p:cNvSpPr>
          <p:nvPr/>
        </p:nvSpPr>
        <p:spPr>
          <a:xfrm>
            <a:off x="6100049" y="2842317"/>
            <a:ext cx="729" cy="364400"/>
          </a:xfrm>
          <a:custGeom>
            <a:avLst/>
            <a:gdLst/>
            <a:ahLst/>
            <a:cxnLst/>
            <a:rect l="0" t="0" r="0" b="0"/>
            <a:pathLst>
              <a:path w="953" h="476250">
                <a:moveTo>
                  <a:pt x="0" y="476250"/>
                </a:moveTo>
                <a:lnTo>
                  <a:pt x="0" y="0"/>
                </a:lnTo>
              </a:path>
            </a:pathLst>
          </a:custGeom>
          <a:noFill/>
          <a:ln w="11661">
            <a:solidFill>
              <a:srgbClr val="394D93"/>
            </a:solidFill>
            <a:prstDash val="solid"/>
          </a:ln>
        </p:spPr>
      </p:sp>
      <p:sp>
        <p:nvSpPr>
          <p:cNvPr id="101" name="p6_path_101">
            <a:extLst>
              <a:ext uri="{FF2B5EF4-FFF2-40B4-BE49-F238E27FC236}">
                <a16:creationId xmlns:a16="http://schemas.microsoft.com/office/drawing/2014/main" id="{3B7DE35D-B7AA-4C69-B218-4789B991C33F}"/>
              </a:ext>
            </a:extLst>
          </p:cNvPr>
          <p:cNvSpPr>
            <a:spLocks/>
          </p:cNvSpPr>
          <p:nvPr/>
        </p:nvSpPr>
        <p:spPr>
          <a:xfrm>
            <a:off x="6061568" y="2842317"/>
            <a:ext cx="76961" cy="87456"/>
          </a:xfrm>
          <a:custGeom>
            <a:avLst/>
            <a:gdLst/>
            <a:ahLst/>
            <a:cxnLst/>
            <a:rect l="0" t="0" r="0" b="0"/>
            <a:pathLst>
              <a:path w="100584" h="114300">
                <a:moveTo>
                  <a:pt x="50292" y="0"/>
                </a:moveTo>
                <a:lnTo>
                  <a:pt x="100584" y="114300"/>
                </a:lnTo>
                <a:lnTo>
                  <a:pt x="0" y="114300"/>
                </a:lnTo>
                <a:close/>
              </a:path>
            </a:pathLst>
          </a:custGeom>
          <a:solidFill>
            <a:srgbClr val="394D93"/>
          </a:solidFill>
          <a:ln w="0">
            <a:noFill/>
            <a:prstDash val="solid"/>
          </a:ln>
        </p:spPr>
      </p:sp>
      <p:sp>
        <p:nvSpPr>
          <p:cNvPr id="102" name="p6_path_102">
            <a:extLst>
              <a:ext uri="{FF2B5EF4-FFF2-40B4-BE49-F238E27FC236}">
                <a16:creationId xmlns:a16="http://schemas.microsoft.com/office/drawing/2014/main" id="{73492EBF-F67A-4BE7-8C82-44B4B4281437}"/>
              </a:ext>
            </a:extLst>
          </p:cNvPr>
          <p:cNvSpPr>
            <a:spLocks/>
          </p:cNvSpPr>
          <p:nvPr/>
        </p:nvSpPr>
        <p:spPr>
          <a:xfrm>
            <a:off x="4999562" y="4234323"/>
            <a:ext cx="204064" cy="131184"/>
          </a:xfrm>
          <a:custGeom>
            <a:avLst/>
            <a:gdLst/>
            <a:ahLst/>
            <a:cxnLst/>
            <a:rect l="0" t="0" r="0" b="0"/>
            <a:pathLst>
              <a:path w="266700" h="171450">
                <a:moveTo>
                  <a:pt x="266700" y="0"/>
                </a:moveTo>
                <a:lnTo>
                  <a:pt x="0" y="171450"/>
                </a:lnTo>
              </a:path>
            </a:pathLst>
          </a:custGeom>
          <a:noFill/>
          <a:ln w="11661">
            <a:solidFill>
              <a:srgbClr val="394D93"/>
            </a:solidFill>
            <a:prstDash val="solid"/>
          </a:ln>
        </p:spPr>
      </p:sp>
      <p:sp>
        <p:nvSpPr>
          <p:cNvPr id="103" name="p6_path_103">
            <a:extLst>
              <a:ext uri="{FF2B5EF4-FFF2-40B4-BE49-F238E27FC236}">
                <a16:creationId xmlns:a16="http://schemas.microsoft.com/office/drawing/2014/main" id="{3F61B05F-E01D-405C-996C-C2383317D1D7}"/>
              </a:ext>
            </a:extLst>
          </p:cNvPr>
          <p:cNvSpPr>
            <a:spLocks/>
          </p:cNvSpPr>
          <p:nvPr/>
        </p:nvSpPr>
        <p:spPr>
          <a:xfrm>
            <a:off x="4999562" y="4285845"/>
            <a:ext cx="94375" cy="79661"/>
          </a:xfrm>
          <a:custGeom>
            <a:avLst/>
            <a:gdLst/>
            <a:ahLst/>
            <a:cxnLst/>
            <a:rect l="0" t="0" r="0" b="0"/>
            <a:pathLst>
              <a:path w="123342" h="104113">
                <a:moveTo>
                  <a:pt x="0" y="104113"/>
                </a:moveTo>
                <a:lnTo>
                  <a:pt x="68951" y="0"/>
                </a:lnTo>
                <a:lnTo>
                  <a:pt x="123342" y="84609"/>
                </a:lnTo>
                <a:close/>
              </a:path>
            </a:pathLst>
          </a:custGeom>
          <a:solidFill>
            <a:srgbClr val="394D93"/>
          </a:solidFill>
          <a:ln w="0">
            <a:noFill/>
            <a:prstDash val="solid"/>
          </a:ln>
        </p:spPr>
      </p:sp>
      <p:sp>
        <p:nvSpPr>
          <p:cNvPr id="104" name="p6_path_104">
            <a:extLst>
              <a:ext uri="{FF2B5EF4-FFF2-40B4-BE49-F238E27FC236}">
                <a16:creationId xmlns:a16="http://schemas.microsoft.com/office/drawing/2014/main" id="{60121661-9800-4189-9110-641FCFDD03F8}"/>
              </a:ext>
            </a:extLst>
          </p:cNvPr>
          <p:cNvSpPr>
            <a:spLocks/>
          </p:cNvSpPr>
          <p:nvPr/>
        </p:nvSpPr>
        <p:spPr>
          <a:xfrm>
            <a:off x="6981896" y="4234323"/>
            <a:ext cx="211352" cy="131184"/>
          </a:xfrm>
          <a:custGeom>
            <a:avLst/>
            <a:gdLst/>
            <a:ahLst/>
            <a:cxnLst/>
            <a:rect l="0" t="0" r="0" b="0"/>
            <a:pathLst>
              <a:path w="276225" h="171450">
                <a:moveTo>
                  <a:pt x="0" y="0"/>
                </a:moveTo>
                <a:lnTo>
                  <a:pt x="276225" y="171450"/>
                </a:lnTo>
              </a:path>
            </a:pathLst>
          </a:custGeom>
          <a:noFill/>
          <a:ln w="11661">
            <a:solidFill>
              <a:srgbClr val="394D93"/>
            </a:solidFill>
            <a:prstDash val="solid"/>
          </a:ln>
        </p:spPr>
      </p:sp>
      <p:sp>
        <p:nvSpPr>
          <p:cNvPr id="105" name="p6_path_105">
            <a:extLst>
              <a:ext uri="{FF2B5EF4-FFF2-40B4-BE49-F238E27FC236}">
                <a16:creationId xmlns:a16="http://schemas.microsoft.com/office/drawing/2014/main" id="{E4E8E1CA-11F2-48CE-8F7A-9D338CF73178}"/>
              </a:ext>
            </a:extLst>
          </p:cNvPr>
          <p:cNvSpPr>
            <a:spLocks/>
          </p:cNvSpPr>
          <p:nvPr/>
        </p:nvSpPr>
        <p:spPr>
          <a:xfrm>
            <a:off x="7098648" y="4286691"/>
            <a:ext cx="94599" cy="78816"/>
          </a:xfrm>
          <a:custGeom>
            <a:avLst/>
            <a:gdLst/>
            <a:ahLst/>
            <a:cxnLst/>
            <a:rect l="0" t="0" r="0" b="0"/>
            <a:pathLst>
              <a:path w="123636" h="103008">
                <a:moveTo>
                  <a:pt x="123636" y="103008"/>
                </a:moveTo>
                <a:lnTo>
                  <a:pt x="0" y="85460"/>
                </a:lnTo>
                <a:lnTo>
                  <a:pt x="53044" y="0"/>
                </a:lnTo>
                <a:close/>
              </a:path>
            </a:pathLst>
          </a:custGeom>
          <a:solidFill>
            <a:srgbClr val="394D93"/>
          </a:solidFill>
          <a:ln w="0">
            <a:noFill/>
            <a:prstDash val="solid"/>
          </a:ln>
        </p:spPr>
      </p:sp>
      <p:sp>
        <p:nvSpPr>
          <p:cNvPr id="106" name="p6_rect_106">
            <a:extLst>
              <a:ext uri="{FF2B5EF4-FFF2-40B4-BE49-F238E27FC236}">
                <a16:creationId xmlns:a16="http://schemas.microsoft.com/office/drawing/2014/main" id="{D8B61C55-2691-4A3C-974C-45D12CED9B90}"/>
              </a:ext>
            </a:extLst>
          </p:cNvPr>
          <p:cNvSpPr>
            <a:spLocks/>
          </p:cNvSpPr>
          <p:nvPr/>
        </p:nvSpPr>
        <p:spPr>
          <a:xfrm>
            <a:off x="196776" y="5976153"/>
            <a:ext cx="11799258" cy="626767"/>
          </a:xfrm>
          <a:prstGeom prst="roundRect">
            <a:avLst>
              <a:gd name="adj" fmla="val 11628"/>
            </a:avLst>
          </a:prstGeom>
          <a:gradFill>
            <a:gsLst>
              <a:gs pos="0">
                <a:srgbClr val="FFFDFE"/>
              </a:gs>
              <a:gs pos="100000">
                <a:srgbClr val="F7EAF2"/>
              </a:gs>
            </a:gsLst>
            <a:lin ang="5400000"/>
          </a:gradFill>
          <a:ln w="8746">
            <a:solidFill>
              <a:srgbClr val="9C3E76"/>
            </a:solidFill>
            <a:prstDash val="solid"/>
          </a:ln>
        </p:spPr>
      </p:sp>
      <p:sp>
        <p:nvSpPr>
          <p:cNvPr id="107" name="p6_label_1">
            <a:extLst>
              <a:ext uri="{FF2B5EF4-FFF2-40B4-BE49-F238E27FC236}">
                <a16:creationId xmlns:a16="http://schemas.microsoft.com/office/drawing/2014/main" id="{3D3BCE2E-2C88-4974-9824-AD9763C9780A}"/>
              </a:ext>
            </a:extLst>
          </p:cNvPr>
          <p:cNvSpPr>
            <a:spLocks/>
          </p:cNvSpPr>
          <p:nvPr/>
        </p:nvSpPr>
        <p:spPr>
          <a:xfrm>
            <a:off x="174912" y="58304"/>
            <a:ext cx="10421828" cy="444567"/>
          </a:xfrm>
          <a:prstGeom prst="rect">
            <a:avLst/>
          </a:prstGeom>
          <a:noFill/>
          <a:ln w="0">
            <a:noFill/>
          </a:ln>
        </p:spPr>
        <p:txBody>
          <a:bodyPr wrap="square" lIns="0" tIns="0" rIns="0" bIns="0" anchor="t">
            <a:noAutofit/>
          </a:bodyPr>
          <a:lstStyle>
            <a:defPPr algn="l">
              <a:defRPr sz="2640" b="1">
                <a:solidFill>
                  <a:srgbClr val="172956"/>
                </a:solidFill>
                <a:latin typeface="Source Han Serif SC Heavy"/>
                <a:ea typeface="Source Han Serif SC Heavy"/>
                <a:cs typeface="Source Han Serif SC Heavy"/>
              </a:defRPr>
            </a:defPPr>
          </a:lstStyle>
          <a:p>
            <a:pPr algn="l">
              <a:defRPr sz="2640" b="1">
                <a:solidFill>
                  <a:srgbClr val="172956"/>
                </a:solidFill>
                <a:latin typeface="Source Han Serif SC Heavy"/>
                <a:ea typeface="Source Han Serif SC Heavy"/>
                <a:cs typeface="Source Han Serif SC Heavy"/>
              </a:defRPr>
            </a:pPr>
            <a:r>
              <a:rPr sz="2640" b="1">
                <a:solidFill>
                  <a:srgbClr val="172956"/>
                </a:solidFill>
                <a:latin typeface="Source Han Serif SC Heavy"/>
                <a:ea typeface="Source Han Serif SC Heavy"/>
                <a:cs typeface="Source Han Serif SC Heavy"/>
              </a:rPr>
              <a:t>研究意义：让信息、决策与成本形成相互制约的三角</a:t>
            </a:r>
          </a:p>
        </p:txBody>
      </p:sp>
      <p:sp>
        <p:nvSpPr>
          <p:cNvPr id="108" name="p6_label_2">
            <a:extLst>
              <a:ext uri="{FF2B5EF4-FFF2-40B4-BE49-F238E27FC236}">
                <a16:creationId xmlns:a16="http://schemas.microsoft.com/office/drawing/2014/main" id="{B000AEAF-F730-4622-BE49-57CB5A2ABE94}"/>
              </a:ext>
            </a:extLst>
          </p:cNvPr>
          <p:cNvSpPr>
            <a:spLocks/>
          </p:cNvSpPr>
          <p:nvPr/>
        </p:nvSpPr>
        <p:spPr>
          <a:xfrm>
            <a:off x="204064" y="510159"/>
            <a:ext cx="10859107" cy="233216"/>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更细的反馈是否值得计算，最终由跨模型决策与预算收益检验</a:t>
            </a:r>
          </a:p>
        </p:txBody>
      </p:sp>
      <p:sp>
        <p:nvSpPr>
          <p:cNvPr id="109" name="p6_label_3">
            <a:extLst>
              <a:ext uri="{FF2B5EF4-FFF2-40B4-BE49-F238E27FC236}">
                <a16:creationId xmlns:a16="http://schemas.microsoft.com/office/drawing/2014/main" id="{B7015BED-4007-4F83-8F16-DCAF0BA5C52D}"/>
              </a:ext>
            </a:extLst>
          </p:cNvPr>
          <p:cNvSpPr>
            <a:spLocks/>
          </p:cNvSpPr>
          <p:nvPr/>
        </p:nvSpPr>
        <p:spPr>
          <a:xfrm>
            <a:off x="11004867" y="94744"/>
            <a:ext cx="1020319" cy="233216"/>
          </a:xfrm>
          <a:prstGeom prst="rect">
            <a:avLst/>
          </a:prstGeom>
          <a:noFill/>
          <a:ln w="0">
            <a:noFill/>
          </a:ln>
        </p:spPr>
        <p:txBody>
          <a:bodyPr wrap="square" lIns="0" tIns="0" rIns="0" bIns="0" anchor="t">
            <a:noAutofit/>
          </a:bodyPr>
          <a:lstStyle>
            <a:defPPr algn="r">
              <a:defRPr sz="1205" b="0">
                <a:solidFill>
                  <a:srgbClr val="52617D"/>
                </a:solidFill>
                <a:latin typeface="Noto Sans SC"/>
                <a:ea typeface="Noto Sans SC"/>
                <a:cs typeface="Noto Sans SC"/>
              </a:defRPr>
            </a:defPPr>
          </a:lstStyle>
          <a:p>
            <a:pPr algn="r">
              <a:defRPr sz="1205" b="0">
                <a:solidFill>
                  <a:srgbClr val="52617D"/>
                </a:solidFill>
                <a:latin typeface="Noto Sans SC"/>
                <a:ea typeface="Noto Sans SC"/>
                <a:cs typeface="Noto Sans SC"/>
              </a:defRPr>
            </a:pPr>
            <a:r>
              <a:rPr sz="1205" b="0">
                <a:solidFill>
                  <a:srgbClr val="52617D"/>
                </a:solidFill>
                <a:latin typeface="Noto Sans SC"/>
                <a:ea typeface="Noto Sans SC"/>
                <a:cs typeface="Noto Sans SC"/>
              </a:rPr>
              <a:t>02 研究意义</a:t>
            </a:r>
          </a:p>
        </p:txBody>
      </p:sp>
      <p:sp>
        <p:nvSpPr>
          <p:cNvPr id="110" name="p6_label_4">
            <a:extLst>
              <a:ext uri="{FF2B5EF4-FFF2-40B4-BE49-F238E27FC236}">
                <a16:creationId xmlns:a16="http://schemas.microsoft.com/office/drawing/2014/main" id="{E22336A7-0E61-4F6E-BA6D-7F2915E253B8}"/>
              </a:ext>
            </a:extLst>
          </p:cNvPr>
          <p:cNvSpPr>
            <a:spLocks/>
          </p:cNvSpPr>
          <p:nvPr/>
        </p:nvSpPr>
        <p:spPr>
          <a:xfrm>
            <a:off x="3855348" y="1056759"/>
            <a:ext cx="4474827"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信息证据</a:t>
            </a:r>
          </a:p>
        </p:txBody>
      </p:sp>
      <p:sp>
        <p:nvSpPr>
          <p:cNvPr id="111" name="p6_label_5">
            <a:extLst>
              <a:ext uri="{FF2B5EF4-FFF2-40B4-BE49-F238E27FC236}">
                <a16:creationId xmlns:a16="http://schemas.microsoft.com/office/drawing/2014/main" id="{CD73D0BF-DA08-46F0-AD94-74180BB6ACC8}"/>
              </a:ext>
            </a:extLst>
          </p:cNvPr>
          <p:cNvSpPr>
            <a:spLocks/>
          </p:cNvSpPr>
          <p:nvPr/>
        </p:nvSpPr>
        <p:spPr>
          <a:xfrm>
            <a:off x="3855348" y="1362854"/>
            <a:ext cx="4474827"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dirty="0" err="1">
                <a:solidFill>
                  <a:srgbClr val="52617D"/>
                </a:solidFill>
                <a:latin typeface="Noto Sans SC"/>
                <a:ea typeface="Noto Sans SC"/>
                <a:cs typeface="Noto Sans SC"/>
              </a:rPr>
              <a:t>原始任务特征</a:t>
            </a:r>
            <a:r>
              <a:rPr sz="1262" b="0" dirty="0">
                <a:solidFill>
                  <a:srgbClr val="52617D"/>
                </a:solidFill>
                <a:latin typeface="Noto Sans SC"/>
                <a:ea typeface="Noto Sans SC"/>
                <a:cs typeface="Noto Sans SC"/>
              </a:rPr>
              <a:t> + </a:t>
            </a:r>
            <a:r>
              <a:rPr sz="1262" b="0" dirty="0" err="1">
                <a:solidFill>
                  <a:srgbClr val="52617D"/>
                </a:solidFill>
                <a:latin typeface="Noto Sans SC"/>
                <a:ea typeface="Noto Sans SC"/>
                <a:cs typeface="Noto Sans SC"/>
              </a:rPr>
              <a:t>已执行模型的验证反馈</a:t>
            </a:r>
            <a:endParaRPr sz="1262" b="0" dirty="0">
              <a:solidFill>
                <a:srgbClr val="52617D"/>
              </a:solidFill>
              <a:latin typeface="Noto Sans SC"/>
              <a:ea typeface="Noto Sans SC"/>
              <a:cs typeface="Noto Sans SC"/>
            </a:endParaRPr>
          </a:p>
        </p:txBody>
      </p:sp>
      <p:sp>
        <p:nvSpPr>
          <p:cNvPr id="112" name="p6_label_6">
            <a:extLst>
              <a:ext uri="{FF2B5EF4-FFF2-40B4-BE49-F238E27FC236}">
                <a16:creationId xmlns:a16="http://schemas.microsoft.com/office/drawing/2014/main" id="{3F6DD6BF-11E9-417B-A06B-E5B57014B9D7}"/>
              </a:ext>
            </a:extLst>
          </p:cNvPr>
          <p:cNvSpPr>
            <a:spLocks/>
          </p:cNvSpPr>
          <p:nvPr/>
        </p:nvSpPr>
        <p:spPr>
          <a:xfrm>
            <a:off x="3964667" y="1690814"/>
            <a:ext cx="2040638" cy="204064"/>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当前序列与验证预测</a:t>
            </a:r>
          </a:p>
        </p:txBody>
      </p:sp>
      <p:sp>
        <p:nvSpPr>
          <p:cNvPr id="113" name="p6_label_7">
            <a:extLst>
              <a:ext uri="{FF2B5EF4-FFF2-40B4-BE49-F238E27FC236}">
                <a16:creationId xmlns:a16="http://schemas.microsoft.com/office/drawing/2014/main" id="{BB96DA89-7AFE-442B-A096-40C1C4D9DA60}"/>
              </a:ext>
            </a:extLst>
          </p:cNvPr>
          <p:cNvSpPr>
            <a:spLocks/>
          </p:cNvSpPr>
          <p:nvPr/>
        </p:nvSpPr>
        <p:spPr>
          <a:xfrm>
            <a:off x="6311401" y="1690814"/>
            <a:ext cx="1894878" cy="204064"/>
          </a:xfrm>
          <a:prstGeom prst="rect">
            <a:avLst/>
          </a:prstGeom>
          <a:noFill/>
          <a:ln w="0">
            <a:noFill/>
          </a:ln>
        </p:spPr>
        <p:txBody>
          <a:bodyPr wrap="square" lIns="0" tIns="0" rIns="0" bIns="0" anchor="t">
            <a:noAutofit/>
          </a:bodyPr>
          <a:lstStyle>
            <a:defPPr algn="l">
              <a:defRPr sz="1205" b="1">
                <a:solidFill>
                  <a:srgbClr val="9C3E76"/>
                </a:solidFill>
                <a:latin typeface="Noto Sans SC"/>
                <a:ea typeface="Noto Sans SC"/>
                <a:cs typeface="Noto Sans SC"/>
              </a:defRPr>
            </a:defPPr>
          </a:lstStyle>
          <a:p>
            <a:pPr algn="l">
              <a:defRPr sz="1205" b="1">
                <a:solidFill>
                  <a:srgbClr val="9C3E76"/>
                </a:solidFill>
                <a:latin typeface="Noto Sans SC"/>
                <a:ea typeface="Noto Sans SC"/>
                <a:cs typeface="Noto Sans SC"/>
              </a:defRPr>
            </a:pPr>
            <a:r>
              <a:rPr sz="1205" b="1">
                <a:solidFill>
                  <a:srgbClr val="9C3E76"/>
                </a:solidFill>
                <a:latin typeface="Noto Sans SC"/>
                <a:ea typeface="Noto Sans SC"/>
                <a:cs typeface="Noto Sans SC"/>
              </a:rPr>
              <a:t>细粒度残差结构</a:t>
            </a:r>
          </a:p>
        </p:txBody>
      </p:sp>
      <p:sp>
        <p:nvSpPr>
          <p:cNvPr id="114" name="p6_label_8">
            <a:extLst>
              <a:ext uri="{FF2B5EF4-FFF2-40B4-BE49-F238E27FC236}">
                <a16:creationId xmlns:a16="http://schemas.microsoft.com/office/drawing/2014/main" id="{BABE3466-F8B8-4905-8CFB-0E7B9226B005}"/>
              </a:ext>
            </a:extLst>
          </p:cNvPr>
          <p:cNvSpPr>
            <a:spLocks/>
          </p:cNvSpPr>
          <p:nvPr/>
        </p:nvSpPr>
        <p:spPr>
          <a:xfrm>
            <a:off x="306096" y="3818908"/>
            <a:ext cx="4496691"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决策质量</a:t>
            </a:r>
          </a:p>
        </p:txBody>
      </p:sp>
      <p:sp>
        <p:nvSpPr>
          <p:cNvPr id="115" name="p6_label_9">
            <a:extLst>
              <a:ext uri="{FF2B5EF4-FFF2-40B4-BE49-F238E27FC236}">
                <a16:creationId xmlns:a16="http://schemas.microsoft.com/office/drawing/2014/main" id="{2A1C630A-3A5C-4985-A3A2-E93186E577CD}"/>
              </a:ext>
            </a:extLst>
          </p:cNvPr>
          <p:cNvSpPr>
            <a:spLocks/>
          </p:cNvSpPr>
          <p:nvPr/>
        </p:nvSpPr>
        <p:spPr>
          <a:xfrm>
            <a:off x="306096" y="4125003"/>
            <a:ext cx="4496691"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估计未执行候选的相对表现，支持下一次实验</a:t>
            </a:r>
          </a:p>
        </p:txBody>
      </p:sp>
      <p:sp>
        <p:nvSpPr>
          <p:cNvPr id="116" name="p6_label_10">
            <a:extLst>
              <a:ext uri="{FF2B5EF4-FFF2-40B4-BE49-F238E27FC236}">
                <a16:creationId xmlns:a16="http://schemas.microsoft.com/office/drawing/2014/main" id="{AA288904-4633-45E0-822F-0774E3975326}"/>
              </a:ext>
            </a:extLst>
          </p:cNvPr>
          <p:cNvSpPr>
            <a:spLocks/>
          </p:cNvSpPr>
          <p:nvPr/>
        </p:nvSpPr>
        <p:spPr>
          <a:xfrm>
            <a:off x="2441477" y="4496691"/>
            <a:ext cx="1268111" cy="211352"/>
          </a:xfrm>
          <a:prstGeom prst="rect">
            <a:avLst/>
          </a:prstGeom>
          <a:noFill/>
          <a:ln w="0">
            <a:noFill/>
          </a:ln>
        </p:spPr>
        <p:txBody>
          <a:bodyPr wrap="square" lIns="0" tIns="0" rIns="0" bIns="0" anchor="t">
            <a:noAutofit/>
          </a:bodyPr>
          <a:lstStyle>
            <a:defPPr algn="l">
              <a:defRPr sz="1205" b="0">
                <a:solidFill>
                  <a:srgbClr val="172956"/>
                </a:solidFill>
                <a:latin typeface="Arial"/>
                <a:ea typeface="Arial"/>
                <a:cs typeface="Arial"/>
              </a:defRPr>
            </a:defPPr>
          </a:lstStyle>
          <a:p>
            <a:pPr algn="l">
              <a:defRPr sz="1205" b="0">
                <a:solidFill>
                  <a:srgbClr val="172956"/>
                </a:solidFill>
                <a:latin typeface="Arial"/>
                <a:ea typeface="Arial"/>
                <a:cs typeface="Arial"/>
              </a:defRPr>
            </a:pPr>
            <a:r>
              <a:rPr sz="1205" b="0">
                <a:solidFill>
                  <a:srgbClr val="172956"/>
                </a:solidFill>
                <a:latin typeface="Arial"/>
                <a:ea typeface="Arial"/>
                <a:cs typeface="Arial"/>
              </a:rPr>
              <a:t>DLinear  ?</a:t>
            </a:r>
          </a:p>
        </p:txBody>
      </p:sp>
      <p:sp>
        <p:nvSpPr>
          <p:cNvPr id="117" name="p6_label_11">
            <a:extLst>
              <a:ext uri="{FF2B5EF4-FFF2-40B4-BE49-F238E27FC236}">
                <a16:creationId xmlns:a16="http://schemas.microsoft.com/office/drawing/2014/main" id="{8A7D963B-6F0E-4134-83B0-9AFE3F5DC800}"/>
              </a:ext>
            </a:extLst>
          </p:cNvPr>
          <p:cNvSpPr>
            <a:spLocks/>
          </p:cNvSpPr>
          <p:nvPr/>
        </p:nvSpPr>
        <p:spPr>
          <a:xfrm>
            <a:off x="2441477" y="4839226"/>
            <a:ext cx="1268111" cy="211352"/>
          </a:xfrm>
          <a:prstGeom prst="rect">
            <a:avLst/>
          </a:prstGeom>
          <a:noFill/>
          <a:ln w="0">
            <a:noFill/>
          </a:ln>
        </p:spPr>
        <p:txBody>
          <a:bodyPr wrap="square" lIns="0" tIns="0" rIns="0" bIns="0" anchor="t">
            <a:noAutofit/>
          </a:bodyPr>
          <a:lstStyle>
            <a:defPPr algn="l">
              <a:defRPr sz="1205" b="0">
                <a:solidFill>
                  <a:srgbClr val="172956"/>
                </a:solidFill>
                <a:latin typeface="Arial"/>
                <a:ea typeface="Arial"/>
                <a:cs typeface="Arial"/>
              </a:defRPr>
            </a:defPPr>
          </a:lstStyle>
          <a:p>
            <a:pPr algn="l">
              <a:defRPr sz="1205" b="0">
                <a:solidFill>
                  <a:srgbClr val="172956"/>
                </a:solidFill>
                <a:latin typeface="Arial"/>
                <a:ea typeface="Arial"/>
                <a:cs typeface="Arial"/>
              </a:defRPr>
            </a:pPr>
            <a:r>
              <a:rPr sz="1205" b="0">
                <a:solidFill>
                  <a:srgbClr val="172956"/>
                </a:solidFill>
                <a:latin typeface="Arial"/>
                <a:ea typeface="Arial"/>
                <a:cs typeface="Arial"/>
              </a:rPr>
              <a:t>PatchTST  ?</a:t>
            </a:r>
          </a:p>
        </p:txBody>
      </p:sp>
      <p:sp>
        <p:nvSpPr>
          <p:cNvPr id="118" name="p6_label_12">
            <a:extLst>
              <a:ext uri="{FF2B5EF4-FFF2-40B4-BE49-F238E27FC236}">
                <a16:creationId xmlns:a16="http://schemas.microsoft.com/office/drawing/2014/main" id="{2AC9F969-DE19-46FD-9680-1A2C565CD62C}"/>
              </a:ext>
            </a:extLst>
          </p:cNvPr>
          <p:cNvSpPr>
            <a:spLocks/>
          </p:cNvSpPr>
          <p:nvPr/>
        </p:nvSpPr>
        <p:spPr>
          <a:xfrm>
            <a:off x="2441477" y="5181762"/>
            <a:ext cx="1268111" cy="211352"/>
          </a:xfrm>
          <a:prstGeom prst="rect">
            <a:avLst/>
          </a:prstGeom>
          <a:noFill/>
          <a:ln w="0">
            <a:noFill/>
          </a:ln>
        </p:spPr>
        <p:txBody>
          <a:bodyPr wrap="square" lIns="0" tIns="0" rIns="0" bIns="0" anchor="t">
            <a:noAutofit/>
          </a:bodyPr>
          <a:lstStyle>
            <a:defPPr algn="l">
              <a:defRPr sz="1205" b="0">
                <a:solidFill>
                  <a:srgbClr val="172956"/>
                </a:solidFill>
                <a:latin typeface="Arial"/>
                <a:ea typeface="Arial"/>
                <a:cs typeface="Arial"/>
              </a:defRPr>
            </a:defPPr>
          </a:lstStyle>
          <a:p>
            <a:pPr algn="l">
              <a:defRPr sz="1205" b="0">
                <a:solidFill>
                  <a:srgbClr val="172956"/>
                </a:solidFill>
                <a:latin typeface="Arial"/>
                <a:ea typeface="Arial"/>
                <a:cs typeface="Arial"/>
              </a:defRPr>
            </a:pPr>
            <a:r>
              <a:rPr sz="1205" b="0">
                <a:solidFill>
                  <a:srgbClr val="172956"/>
                </a:solidFill>
                <a:latin typeface="Arial"/>
                <a:ea typeface="Arial"/>
                <a:cs typeface="Arial"/>
              </a:rPr>
              <a:t>TimesNet  ?</a:t>
            </a:r>
          </a:p>
        </p:txBody>
      </p:sp>
      <p:sp>
        <p:nvSpPr>
          <p:cNvPr id="119" name="p6_label_13">
            <a:extLst>
              <a:ext uri="{FF2B5EF4-FFF2-40B4-BE49-F238E27FC236}">
                <a16:creationId xmlns:a16="http://schemas.microsoft.com/office/drawing/2014/main" id="{3C921A96-B472-4782-8380-4CE9B03C099D}"/>
              </a:ext>
            </a:extLst>
          </p:cNvPr>
          <p:cNvSpPr>
            <a:spLocks/>
          </p:cNvSpPr>
          <p:nvPr/>
        </p:nvSpPr>
        <p:spPr>
          <a:xfrm>
            <a:off x="3964667" y="4540419"/>
            <a:ext cx="794391" cy="313384"/>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排序质量</a:t>
            </a:r>
          </a:p>
        </p:txBody>
      </p:sp>
      <p:sp>
        <p:nvSpPr>
          <p:cNvPr id="120" name="p6_label_14">
            <a:extLst>
              <a:ext uri="{FF2B5EF4-FFF2-40B4-BE49-F238E27FC236}">
                <a16:creationId xmlns:a16="http://schemas.microsoft.com/office/drawing/2014/main" id="{4B53B6CC-4BB1-4E3F-8E97-1AA1FDAE1221}"/>
              </a:ext>
            </a:extLst>
          </p:cNvPr>
          <p:cNvSpPr>
            <a:spLocks/>
          </p:cNvSpPr>
          <p:nvPr/>
        </p:nvSpPr>
        <p:spPr>
          <a:xfrm>
            <a:off x="3964667" y="4810074"/>
            <a:ext cx="794391" cy="313384"/>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选择后悔</a:t>
            </a:r>
          </a:p>
        </p:txBody>
      </p:sp>
      <p:sp>
        <p:nvSpPr>
          <p:cNvPr id="121" name="p6_label_15">
            <a:extLst>
              <a:ext uri="{FF2B5EF4-FFF2-40B4-BE49-F238E27FC236}">
                <a16:creationId xmlns:a16="http://schemas.microsoft.com/office/drawing/2014/main" id="{6F8C8B5F-6D63-4434-838B-6FC168E3884A}"/>
              </a:ext>
            </a:extLst>
          </p:cNvPr>
          <p:cNvSpPr>
            <a:spLocks/>
          </p:cNvSpPr>
          <p:nvPr/>
        </p:nvSpPr>
        <p:spPr>
          <a:xfrm>
            <a:off x="3964667" y="5079730"/>
            <a:ext cx="794391" cy="313384"/>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跨任务稳定</a:t>
            </a:r>
          </a:p>
        </p:txBody>
      </p:sp>
      <p:sp>
        <p:nvSpPr>
          <p:cNvPr id="122" name="p6_label_16">
            <a:extLst>
              <a:ext uri="{FF2B5EF4-FFF2-40B4-BE49-F238E27FC236}">
                <a16:creationId xmlns:a16="http://schemas.microsoft.com/office/drawing/2014/main" id="{4C33417E-C834-42A5-B259-892FCCEE2584}"/>
              </a:ext>
            </a:extLst>
          </p:cNvPr>
          <p:cNvSpPr>
            <a:spLocks/>
          </p:cNvSpPr>
          <p:nvPr/>
        </p:nvSpPr>
        <p:spPr>
          <a:xfrm>
            <a:off x="7382735" y="3818908"/>
            <a:ext cx="4496691"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计算成本</a:t>
            </a:r>
          </a:p>
        </p:txBody>
      </p:sp>
      <p:sp>
        <p:nvSpPr>
          <p:cNvPr id="123" name="p6_label_17">
            <a:extLst>
              <a:ext uri="{FF2B5EF4-FFF2-40B4-BE49-F238E27FC236}">
                <a16:creationId xmlns:a16="http://schemas.microsoft.com/office/drawing/2014/main" id="{BC59F65A-7420-466D-BD31-E8A1E62CAE40}"/>
              </a:ext>
            </a:extLst>
          </p:cNvPr>
          <p:cNvSpPr>
            <a:spLocks/>
          </p:cNvSpPr>
          <p:nvPr/>
        </p:nvSpPr>
        <p:spPr>
          <a:xfrm>
            <a:off x="7382735" y="4125003"/>
            <a:ext cx="4496691"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评价完整搜索过程，计入反馈与决策开销</a:t>
            </a:r>
          </a:p>
        </p:txBody>
      </p:sp>
      <p:sp>
        <p:nvSpPr>
          <p:cNvPr id="124" name="p6_label_18">
            <a:extLst>
              <a:ext uri="{FF2B5EF4-FFF2-40B4-BE49-F238E27FC236}">
                <a16:creationId xmlns:a16="http://schemas.microsoft.com/office/drawing/2014/main" id="{5AE3217B-D0A4-43F6-BAAF-4761AD4D89ED}"/>
              </a:ext>
            </a:extLst>
          </p:cNvPr>
          <p:cNvSpPr>
            <a:spLocks/>
          </p:cNvSpPr>
          <p:nvPr/>
        </p:nvSpPr>
        <p:spPr>
          <a:xfrm>
            <a:off x="9109989" y="4503979"/>
            <a:ext cx="2616389" cy="211352"/>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训练 / 验证</a:t>
            </a:r>
          </a:p>
        </p:txBody>
      </p:sp>
      <p:sp>
        <p:nvSpPr>
          <p:cNvPr id="125" name="p6_label_19">
            <a:extLst>
              <a:ext uri="{FF2B5EF4-FFF2-40B4-BE49-F238E27FC236}">
                <a16:creationId xmlns:a16="http://schemas.microsoft.com/office/drawing/2014/main" id="{DD4ECF3D-E4C8-464D-935F-72011927FD46}"/>
              </a:ext>
            </a:extLst>
          </p:cNvPr>
          <p:cNvSpPr>
            <a:spLocks/>
          </p:cNvSpPr>
          <p:nvPr/>
        </p:nvSpPr>
        <p:spPr>
          <a:xfrm>
            <a:off x="9109989" y="4824650"/>
            <a:ext cx="2616389" cy="211352"/>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特征 / 决策</a:t>
            </a:r>
          </a:p>
        </p:txBody>
      </p:sp>
      <p:sp>
        <p:nvSpPr>
          <p:cNvPr id="126" name="p6_label_20">
            <a:extLst>
              <a:ext uri="{FF2B5EF4-FFF2-40B4-BE49-F238E27FC236}">
                <a16:creationId xmlns:a16="http://schemas.microsoft.com/office/drawing/2014/main" id="{44900EFC-A18A-4EAB-B1D9-67AC7CD901EC}"/>
              </a:ext>
            </a:extLst>
          </p:cNvPr>
          <p:cNvSpPr>
            <a:spLocks/>
          </p:cNvSpPr>
          <p:nvPr/>
        </p:nvSpPr>
        <p:spPr>
          <a:xfrm>
            <a:off x="9109989" y="5145322"/>
            <a:ext cx="2616389" cy="211352"/>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预算 / 试验次数</a:t>
            </a:r>
          </a:p>
        </p:txBody>
      </p:sp>
      <p:sp>
        <p:nvSpPr>
          <p:cNvPr id="127" name="p6_label_21">
            <a:extLst>
              <a:ext uri="{FF2B5EF4-FFF2-40B4-BE49-F238E27FC236}">
                <a16:creationId xmlns:a16="http://schemas.microsoft.com/office/drawing/2014/main" id="{0FC5E1DD-A933-43F2-89EE-E509E1FBE7A8}"/>
              </a:ext>
            </a:extLst>
          </p:cNvPr>
          <p:cNvSpPr>
            <a:spLocks/>
          </p:cNvSpPr>
          <p:nvPr/>
        </p:nvSpPr>
        <p:spPr>
          <a:xfrm>
            <a:off x="5422266" y="3658572"/>
            <a:ext cx="1340990" cy="393552"/>
          </a:xfrm>
          <a:prstGeom prst="rect">
            <a:avLst/>
          </a:prstGeom>
          <a:noFill/>
          <a:ln w="0">
            <a:noFill/>
          </a:ln>
        </p:spPr>
        <p:txBody>
          <a:bodyPr wrap="square" lIns="0" tIns="0" rIns="0" bIns="0" anchor="t">
            <a:noAutofit/>
          </a:bodyPr>
          <a:lstStyle>
            <a:defPPr algn="l">
              <a:defRPr sz="1836" b="1">
                <a:solidFill>
                  <a:srgbClr val="172956"/>
                </a:solidFill>
                <a:latin typeface="Noto Sans SC"/>
                <a:ea typeface="Noto Sans SC"/>
                <a:cs typeface="Noto Sans SC"/>
              </a:defRPr>
            </a:defPPr>
          </a:lstStyle>
          <a:p>
            <a:pPr algn="ctr">
              <a:defRPr sz="1836" b="1">
                <a:solidFill>
                  <a:srgbClr val="172956"/>
                </a:solidFill>
                <a:latin typeface="Noto Sans SC"/>
                <a:ea typeface="Noto Sans SC"/>
                <a:cs typeface="Noto Sans SC"/>
              </a:defRPr>
            </a:pPr>
            <a:r>
              <a:rPr sz="1836" b="1" dirty="0" err="1">
                <a:solidFill>
                  <a:srgbClr val="172956"/>
                </a:solidFill>
                <a:latin typeface="Noto Sans SC"/>
                <a:ea typeface="Noto Sans SC"/>
                <a:cs typeface="Noto Sans SC"/>
              </a:rPr>
              <a:t>反馈驱动</a:t>
            </a:r>
            <a:endParaRPr sz="1836" b="1" dirty="0">
              <a:solidFill>
                <a:srgbClr val="172956"/>
              </a:solidFill>
              <a:latin typeface="Noto Sans SC"/>
              <a:ea typeface="Noto Sans SC"/>
              <a:cs typeface="Noto Sans SC"/>
            </a:endParaRPr>
          </a:p>
        </p:txBody>
      </p:sp>
      <p:sp>
        <p:nvSpPr>
          <p:cNvPr id="128" name="p6_label_22">
            <a:extLst>
              <a:ext uri="{FF2B5EF4-FFF2-40B4-BE49-F238E27FC236}">
                <a16:creationId xmlns:a16="http://schemas.microsoft.com/office/drawing/2014/main" id="{3B42F1F1-5BDD-47BB-B32E-29FE40288494}"/>
              </a:ext>
            </a:extLst>
          </p:cNvPr>
          <p:cNvSpPr>
            <a:spLocks/>
          </p:cNvSpPr>
          <p:nvPr/>
        </p:nvSpPr>
        <p:spPr>
          <a:xfrm>
            <a:off x="5422266" y="4008395"/>
            <a:ext cx="1340990" cy="393552"/>
          </a:xfrm>
          <a:prstGeom prst="rect">
            <a:avLst/>
          </a:prstGeom>
          <a:noFill/>
          <a:ln w="0">
            <a:noFill/>
          </a:ln>
        </p:spPr>
        <p:txBody>
          <a:bodyPr wrap="square" lIns="0" tIns="0" rIns="0" bIns="0" anchor="t">
            <a:noAutofit/>
          </a:bodyPr>
          <a:lstStyle>
            <a:defPPr algn="l">
              <a:defRPr sz="1836" b="1">
                <a:solidFill>
                  <a:srgbClr val="172956"/>
                </a:solidFill>
                <a:latin typeface="Noto Sans SC"/>
                <a:ea typeface="Noto Sans SC"/>
                <a:cs typeface="Noto Sans SC"/>
              </a:defRPr>
            </a:defPPr>
          </a:lstStyle>
          <a:p>
            <a:pPr algn="ctr">
              <a:defRPr sz="1836" b="1">
                <a:solidFill>
                  <a:srgbClr val="172956"/>
                </a:solidFill>
                <a:latin typeface="Noto Sans SC"/>
                <a:ea typeface="Noto Sans SC"/>
                <a:cs typeface="Noto Sans SC"/>
              </a:defRPr>
            </a:pPr>
            <a:r>
              <a:rPr sz="1836" b="1" dirty="0" err="1">
                <a:solidFill>
                  <a:srgbClr val="172956"/>
                </a:solidFill>
                <a:latin typeface="Noto Sans SC"/>
                <a:ea typeface="Noto Sans SC"/>
                <a:cs typeface="Noto Sans SC"/>
              </a:rPr>
              <a:t>模型选择</a:t>
            </a:r>
            <a:endParaRPr sz="1836" b="1" dirty="0">
              <a:solidFill>
                <a:srgbClr val="172956"/>
              </a:solidFill>
              <a:latin typeface="Noto Sans SC"/>
              <a:ea typeface="Noto Sans SC"/>
              <a:cs typeface="Noto Sans SC"/>
            </a:endParaRPr>
          </a:p>
        </p:txBody>
      </p:sp>
      <p:sp>
        <p:nvSpPr>
          <p:cNvPr id="129" name="p6_label_23">
            <a:extLst>
              <a:ext uri="{FF2B5EF4-FFF2-40B4-BE49-F238E27FC236}">
                <a16:creationId xmlns:a16="http://schemas.microsoft.com/office/drawing/2014/main" id="{CFC3229D-824C-4B40-A0EC-ADBDDE19764D}"/>
              </a:ext>
            </a:extLst>
          </p:cNvPr>
          <p:cNvSpPr>
            <a:spLocks/>
          </p:cNvSpPr>
          <p:nvPr/>
        </p:nvSpPr>
        <p:spPr>
          <a:xfrm>
            <a:off x="2281141" y="2798589"/>
            <a:ext cx="1508614" cy="284232"/>
          </a:xfrm>
          <a:prstGeom prst="rect">
            <a:avLst/>
          </a:prstGeom>
          <a:noFill/>
          <a:ln w="0">
            <a:noFill/>
          </a:ln>
        </p:spPr>
        <p:txBody>
          <a:bodyPr wrap="square" lIns="0" tIns="0" rIns="0" bIns="0" anchor="t">
            <a:noAutofit/>
          </a:bodyPr>
          <a:lstStyle>
            <a:defPPr algn="l">
              <a:defRPr sz="1320" b="0">
                <a:solidFill>
                  <a:srgbClr val="172956"/>
                </a:solidFill>
                <a:latin typeface="Noto Sans SC"/>
                <a:ea typeface="Noto Sans SC"/>
                <a:cs typeface="Noto Sans SC"/>
              </a:defRPr>
            </a:defPPr>
          </a:lstStyle>
          <a:p>
            <a:pPr algn="l">
              <a:defRPr sz="1320" b="0">
                <a:solidFill>
                  <a:srgbClr val="172956"/>
                </a:solidFill>
                <a:latin typeface="Noto Sans SC"/>
                <a:ea typeface="Noto Sans SC"/>
                <a:cs typeface="Noto Sans SC"/>
              </a:defRPr>
            </a:pPr>
            <a:r>
              <a:rPr sz="1320" b="0">
                <a:solidFill>
                  <a:srgbClr val="172956"/>
                </a:solidFill>
                <a:latin typeface="Noto Sans SC"/>
                <a:ea typeface="Noto Sans SC"/>
                <a:cs typeface="Noto Sans SC"/>
              </a:rPr>
              <a:t>更有依据的估计</a:t>
            </a:r>
          </a:p>
        </p:txBody>
      </p:sp>
      <p:sp>
        <p:nvSpPr>
          <p:cNvPr id="130" name="p6_label_24">
            <a:extLst>
              <a:ext uri="{FF2B5EF4-FFF2-40B4-BE49-F238E27FC236}">
                <a16:creationId xmlns:a16="http://schemas.microsoft.com/office/drawing/2014/main" id="{33F56B8E-2F65-4DB6-ABAB-094376670A55}"/>
              </a:ext>
            </a:extLst>
          </p:cNvPr>
          <p:cNvSpPr>
            <a:spLocks/>
          </p:cNvSpPr>
          <p:nvPr/>
        </p:nvSpPr>
        <p:spPr>
          <a:xfrm>
            <a:off x="2281141" y="3039092"/>
            <a:ext cx="1508614" cy="284232"/>
          </a:xfrm>
          <a:prstGeom prst="rect">
            <a:avLst/>
          </a:prstGeom>
          <a:noFill/>
          <a:ln w="0">
            <a:noFill/>
          </a:ln>
        </p:spPr>
        <p:txBody>
          <a:bodyPr wrap="square" lIns="0" tIns="0" rIns="0" bIns="0" anchor="t">
            <a:noAutofit/>
          </a:bodyPr>
          <a:lstStyle>
            <a:defPPr algn="l">
              <a:defRPr sz="1320" b="0">
                <a:solidFill>
                  <a:srgbClr val="172956"/>
                </a:solidFill>
                <a:latin typeface="Noto Sans SC"/>
                <a:ea typeface="Noto Sans SC"/>
                <a:cs typeface="Noto Sans SC"/>
              </a:defRPr>
            </a:defPPr>
          </a:lstStyle>
          <a:p>
            <a:pPr algn="l">
              <a:defRPr sz="1320" b="0">
                <a:solidFill>
                  <a:srgbClr val="172956"/>
                </a:solidFill>
                <a:latin typeface="Noto Sans SC"/>
                <a:ea typeface="Noto Sans SC"/>
                <a:cs typeface="Noto Sans SC"/>
              </a:defRPr>
            </a:pPr>
            <a:r>
              <a:rPr sz="1320" b="0">
                <a:solidFill>
                  <a:srgbClr val="172956"/>
                </a:solidFill>
                <a:latin typeface="Noto Sans SC"/>
                <a:ea typeface="Noto Sans SC"/>
                <a:cs typeface="Noto Sans SC"/>
              </a:rPr>
              <a:t>更可靠的决策</a:t>
            </a:r>
          </a:p>
        </p:txBody>
      </p:sp>
      <p:sp>
        <p:nvSpPr>
          <p:cNvPr id="131" name="p6_label_25">
            <a:extLst>
              <a:ext uri="{FF2B5EF4-FFF2-40B4-BE49-F238E27FC236}">
                <a16:creationId xmlns:a16="http://schemas.microsoft.com/office/drawing/2014/main" id="{9B6B49D4-2675-44BA-AE56-97EF82DE5FD7}"/>
              </a:ext>
            </a:extLst>
          </p:cNvPr>
          <p:cNvSpPr>
            <a:spLocks/>
          </p:cNvSpPr>
          <p:nvPr/>
        </p:nvSpPr>
        <p:spPr>
          <a:xfrm>
            <a:off x="8497798" y="2805877"/>
            <a:ext cx="1676238" cy="284232"/>
          </a:xfrm>
          <a:prstGeom prst="rect">
            <a:avLst/>
          </a:prstGeom>
          <a:noFill/>
          <a:ln w="0">
            <a:noFill/>
          </a:ln>
        </p:spPr>
        <p:txBody>
          <a:bodyPr wrap="square" lIns="0" tIns="0" rIns="0" bIns="0" anchor="t">
            <a:noAutofit/>
          </a:bodyPr>
          <a:lstStyle>
            <a:defPPr algn="l">
              <a:defRPr sz="1320" b="0">
                <a:solidFill>
                  <a:srgbClr val="172956"/>
                </a:solidFill>
                <a:latin typeface="Noto Sans SC"/>
                <a:ea typeface="Noto Sans SC"/>
                <a:cs typeface="Noto Sans SC"/>
              </a:defRPr>
            </a:defPPr>
          </a:lstStyle>
          <a:p>
            <a:pPr algn="l">
              <a:defRPr sz="1320" b="0">
                <a:solidFill>
                  <a:srgbClr val="172956"/>
                </a:solidFill>
                <a:latin typeface="Noto Sans SC"/>
                <a:ea typeface="Noto Sans SC"/>
                <a:cs typeface="Noto Sans SC"/>
              </a:defRPr>
            </a:pPr>
            <a:r>
              <a:rPr sz="1320" b="0">
                <a:solidFill>
                  <a:srgbClr val="172956"/>
                </a:solidFill>
                <a:latin typeface="Noto Sans SC"/>
                <a:ea typeface="Noto Sans SC"/>
                <a:cs typeface="Noto Sans SC"/>
              </a:rPr>
              <a:t>更多信息的收益</a:t>
            </a:r>
          </a:p>
        </p:txBody>
      </p:sp>
      <p:sp>
        <p:nvSpPr>
          <p:cNvPr id="132" name="p6_label_26">
            <a:extLst>
              <a:ext uri="{FF2B5EF4-FFF2-40B4-BE49-F238E27FC236}">
                <a16:creationId xmlns:a16="http://schemas.microsoft.com/office/drawing/2014/main" id="{11EA8D8C-6829-4B04-BAA7-BBAB2B52B189}"/>
              </a:ext>
            </a:extLst>
          </p:cNvPr>
          <p:cNvSpPr>
            <a:spLocks/>
          </p:cNvSpPr>
          <p:nvPr/>
        </p:nvSpPr>
        <p:spPr>
          <a:xfrm>
            <a:off x="8497798" y="3046380"/>
            <a:ext cx="1676238" cy="284232"/>
          </a:xfrm>
          <a:prstGeom prst="rect">
            <a:avLst/>
          </a:prstGeom>
          <a:noFill/>
          <a:ln w="0">
            <a:noFill/>
          </a:ln>
        </p:spPr>
        <p:txBody>
          <a:bodyPr wrap="square" lIns="0" tIns="0" rIns="0" bIns="0" anchor="t">
            <a:noAutofit/>
          </a:bodyPr>
          <a:lstStyle>
            <a:defPPr algn="l">
              <a:defRPr sz="1320" b="0">
                <a:solidFill>
                  <a:srgbClr val="172956"/>
                </a:solidFill>
                <a:latin typeface="Noto Sans SC"/>
                <a:ea typeface="Noto Sans SC"/>
                <a:cs typeface="Noto Sans SC"/>
              </a:defRPr>
            </a:defPPr>
          </a:lstStyle>
          <a:p>
            <a:pPr algn="l">
              <a:defRPr sz="1320" b="0">
                <a:solidFill>
                  <a:srgbClr val="172956"/>
                </a:solidFill>
                <a:latin typeface="Noto Sans SC"/>
                <a:ea typeface="Noto Sans SC"/>
                <a:cs typeface="Noto Sans SC"/>
              </a:defRPr>
            </a:pPr>
            <a:r>
              <a:rPr sz="1320" b="0">
                <a:solidFill>
                  <a:srgbClr val="172956"/>
                </a:solidFill>
                <a:latin typeface="Noto Sans SC"/>
                <a:ea typeface="Noto Sans SC"/>
                <a:cs typeface="Noto Sans SC"/>
              </a:rPr>
              <a:t>额外计算的代价</a:t>
            </a:r>
          </a:p>
        </p:txBody>
      </p:sp>
      <p:sp>
        <p:nvSpPr>
          <p:cNvPr id="133" name="p6_label_27">
            <a:extLst>
              <a:ext uri="{FF2B5EF4-FFF2-40B4-BE49-F238E27FC236}">
                <a16:creationId xmlns:a16="http://schemas.microsoft.com/office/drawing/2014/main" id="{23EDEC58-A2C9-4B0E-A289-E454971DC335}"/>
              </a:ext>
            </a:extLst>
          </p:cNvPr>
          <p:cNvSpPr>
            <a:spLocks/>
          </p:cNvSpPr>
          <p:nvPr/>
        </p:nvSpPr>
        <p:spPr>
          <a:xfrm>
            <a:off x="5283794" y="5072442"/>
            <a:ext cx="1617934" cy="240504"/>
          </a:xfrm>
          <a:prstGeom prst="rect">
            <a:avLst/>
          </a:prstGeom>
          <a:noFill/>
          <a:ln w="0">
            <a:noFill/>
          </a:ln>
        </p:spPr>
        <p:txBody>
          <a:bodyPr wrap="square" lIns="0" tIns="0" rIns="0" bIns="0" anchor="t">
            <a:noAutofit/>
          </a:bodyPr>
          <a:lstStyle>
            <a:defPPr algn="ctr">
              <a:defRPr sz="1377" b="1">
                <a:solidFill>
                  <a:srgbClr val="172956"/>
                </a:solidFill>
                <a:latin typeface="Noto Sans SC"/>
                <a:ea typeface="Noto Sans SC"/>
                <a:cs typeface="Noto Sans SC"/>
              </a:defRPr>
            </a:defPPr>
          </a:lstStyle>
          <a:p>
            <a:pPr algn="ctr">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质量与资源的权衡</a:t>
            </a:r>
          </a:p>
        </p:txBody>
      </p:sp>
      <p:sp>
        <p:nvSpPr>
          <p:cNvPr id="134" name="p6_label_28">
            <a:extLst>
              <a:ext uri="{FF2B5EF4-FFF2-40B4-BE49-F238E27FC236}">
                <a16:creationId xmlns:a16="http://schemas.microsoft.com/office/drawing/2014/main" id="{21C9B78E-1C6A-4D7A-A66E-A49FE1B533BE}"/>
              </a:ext>
            </a:extLst>
          </p:cNvPr>
          <p:cNvSpPr>
            <a:spLocks/>
          </p:cNvSpPr>
          <p:nvPr/>
        </p:nvSpPr>
        <p:spPr>
          <a:xfrm>
            <a:off x="357112" y="6085473"/>
            <a:ext cx="11478587" cy="364400"/>
          </a:xfrm>
          <a:prstGeom prst="rect">
            <a:avLst/>
          </a:prstGeom>
          <a:noFill/>
          <a:ln w="0">
            <a:noFill/>
          </a:ln>
        </p:spPr>
        <p:txBody>
          <a:bodyPr wrap="square" lIns="0" tIns="0" rIns="0" bIns="0" anchor="t">
            <a:noAutofit/>
          </a:bodyPr>
          <a:lstStyle>
            <a:defPPr algn="l">
              <a:defRPr sz="1779" b="1">
                <a:solidFill>
                  <a:srgbClr val="9C3E76"/>
                </a:solidFill>
                <a:latin typeface="Noto Sans SC"/>
                <a:ea typeface="Noto Sans SC"/>
                <a:cs typeface="Noto Sans SC"/>
              </a:defRPr>
            </a:defPPr>
          </a:lstStyle>
          <a:p>
            <a:pPr algn="l">
              <a:defRPr sz="1779" b="1">
                <a:solidFill>
                  <a:srgbClr val="9C3E76"/>
                </a:solidFill>
                <a:latin typeface="Noto Sans SC"/>
                <a:ea typeface="Noto Sans SC"/>
                <a:cs typeface="Noto Sans SC"/>
              </a:defRPr>
            </a:pPr>
            <a:r>
              <a:rPr sz="1779" b="1">
                <a:solidFill>
                  <a:srgbClr val="9C3E76"/>
                </a:solidFill>
                <a:latin typeface="Noto Sans SC"/>
                <a:ea typeface="Noto Sans SC"/>
                <a:cs typeface="Noto Sans SC"/>
              </a:rPr>
              <a:t>预期价值：检验信息增量 → 改善实验决策 → 支撑可复现的自动建模</a:t>
            </a:r>
          </a:p>
        </p:txBody>
      </p:sp>
      <p:sp>
        <p:nvSpPr>
          <p:cNvPr id="136" name="矩形: 圆角 135">
            <a:extLst>
              <a:ext uri="{FF2B5EF4-FFF2-40B4-BE49-F238E27FC236}">
                <a16:creationId xmlns:a16="http://schemas.microsoft.com/office/drawing/2014/main" id="{F5388827-448A-D72B-66D9-93DA8408C5E3}"/>
              </a:ext>
            </a:extLst>
          </p:cNvPr>
          <p:cNvSpPr/>
          <p:nvPr/>
        </p:nvSpPr>
        <p:spPr>
          <a:xfrm>
            <a:off x="1924352" y="1084468"/>
            <a:ext cx="1677545" cy="391476"/>
          </a:xfrm>
          <a:prstGeom prst="roundRect">
            <a:avLst/>
          </a:prstGeom>
          <a:gradFill>
            <a:gsLst>
              <a:gs pos="0">
                <a:srgbClr val="FEFEFF"/>
              </a:gs>
              <a:gs pos="100000">
                <a:srgbClr val="EDF0F8"/>
              </a:gs>
            </a:gsLst>
            <a:lin ang="5400000"/>
          </a:gradFill>
          <a:ln w="12390">
            <a:solidFill>
              <a:srgbClr val="172956"/>
            </a:solidFill>
            <a:prstDash val="solid"/>
          </a:ln>
        </p:spPr>
        <p:txBody>
          <a:bodyPr rtlCol="0" anchor="ctr"/>
          <a:lstStyle/>
          <a:p>
            <a:pPr algn="ctr"/>
            <a:r>
              <a:rPr lang="zh-CN" altLang="en-US" sz="1600" dirty="0"/>
              <a:t>数值序列周期</a:t>
            </a:r>
            <a:endParaRPr lang="zh-CN" altLang="en-US" sz="1600" dirty="0">
              <a:solidFill>
                <a:schemeClr val="tx1"/>
              </a:solidFill>
            </a:endParaRPr>
          </a:p>
        </p:txBody>
      </p:sp>
      <p:sp>
        <p:nvSpPr>
          <p:cNvPr id="138" name="矩形: 圆角 137">
            <a:extLst>
              <a:ext uri="{FF2B5EF4-FFF2-40B4-BE49-F238E27FC236}">
                <a16:creationId xmlns:a16="http://schemas.microsoft.com/office/drawing/2014/main" id="{0D0AEEC5-BCFD-8A1B-6084-C1EA31611AD8}"/>
              </a:ext>
            </a:extLst>
          </p:cNvPr>
          <p:cNvSpPr/>
          <p:nvPr/>
        </p:nvSpPr>
        <p:spPr>
          <a:xfrm>
            <a:off x="1924352" y="1623779"/>
            <a:ext cx="1677545" cy="391476"/>
          </a:xfrm>
          <a:prstGeom prst="roundRect">
            <a:avLst/>
          </a:prstGeom>
          <a:gradFill>
            <a:gsLst>
              <a:gs pos="0">
                <a:srgbClr val="FEFEFF"/>
              </a:gs>
              <a:gs pos="100000">
                <a:srgbClr val="EDF0F8"/>
              </a:gs>
            </a:gsLst>
            <a:lin ang="5400000"/>
          </a:gradFill>
          <a:ln w="12390">
            <a:solidFill>
              <a:srgbClr val="172956"/>
            </a:solidFill>
            <a:prstDash val="solid"/>
          </a:ln>
        </p:spPr>
        <p:txBody>
          <a:bodyPr rtlCol="0" anchor="ctr"/>
          <a:lstStyle/>
          <a:p>
            <a:pPr algn="ctr"/>
            <a:r>
              <a:rPr lang="zh-CN" altLang="en-US" sz="1600" dirty="0"/>
              <a:t>数值趋势</a:t>
            </a:r>
            <a:endParaRPr lang="zh-CN" altLang="en-US" sz="1600" dirty="0">
              <a:solidFill>
                <a:schemeClr val="tx1"/>
              </a:solidFill>
            </a:endParaRPr>
          </a:p>
        </p:txBody>
      </p:sp>
      <p:sp>
        <p:nvSpPr>
          <p:cNvPr id="140" name="矩形: 圆角 139">
            <a:extLst>
              <a:ext uri="{FF2B5EF4-FFF2-40B4-BE49-F238E27FC236}">
                <a16:creationId xmlns:a16="http://schemas.microsoft.com/office/drawing/2014/main" id="{EA6A7C72-E233-036D-7104-454CBEFDC751}"/>
              </a:ext>
            </a:extLst>
          </p:cNvPr>
          <p:cNvSpPr/>
          <p:nvPr/>
        </p:nvSpPr>
        <p:spPr>
          <a:xfrm>
            <a:off x="1915896" y="2172117"/>
            <a:ext cx="1677545" cy="391476"/>
          </a:xfrm>
          <a:prstGeom prst="roundRect">
            <a:avLst/>
          </a:prstGeom>
          <a:gradFill>
            <a:gsLst>
              <a:gs pos="0">
                <a:srgbClr val="FEFEFF"/>
              </a:gs>
              <a:gs pos="100000">
                <a:srgbClr val="EDF0F8"/>
              </a:gs>
            </a:gsLst>
            <a:lin ang="5400000"/>
          </a:gradFill>
          <a:ln w="12390">
            <a:solidFill>
              <a:srgbClr val="172956"/>
            </a:solidFill>
            <a:prstDash val="solid"/>
          </a:ln>
        </p:spPr>
        <p:txBody>
          <a:bodyPr rtlCol="0" anchor="ctr"/>
          <a:lstStyle/>
          <a:p>
            <a:pPr algn="ctr"/>
            <a:r>
              <a:rPr lang="zh-CN" altLang="en-US" sz="1600" dirty="0"/>
              <a:t>数值突变值</a:t>
            </a:r>
            <a:endParaRPr lang="zh-CN" altLang="en-US" sz="1600" dirty="0">
              <a:solidFill>
                <a:schemeClr val="tx1"/>
              </a:solidFill>
            </a:endParaRPr>
          </a:p>
        </p:txBody>
      </p:sp>
      <p:sp>
        <p:nvSpPr>
          <p:cNvPr id="142" name="矩形: 圆角 141">
            <a:extLst>
              <a:ext uri="{FF2B5EF4-FFF2-40B4-BE49-F238E27FC236}">
                <a16:creationId xmlns:a16="http://schemas.microsoft.com/office/drawing/2014/main" id="{26355CC2-8E8E-9990-B3AA-4E3067BC6472}"/>
              </a:ext>
            </a:extLst>
          </p:cNvPr>
          <p:cNvSpPr/>
          <p:nvPr/>
        </p:nvSpPr>
        <p:spPr>
          <a:xfrm>
            <a:off x="65546" y="1659056"/>
            <a:ext cx="1454486" cy="391476"/>
          </a:xfrm>
          <a:prstGeom prst="roundRect">
            <a:avLst/>
          </a:prstGeom>
          <a:gradFill>
            <a:gsLst>
              <a:gs pos="0">
                <a:srgbClr val="FEFEFF"/>
              </a:gs>
              <a:gs pos="100000">
                <a:srgbClr val="EDF0F8"/>
              </a:gs>
            </a:gsLst>
            <a:lin ang="5400000"/>
          </a:gradFill>
          <a:ln w="12390">
            <a:solidFill>
              <a:srgbClr val="172956"/>
            </a:solidFill>
            <a:prstDash val="solid"/>
          </a:ln>
        </p:spPr>
        <p:txBody>
          <a:bodyPr rtlCol="0" anchor="ctr"/>
          <a:lstStyle/>
          <a:p>
            <a:pPr algn="ctr"/>
            <a:r>
              <a:rPr lang="zh-CN" altLang="en-US" sz="1600" dirty="0"/>
              <a:t>原始任务特征</a:t>
            </a:r>
            <a:endParaRPr lang="zh-CN" altLang="en-US" sz="1600" dirty="0">
              <a:solidFill>
                <a:schemeClr val="tx1"/>
              </a:solidFill>
            </a:endParaRPr>
          </a:p>
        </p:txBody>
      </p:sp>
      <p:sp>
        <p:nvSpPr>
          <p:cNvPr id="144" name="左大括号 143">
            <a:extLst>
              <a:ext uri="{FF2B5EF4-FFF2-40B4-BE49-F238E27FC236}">
                <a16:creationId xmlns:a16="http://schemas.microsoft.com/office/drawing/2014/main" id="{58EFC81E-437F-BB02-6F49-7A23156901FD}"/>
              </a:ext>
            </a:extLst>
          </p:cNvPr>
          <p:cNvSpPr/>
          <p:nvPr/>
        </p:nvSpPr>
        <p:spPr>
          <a:xfrm>
            <a:off x="1636761" y="1125894"/>
            <a:ext cx="216921" cy="1393371"/>
          </a:xfrm>
          <a:prstGeom prst="leftBrace">
            <a:avLst>
              <a:gd name="adj1" fmla="val 51347"/>
              <a:gd name="adj2" fmla="val 50893"/>
            </a:avLst>
          </a:prstGeom>
          <a:ln>
            <a:solidFill>
              <a:schemeClr val="tx2">
                <a:lumMod val="75000"/>
                <a:lumOff val="25000"/>
              </a:schemeClr>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46" name="矩形: 圆角 145">
            <a:extLst>
              <a:ext uri="{FF2B5EF4-FFF2-40B4-BE49-F238E27FC236}">
                <a16:creationId xmlns:a16="http://schemas.microsoft.com/office/drawing/2014/main" id="{76C051CF-3E61-44D9-DB62-611A53A5E0E1}"/>
              </a:ext>
            </a:extLst>
          </p:cNvPr>
          <p:cNvSpPr/>
          <p:nvPr/>
        </p:nvSpPr>
        <p:spPr>
          <a:xfrm>
            <a:off x="10614546" y="1601324"/>
            <a:ext cx="1454486" cy="506940"/>
          </a:xfrm>
          <a:prstGeom prst="roundRect">
            <a:avLst/>
          </a:prstGeom>
          <a:gradFill>
            <a:gsLst>
              <a:gs pos="0">
                <a:srgbClr val="FEFEFF"/>
              </a:gs>
              <a:gs pos="100000">
                <a:srgbClr val="EDF0F8"/>
              </a:gs>
            </a:gsLst>
            <a:lin ang="5400000"/>
          </a:gradFill>
          <a:ln w="12390">
            <a:solidFill>
              <a:srgbClr val="172956"/>
            </a:solidFill>
            <a:prstDash val="solid"/>
          </a:ln>
        </p:spPr>
        <p:txBody>
          <a:bodyPr rtlCol="0" anchor="ctr"/>
          <a:lstStyle/>
          <a:p>
            <a:pPr algn="ctr"/>
            <a:r>
              <a:rPr lang="zh-CN" altLang="en-US" sz="1600" dirty="0"/>
              <a:t>已执行模型的验证反馈</a:t>
            </a:r>
            <a:endParaRPr lang="zh-CN" altLang="en-US" sz="1600" dirty="0">
              <a:solidFill>
                <a:schemeClr val="tx1"/>
              </a:solidFill>
            </a:endParaRPr>
          </a:p>
        </p:txBody>
      </p:sp>
      <p:sp>
        <p:nvSpPr>
          <p:cNvPr id="148" name="左大括号 147">
            <a:extLst>
              <a:ext uri="{FF2B5EF4-FFF2-40B4-BE49-F238E27FC236}">
                <a16:creationId xmlns:a16="http://schemas.microsoft.com/office/drawing/2014/main" id="{85962723-5ED2-531E-938E-5DFE05F4EFFF}"/>
              </a:ext>
            </a:extLst>
          </p:cNvPr>
          <p:cNvSpPr/>
          <p:nvPr/>
        </p:nvSpPr>
        <p:spPr>
          <a:xfrm rot="10800000">
            <a:off x="10317340" y="1171806"/>
            <a:ext cx="216921" cy="1393371"/>
          </a:xfrm>
          <a:prstGeom prst="leftBrace">
            <a:avLst>
              <a:gd name="adj1" fmla="val 51347"/>
              <a:gd name="adj2" fmla="val 50893"/>
            </a:avLst>
          </a:prstGeom>
          <a:ln>
            <a:solidFill>
              <a:schemeClr val="tx2">
                <a:lumMod val="75000"/>
                <a:lumOff val="25000"/>
              </a:schemeClr>
            </a:solidFill>
          </a:ln>
        </p:spPr>
        <p:style>
          <a:lnRef idx="2">
            <a:schemeClr val="dk1"/>
          </a:lnRef>
          <a:fillRef idx="0">
            <a:schemeClr val="dk1"/>
          </a:fillRef>
          <a:effectRef idx="1">
            <a:schemeClr val="dk1"/>
          </a:effectRef>
          <a:fontRef idx="minor">
            <a:schemeClr val="tx1"/>
          </a:fontRef>
        </p:style>
        <p:txBody>
          <a:bodyPr rtlCol="0" anchor="ctr"/>
          <a:lstStyle/>
          <a:p>
            <a:pPr algn="ctr"/>
            <a:endParaRPr lang="zh-CN" altLang="en-US"/>
          </a:p>
        </p:txBody>
      </p:sp>
      <p:sp>
        <p:nvSpPr>
          <p:cNvPr id="150" name="矩形: 圆角 149">
            <a:extLst>
              <a:ext uri="{FF2B5EF4-FFF2-40B4-BE49-F238E27FC236}">
                <a16:creationId xmlns:a16="http://schemas.microsoft.com/office/drawing/2014/main" id="{1F9A5452-2507-334E-741A-30570017B897}"/>
              </a:ext>
            </a:extLst>
          </p:cNvPr>
          <p:cNvSpPr/>
          <p:nvPr/>
        </p:nvSpPr>
        <p:spPr>
          <a:xfrm>
            <a:off x="8548085" y="1102236"/>
            <a:ext cx="1677545" cy="391476"/>
          </a:xfrm>
          <a:prstGeom prst="roundRect">
            <a:avLst/>
          </a:prstGeom>
          <a:gradFill>
            <a:gsLst>
              <a:gs pos="0">
                <a:srgbClr val="FEFEFF"/>
              </a:gs>
              <a:gs pos="100000">
                <a:srgbClr val="EDF0F8"/>
              </a:gs>
            </a:gsLst>
            <a:lin ang="5400000"/>
          </a:gradFill>
          <a:ln w="12390">
            <a:solidFill>
              <a:srgbClr val="172956"/>
            </a:solidFill>
            <a:prstDash val="solid"/>
          </a:ln>
        </p:spPr>
        <p:txBody>
          <a:bodyPr rtlCol="0" anchor="ctr"/>
          <a:lstStyle/>
          <a:p>
            <a:pPr algn="ctr"/>
            <a:r>
              <a:rPr lang="en-US" altLang="zh-CN" sz="1600" dirty="0">
                <a:solidFill>
                  <a:schemeClr val="tx1"/>
                </a:solidFill>
              </a:rPr>
              <a:t>MAE/MSE</a:t>
            </a:r>
            <a:endParaRPr lang="zh-CN" altLang="en-US" sz="1600" dirty="0">
              <a:solidFill>
                <a:schemeClr val="tx1"/>
              </a:solidFill>
            </a:endParaRPr>
          </a:p>
        </p:txBody>
      </p:sp>
      <p:sp>
        <p:nvSpPr>
          <p:cNvPr id="152" name="矩形: 圆角 151">
            <a:extLst>
              <a:ext uri="{FF2B5EF4-FFF2-40B4-BE49-F238E27FC236}">
                <a16:creationId xmlns:a16="http://schemas.microsoft.com/office/drawing/2014/main" id="{488C4B9F-D2C5-1E97-6BAA-1A5A79A6DE68}"/>
              </a:ext>
            </a:extLst>
          </p:cNvPr>
          <p:cNvSpPr/>
          <p:nvPr/>
        </p:nvSpPr>
        <p:spPr>
          <a:xfrm>
            <a:off x="8548085" y="1641547"/>
            <a:ext cx="1677545" cy="391476"/>
          </a:xfrm>
          <a:prstGeom prst="roundRect">
            <a:avLst/>
          </a:prstGeom>
          <a:gradFill>
            <a:gsLst>
              <a:gs pos="0">
                <a:srgbClr val="FEFEFF"/>
              </a:gs>
              <a:gs pos="100000">
                <a:srgbClr val="EDF0F8"/>
              </a:gs>
            </a:gsLst>
            <a:lin ang="5400000"/>
          </a:gradFill>
          <a:ln w="12390">
            <a:solidFill>
              <a:srgbClr val="172956"/>
            </a:solidFill>
            <a:prstDash val="solid"/>
          </a:ln>
        </p:spPr>
        <p:txBody>
          <a:bodyPr rtlCol="0" anchor="ctr"/>
          <a:lstStyle/>
          <a:p>
            <a:pPr algn="ctr"/>
            <a:r>
              <a:rPr lang="zh-CN" altLang="en-US" sz="1600" dirty="0">
                <a:solidFill>
                  <a:schemeClr val="tx1"/>
                </a:solidFill>
              </a:rPr>
              <a:t>残差分布</a:t>
            </a:r>
          </a:p>
        </p:txBody>
      </p:sp>
      <p:sp>
        <p:nvSpPr>
          <p:cNvPr id="154" name="矩形: 圆角 153">
            <a:extLst>
              <a:ext uri="{FF2B5EF4-FFF2-40B4-BE49-F238E27FC236}">
                <a16:creationId xmlns:a16="http://schemas.microsoft.com/office/drawing/2014/main" id="{56828191-44E4-8728-9A8D-3611642BC7AC}"/>
              </a:ext>
            </a:extLst>
          </p:cNvPr>
          <p:cNvSpPr/>
          <p:nvPr/>
        </p:nvSpPr>
        <p:spPr>
          <a:xfrm>
            <a:off x="8539629" y="2189885"/>
            <a:ext cx="1677545" cy="391476"/>
          </a:xfrm>
          <a:prstGeom prst="roundRect">
            <a:avLst/>
          </a:prstGeom>
          <a:gradFill>
            <a:gsLst>
              <a:gs pos="0">
                <a:srgbClr val="FEFEFF"/>
              </a:gs>
              <a:gs pos="100000">
                <a:srgbClr val="EDF0F8"/>
              </a:gs>
            </a:gsLst>
            <a:lin ang="5400000"/>
          </a:gradFill>
          <a:ln w="12390">
            <a:solidFill>
              <a:srgbClr val="172956"/>
            </a:solidFill>
            <a:prstDash val="solid"/>
          </a:ln>
        </p:spPr>
        <p:txBody>
          <a:bodyPr rtlCol="0" anchor="ctr"/>
          <a:lstStyle/>
          <a:p>
            <a:pPr algn="ctr"/>
            <a:r>
              <a:rPr lang="zh-CN" altLang="en-US" sz="1600" dirty="0"/>
              <a:t>训练时长</a:t>
            </a:r>
            <a:endParaRPr lang="zh-CN" altLang="en-US" sz="1600" dirty="0">
              <a:solidFill>
                <a:schemeClr val="tx1"/>
              </a:solidFill>
            </a:endParaRPr>
          </a:p>
        </p:txBody>
      </p:sp>
    </p:spTree>
    <p:extLst>
      <p:ext uri="{BB962C8B-B14F-4D97-AF65-F5344CB8AC3E}">
        <p14:creationId xmlns:p14="http://schemas.microsoft.com/office/powerpoint/2010/main" val="17664256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1_fforms_rect_1">
            <a:extLst>
              <a:ext uri="{FF2B5EF4-FFF2-40B4-BE49-F238E27FC236}">
                <a16:creationId xmlns:a16="http://schemas.microsoft.com/office/drawing/2014/main" id="{F828D3D9-FFB5-E0C5-6D98-B748CBF2F33A}"/>
              </a:ext>
            </a:extLst>
          </p:cNvPr>
          <p:cNvSpPr>
            <a:spLocks/>
          </p:cNvSpPr>
          <p:nvPr/>
        </p:nvSpPr>
        <p:spPr>
          <a:xfrm>
            <a:off x="102032" y="852695"/>
            <a:ext cx="4227035" cy="2864181"/>
          </a:xfrm>
          <a:prstGeom prst="roundRect">
            <a:avLst>
              <a:gd name="adj" fmla="val 3053"/>
            </a:avLst>
          </a:prstGeom>
          <a:gradFill>
            <a:gsLst>
              <a:gs pos="0">
                <a:srgbClr val="FEFEFF"/>
              </a:gs>
              <a:gs pos="100000">
                <a:srgbClr val="EDF0F8"/>
              </a:gs>
            </a:gsLst>
            <a:lin ang="5400000"/>
          </a:gradFill>
          <a:ln w="9839">
            <a:solidFill>
              <a:srgbClr val="172956"/>
            </a:solidFill>
            <a:prstDash val="solid"/>
          </a:ln>
        </p:spPr>
      </p:sp>
      <p:sp>
        <p:nvSpPr>
          <p:cNvPr id="5" name="p1_fforms_rect_2">
            <a:extLst>
              <a:ext uri="{FF2B5EF4-FFF2-40B4-BE49-F238E27FC236}">
                <a16:creationId xmlns:a16="http://schemas.microsoft.com/office/drawing/2014/main" id="{D7AC7F9D-706E-04DF-3536-C771ACE65E2C}"/>
              </a:ext>
            </a:extLst>
          </p:cNvPr>
          <p:cNvSpPr>
            <a:spLocks/>
          </p:cNvSpPr>
          <p:nvPr/>
        </p:nvSpPr>
        <p:spPr>
          <a:xfrm>
            <a:off x="204064" y="940151"/>
            <a:ext cx="262368" cy="269656"/>
          </a:xfrm>
          <a:prstGeom prst="roundRect">
            <a:avLst>
              <a:gd name="adj" fmla="val 13889"/>
            </a:avLst>
          </a:prstGeom>
          <a:solidFill>
            <a:srgbClr val="DFE7F8"/>
          </a:solidFill>
          <a:ln w="0">
            <a:noFill/>
            <a:prstDash val="solid"/>
          </a:ln>
        </p:spPr>
      </p:sp>
      <p:sp>
        <p:nvSpPr>
          <p:cNvPr id="7" name="p1_fforms_rect_3">
            <a:extLst>
              <a:ext uri="{FF2B5EF4-FFF2-40B4-BE49-F238E27FC236}">
                <a16:creationId xmlns:a16="http://schemas.microsoft.com/office/drawing/2014/main" id="{8760DBCD-AAC0-7045-E29A-8D6F25A7A826}"/>
              </a:ext>
            </a:extLst>
          </p:cNvPr>
          <p:cNvSpPr>
            <a:spLocks/>
          </p:cNvSpPr>
          <p:nvPr/>
        </p:nvSpPr>
        <p:spPr>
          <a:xfrm>
            <a:off x="204064" y="1494038"/>
            <a:ext cx="1297262" cy="1858438"/>
          </a:xfrm>
          <a:prstGeom prst="roundRect">
            <a:avLst>
              <a:gd name="adj" fmla="val 3371"/>
            </a:avLst>
          </a:prstGeom>
          <a:solidFill>
            <a:srgbClr val="FFFFFF"/>
          </a:solidFill>
          <a:ln w="7288">
            <a:solidFill>
              <a:srgbClr val="C3CEE7"/>
            </a:solidFill>
            <a:prstDash val="solid"/>
          </a:ln>
        </p:spPr>
      </p:sp>
      <p:sp>
        <p:nvSpPr>
          <p:cNvPr id="9" name="p1_fforms_path_4">
            <a:extLst>
              <a:ext uri="{FF2B5EF4-FFF2-40B4-BE49-F238E27FC236}">
                <a16:creationId xmlns:a16="http://schemas.microsoft.com/office/drawing/2014/main" id="{1296FF6C-E346-0B34-DADA-FDB338EE77E3}"/>
              </a:ext>
            </a:extLst>
          </p:cNvPr>
          <p:cNvSpPr>
            <a:spLocks/>
          </p:cNvSpPr>
          <p:nvPr/>
        </p:nvSpPr>
        <p:spPr>
          <a:xfrm>
            <a:off x="298808" y="2054296"/>
            <a:ext cx="1100487" cy="145499"/>
          </a:xfrm>
          <a:custGeom>
            <a:avLst/>
            <a:gdLst/>
            <a:ahLst/>
            <a:cxnLst/>
            <a:rect l="0" t="0" r="0" b="0"/>
            <a:pathLst>
              <a:path w="1438275" h="190159">
                <a:moveTo>
                  <a:pt x="0" y="68655"/>
                </a:moveTo>
                <a:lnTo>
                  <a:pt x="14528" y="99812"/>
                </a:lnTo>
                <a:lnTo>
                  <a:pt x="29056" y="143681"/>
                </a:lnTo>
                <a:lnTo>
                  <a:pt x="43584" y="123542"/>
                </a:lnTo>
                <a:lnTo>
                  <a:pt x="58112" y="128763"/>
                </a:lnTo>
                <a:lnTo>
                  <a:pt x="72640" y="110257"/>
                </a:lnTo>
                <a:lnTo>
                  <a:pt x="87168" y="142324"/>
                </a:lnTo>
                <a:lnTo>
                  <a:pt x="101696" y="135144"/>
                </a:lnTo>
                <a:lnTo>
                  <a:pt x="116224" y="67471"/>
                </a:lnTo>
                <a:lnTo>
                  <a:pt x="130752" y="26239"/>
                </a:lnTo>
                <a:lnTo>
                  <a:pt x="145280" y="19418"/>
                </a:lnTo>
                <a:lnTo>
                  <a:pt x="159808" y="50360"/>
                </a:lnTo>
                <a:lnTo>
                  <a:pt x="174336" y="58051"/>
                </a:lnTo>
                <a:lnTo>
                  <a:pt x="188864" y="86295"/>
                </a:lnTo>
                <a:lnTo>
                  <a:pt x="203392" y="61696"/>
                </a:lnTo>
                <a:lnTo>
                  <a:pt x="217920" y="103468"/>
                </a:lnTo>
                <a:lnTo>
                  <a:pt x="232448" y="133433"/>
                </a:lnTo>
                <a:lnTo>
                  <a:pt x="246977" y="186472"/>
                </a:lnTo>
                <a:lnTo>
                  <a:pt x="261505" y="174104"/>
                </a:lnTo>
                <a:lnTo>
                  <a:pt x="276033" y="143172"/>
                </a:lnTo>
                <a:lnTo>
                  <a:pt x="290561" y="138507"/>
                </a:lnTo>
                <a:lnTo>
                  <a:pt x="305089" y="144967"/>
                </a:lnTo>
                <a:lnTo>
                  <a:pt x="319617" y="93168"/>
                </a:lnTo>
                <a:lnTo>
                  <a:pt x="334145" y="64786"/>
                </a:lnTo>
                <a:lnTo>
                  <a:pt x="348673" y="31989"/>
                </a:lnTo>
                <a:lnTo>
                  <a:pt x="363201" y="9833"/>
                </a:lnTo>
                <a:lnTo>
                  <a:pt x="377729" y="92461"/>
                </a:lnTo>
                <a:lnTo>
                  <a:pt x="392257" y="20174"/>
                </a:lnTo>
                <a:lnTo>
                  <a:pt x="406785" y="114076"/>
                </a:lnTo>
                <a:lnTo>
                  <a:pt x="421313" y="136265"/>
                </a:lnTo>
                <a:lnTo>
                  <a:pt x="435841" y="143777"/>
                </a:lnTo>
                <a:lnTo>
                  <a:pt x="450369" y="81471"/>
                </a:lnTo>
                <a:lnTo>
                  <a:pt x="464897" y="162683"/>
                </a:lnTo>
                <a:lnTo>
                  <a:pt x="479425" y="157562"/>
                </a:lnTo>
                <a:lnTo>
                  <a:pt x="493953" y="170089"/>
                </a:lnTo>
                <a:lnTo>
                  <a:pt x="508481" y="81706"/>
                </a:lnTo>
                <a:lnTo>
                  <a:pt x="523009" y="62278"/>
                </a:lnTo>
                <a:lnTo>
                  <a:pt x="537537" y="42271"/>
                </a:lnTo>
                <a:lnTo>
                  <a:pt x="552065" y="49286"/>
                </a:lnTo>
                <a:lnTo>
                  <a:pt x="566593" y="13277"/>
                </a:lnTo>
                <a:lnTo>
                  <a:pt x="581121" y="13699"/>
                </a:lnTo>
                <a:lnTo>
                  <a:pt x="595649" y="13185"/>
                </a:lnTo>
                <a:lnTo>
                  <a:pt x="610177" y="93464"/>
                </a:lnTo>
                <a:lnTo>
                  <a:pt x="624705" y="121321"/>
                </a:lnTo>
                <a:lnTo>
                  <a:pt x="639233" y="81785"/>
                </a:lnTo>
                <a:lnTo>
                  <a:pt x="653761" y="86828"/>
                </a:lnTo>
                <a:lnTo>
                  <a:pt x="668289" y="183494"/>
                </a:lnTo>
                <a:lnTo>
                  <a:pt x="682817" y="174059"/>
                </a:lnTo>
                <a:lnTo>
                  <a:pt x="697345" y="157496"/>
                </a:lnTo>
                <a:lnTo>
                  <a:pt x="711873" y="120152"/>
                </a:lnTo>
                <a:lnTo>
                  <a:pt x="726402" y="135932"/>
                </a:lnTo>
                <a:lnTo>
                  <a:pt x="740930" y="120936"/>
                </a:lnTo>
                <a:lnTo>
                  <a:pt x="755458" y="33095"/>
                </a:lnTo>
                <a:lnTo>
                  <a:pt x="769986" y="64116"/>
                </a:lnTo>
                <a:lnTo>
                  <a:pt x="784514" y="66406"/>
                </a:lnTo>
                <a:lnTo>
                  <a:pt x="799042" y="8876"/>
                </a:lnTo>
                <a:lnTo>
                  <a:pt x="813570" y="93511"/>
                </a:lnTo>
                <a:lnTo>
                  <a:pt x="828098" y="114383"/>
                </a:lnTo>
                <a:lnTo>
                  <a:pt x="842626" y="125169"/>
                </a:lnTo>
                <a:lnTo>
                  <a:pt x="857154" y="118198"/>
                </a:lnTo>
                <a:lnTo>
                  <a:pt x="871682" y="109961"/>
                </a:lnTo>
                <a:lnTo>
                  <a:pt x="886210" y="190159"/>
                </a:lnTo>
                <a:lnTo>
                  <a:pt x="900738" y="103404"/>
                </a:lnTo>
                <a:lnTo>
                  <a:pt x="915266" y="126352"/>
                </a:lnTo>
                <a:lnTo>
                  <a:pt x="929794" y="73187"/>
                </a:lnTo>
                <a:lnTo>
                  <a:pt x="944322" y="135223"/>
                </a:lnTo>
                <a:lnTo>
                  <a:pt x="958850" y="123601"/>
                </a:lnTo>
                <a:lnTo>
                  <a:pt x="973378" y="19607"/>
                </a:lnTo>
                <a:lnTo>
                  <a:pt x="987906" y="0"/>
                </a:lnTo>
                <a:lnTo>
                  <a:pt x="1002434" y="27036"/>
                </a:lnTo>
                <a:lnTo>
                  <a:pt x="1016962" y="16348"/>
                </a:lnTo>
                <a:lnTo>
                  <a:pt x="1031490" y="22148"/>
                </a:lnTo>
                <a:lnTo>
                  <a:pt x="1046018" y="53778"/>
                </a:lnTo>
                <a:lnTo>
                  <a:pt x="1060546" y="81193"/>
                </a:lnTo>
                <a:lnTo>
                  <a:pt x="1075074" y="115542"/>
                </a:lnTo>
                <a:lnTo>
                  <a:pt x="1089602" y="127501"/>
                </a:lnTo>
                <a:lnTo>
                  <a:pt x="1104130" y="180759"/>
                </a:lnTo>
                <a:lnTo>
                  <a:pt x="1118658" y="164617"/>
                </a:lnTo>
                <a:lnTo>
                  <a:pt x="1133186" y="98910"/>
                </a:lnTo>
                <a:lnTo>
                  <a:pt x="1147714" y="72852"/>
                </a:lnTo>
                <a:lnTo>
                  <a:pt x="1162242" y="50906"/>
                </a:lnTo>
                <a:lnTo>
                  <a:pt x="1176770" y="20225"/>
                </a:lnTo>
                <a:lnTo>
                  <a:pt x="1191298" y="8349"/>
                </a:lnTo>
                <a:lnTo>
                  <a:pt x="1205827" y="67694"/>
                </a:lnTo>
                <a:lnTo>
                  <a:pt x="1220355" y="54999"/>
                </a:lnTo>
                <a:lnTo>
                  <a:pt x="1234883" y="107108"/>
                </a:lnTo>
                <a:lnTo>
                  <a:pt x="1249411" y="67684"/>
                </a:lnTo>
                <a:lnTo>
                  <a:pt x="1263939" y="122788"/>
                </a:lnTo>
                <a:lnTo>
                  <a:pt x="1278467" y="114834"/>
                </a:lnTo>
                <a:lnTo>
                  <a:pt x="1292995" y="84498"/>
                </a:lnTo>
                <a:lnTo>
                  <a:pt x="1307523" y="105720"/>
                </a:lnTo>
                <a:lnTo>
                  <a:pt x="1322051" y="178469"/>
                </a:lnTo>
                <a:lnTo>
                  <a:pt x="1336579" y="145899"/>
                </a:lnTo>
                <a:lnTo>
                  <a:pt x="1351107" y="107554"/>
                </a:lnTo>
                <a:lnTo>
                  <a:pt x="1365635" y="118096"/>
                </a:lnTo>
                <a:lnTo>
                  <a:pt x="1380163" y="90082"/>
                </a:lnTo>
                <a:lnTo>
                  <a:pt x="1394691" y="43427"/>
                </a:lnTo>
                <a:lnTo>
                  <a:pt x="1409219" y="52692"/>
                </a:lnTo>
                <a:lnTo>
                  <a:pt x="1423747" y="66445"/>
                </a:lnTo>
                <a:lnTo>
                  <a:pt x="1438275" y="33434"/>
                </a:lnTo>
              </a:path>
            </a:pathLst>
          </a:custGeom>
          <a:noFill/>
          <a:ln w="13847">
            <a:solidFill>
              <a:srgbClr val="394D93"/>
            </a:solidFill>
            <a:prstDash val="solid"/>
          </a:ln>
        </p:spPr>
      </p:sp>
      <p:sp>
        <p:nvSpPr>
          <p:cNvPr id="11" name="p1_fforms_path_5">
            <a:extLst>
              <a:ext uri="{FF2B5EF4-FFF2-40B4-BE49-F238E27FC236}">
                <a16:creationId xmlns:a16="http://schemas.microsoft.com/office/drawing/2014/main" id="{99926B07-8DA2-9072-E54F-370F5C4F926C}"/>
              </a:ext>
            </a:extLst>
          </p:cNvPr>
          <p:cNvSpPr>
            <a:spLocks/>
          </p:cNvSpPr>
          <p:nvPr/>
        </p:nvSpPr>
        <p:spPr>
          <a:xfrm>
            <a:off x="765239" y="2407899"/>
            <a:ext cx="634055" cy="94633"/>
          </a:xfrm>
          <a:custGeom>
            <a:avLst/>
            <a:gdLst/>
            <a:ahLst/>
            <a:cxnLst/>
            <a:rect l="0" t="0" r="0" b="0"/>
            <a:pathLst>
              <a:path w="828675" h="123681">
                <a:moveTo>
                  <a:pt x="0" y="114844"/>
                </a:moveTo>
                <a:lnTo>
                  <a:pt x="8370" y="123572"/>
                </a:lnTo>
                <a:lnTo>
                  <a:pt x="16741" y="112636"/>
                </a:lnTo>
                <a:lnTo>
                  <a:pt x="25111" y="123681"/>
                </a:lnTo>
                <a:lnTo>
                  <a:pt x="33482" y="119795"/>
                </a:lnTo>
                <a:lnTo>
                  <a:pt x="41852" y="111518"/>
                </a:lnTo>
                <a:lnTo>
                  <a:pt x="50223" y="113135"/>
                </a:lnTo>
                <a:lnTo>
                  <a:pt x="58593" y="106418"/>
                </a:lnTo>
                <a:lnTo>
                  <a:pt x="66964" y="101874"/>
                </a:lnTo>
                <a:lnTo>
                  <a:pt x="75334" y="117075"/>
                </a:lnTo>
                <a:lnTo>
                  <a:pt x="83705" y="99845"/>
                </a:lnTo>
                <a:lnTo>
                  <a:pt x="92075" y="100616"/>
                </a:lnTo>
                <a:lnTo>
                  <a:pt x="100445" y="106192"/>
                </a:lnTo>
                <a:lnTo>
                  <a:pt x="108816" y="107960"/>
                </a:lnTo>
                <a:lnTo>
                  <a:pt x="117186" y="96887"/>
                </a:lnTo>
                <a:lnTo>
                  <a:pt x="125557" y="109672"/>
                </a:lnTo>
                <a:lnTo>
                  <a:pt x="133927" y="101082"/>
                </a:lnTo>
                <a:lnTo>
                  <a:pt x="142298" y="98210"/>
                </a:lnTo>
                <a:lnTo>
                  <a:pt x="150668" y="106842"/>
                </a:lnTo>
                <a:lnTo>
                  <a:pt x="159039" y="89719"/>
                </a:lnTo>
                <a:lnTo>
                  <a:pt x="167409" y="106600"/>
                </a:lnTo>
                <a:lnTo>
                  <a:pt x="175780" y="92955"/>
                </a:lnTo>
                <a:lnTo>
                  <a:pt x="184150" y="99714"/>
                </a:lnTo>
                <a:lnTo>
                  <a:pt x="192520" y="95644"/>
                </a:lnTo>
                <a:lnTo>
                  <a:pt x="200891" y="94364"/>
                </a:lnTo>
                <a:lnTo>
                  <a:pt x="209261" y="90710"/>
                </a:lnTo>
                <a:lnTo>
                  <a:pt x="217632" y="99671"/>
                </a:lnTo>
                <a:lnTo>
                  <a:pt x="226002" y="87864"/>
                </a:lnTo>
                <a:lnTo>
                  <a:pt x="234373" y="87804"/>
                </a:lnTo>
                <a:lnTo>
                  <a:pt x="242743" y="81005"/>
                </a:lnTo>
                <a:lnTo>
                  <a:pt x="251114" y="81070"/>
                </a:lnTo>
                <a:lnTo>
                  <a:pt x="259484" y="90249"/>
                </a:lnTo>
                <a:lnTo>
                  <a:pt x="267855" y="76886"/>
                </a:lnTo>
                <a:lnTo>
                  <a:pt x="276225" y="80160"/>
                </a:lnTo>
                <a:lnTo>
                  <a:pt x="284595" y="90393"/>
                </a:lnTo>
                <a:lnTo>
                  <a:pt x="292966" y="74455"/>
                </a:lnTo>
                <a:lnTo>
                  <a:pt x="301336" y="86370"/>
                </a:lnTo>
                <a:lnTo>
                  <a:pt x="309707" y="73012"/>
                </a:lnTo>
                <a:lnTo>
                  <a:pt x="318077" y="75588"/>
                </a:lnTo>
                <a:lnTo>
                  <a:pt x="326448" y="71006"/>
                </a:lnTo>
                <a:lnTo>
                  <a:pt x="334818" y="81658"/>
                </a:lnTo>
                <a:lnTo>
                  <a:pt x="343189" y="73418"/>
                </a:lnTo>
                <a:lnTo>
                  <a:pt x="351559" y="69459"/>
                </a:lnTo>
                <a:lnTo>
                  <a:pt x="359930" y="72410"/>
                </a:lnTo>
                <a:lnTo>
                  <a:pt x="368300" y="61321"/>
                </a:lnTo>
                <a:lnTo>
                  <a:pt x="376670" y="61329"/>
                </a:lnTo>
                <a:lnTo>
                  <a:pt x="385041" y="58577"/>
                </a:lnTo>
                <a:lnTo>
                  <a:pt x="393411" y="58653"/>
                </a:lnTo>
                <a:lnTo>
                  <a:pt x="401782" y="70338"/>
                </a:lnTo>
                <a:lnTo>
                  <a:pt x="410152" y="59275"/>
                </a:lnTo>
                <a:lnTo>
                  <a:pt x="418523" y="54354"/>
                </a:lnTo>
                <a:lnTo>
                  <a:pt x="426893" y="60372"/>
                </a:lnTo>
                <a:lnTo>
                  <a:pt x="435264" y="53104"/>
                </a:lnTo>
                <a:lnTo>
                  <a:pt x="443634" y="56041"/>
                </a:lnTo>
                <a:lnTo>
                  <a:pt x="452005" y="47788"/>
                </a:lnTo>
                <a:lnTo>
                  <a:pt x="460375" y="59994"/>
                </a:lnTo>
                <a:lnTo>
                  <a:pt x="468745" y="50320"/>
                </a:lnTo>
                <a:lnTo>
                  <a:pt x="477116" y="50373"/>
                </a:lnTo>
                <a:lnTo>
                  <a:pt x="485486" y="54472"/>
                </a:lnTo>
                <a:lnTo>
                  <a:pt x="493857" y="56202"/>
                </a:lnTo>
                <a:lnTo>
                  <a:pt x="502227" y="48764"/>
                </a:lnTo>
                <a:lnTo>
                  <a:pt x="510598" y="52510"/>
                </a:lnTo>
                <a:lnTo>
                  <a:pt x="518968" y="41413"/>
                </a:lnTo>
                <a:lnTo>
                  <a:pt x="527339" y="41994"/>
                </a:lnTo>
                <a:lnTo>
                  <a:pt x="535709" y="38046"/>
                </a:lnTo>
                <a:lnTo>
                  <a:pt x="544080" y="46366"/>
                </a:lnTo>
                <a:lnTo>
                  <a:pt x="552450" y="52244"/>
                </a:lnTo>
                <a:lnTo>
                  <a:pt x="560820" y="51691"/>
                </a:lnTo>
                <a:lnTo>
                  <a:pt x="569191" y="33402"/>
                </a:lnTo>
                <a:lnTo>
                  <a:pt x="577561" y="40161"/>
                </a:lnTo>
                <a:lnTo>
                  <a:pt x="585932" y="32349"/>
                </a:lnTo>
                <a:lnTo>
                  <a:pt x="594302" y="37145"/>
                </a:lnTo>
                <a:lnTo>
                  <a:pt x="602673" y="28577"/>
                </a:lnTo>
                <a:lnTo>
                  <a:pt x="611043" y="38334"/>
                </a:lnTo>
                <a:lnTo>
                  <a:pt x="619414" y="40532"/>
                </a:lnTo>
                <a:lnTo>
                  <a:pt x="627784" y="38547"/>
                </a:lnTo>
                <a:lnTo>
                  <a:pt x="636155" y="27871"/>
                </a:lnTo>
                <a:lnTo>
                  <a:pt x="644525" y="32522"/>
                </a:lnTo>
                <a:lnTo>
                  <a:pt x="652895" y="38707"/>
                </a:lnTo>
                <a:lnTo>
                  <a:pt x="661266" y="20052"/>
                </a:lnTo>
                <a:lnTo>
                  <a:pt x="669636" y="31414"/>
                </a:lnTo>
                <a:lnTo>
                  <a:pt x="678007" y="34450"/>
                </a:lnTo>
                <a:lnTo>
                  <a:pt x="686377" y="16255"/>
                </a:lnTo>
                <a:lnTo>
                  <a:pt x="694748" y="25619"/>
                </a:lnTo>
                <a:lnTo>
                  <a:pt x="703118" y="32713"/>
                </a:lnTo>
                <a:lnTo>
                  <a:pt x="711489" y="18512"/>
                </a:lnTo>
                <a:lnTo>
                  <a:pt x="719859" y="30561"/>
                </a:lnTo>
                <a:lnTo>
                  <a:pt x="728230" y="15299"/>
                </a:lnTo>
                <a:lnTo>
                  <a:pt x="736600" y="12562"/>
                </a:lnTo>
                <a:lnTo>
                  <a:pt x="744970" y="26891"/>
                </a:lnTo>
                <a:lnTo>
                  <a:pt x="753341" y="10278"/>
                </a:lnTo>
                <a:lnTo>
                  <a:pt x="761711" y="7368"/>
                </a:lnTo>
                <a:lnTo>
                  <a:pt x="770082" y="18358"/>
                </a:lnTo>
                <a:lnTo>
                  <a:pt x="778452" y="14983"/>
                </a:lnTo>
                <a:lnTo>
                  <a:pt x="786823" y="12965"/>
                </a:lnTo>
                <a:lnTo>
                  <a:pt x="795193" y="16539"/>
                </a:lnTo>
                <a:lnTo>
                  <a:pt x="803564" y="2868"/>
                </a:lnTo>
                <a:lnTo>
                  <a:pt x="811934" y="0"/>
                </a:lnTo>
                <a:lnTo>
                  <a:pt x="820305" y="13537"/>
                </a:lnTo>
                <a:lnTo>
                  <a:pt x="828675" y="3606"/>
                </a:lnTo>
              </a:path>
            </a:pathLst>
          </a:custGeom>
          <a:noFill/>
          <a:ln w="13847">
            <a:solidFill>
              <a:srgbClr val="394D93"/>
            </a:solidFill>
            <a:prstDash val="solid"/>
          </a:ln>
        </p:spPr>
      </p:sp>
      <p:sp>
        <p:nvSpPr>
          <p:cNvPr id="13" name="p1_fforms_path_6">
            <a:extLst>
              <a:ext uri="{FF2B5EF4-FFF2-40B4-BE49-F238E27FC236}">
                <a16:creationId xmlns:a16="http://schemas.microsoft.com/office/drawing/2014/main" id="{A2EC9085-CBDB-C11F-7AA1-0B47443670D1}"/>
              </a:ext>
            </a:extLst>
          </p:cNvPr>
          <p:cNvSpPr>
            <a:spLocks/>
          </p:cNvSpPr>
          <p:nvPr/>
        </p:nvSpPr>
        <p:spPr>
          <a:xfrm>
            <a:off x="765239" y="2727277"/>
            <a:ext cx="634055" cy="123382"/>
          </a:xfrm>
          <a:custGeom>
            <a:avLst/>
            <a:gdLst/>
            <a:ahLst/>
            <a:cxnLst/>
            <a:rect l="0" t="0" r="0" b="0"/>
            <a:pathLst>
              <a:path w="828675" h="161254">
                <a:moveTo>
                  <a:pt x="0" y="76884"/>
                </a:moveTo>
                <a:lnTo>
                  <a:pt x="8370" y="95771"/>
                </a:lnTo>
                <a:lnTo>
                  <a:pt x="16741" y="117769"/>
                </a:lnTo>
                <a:lnTo>
                  <a:pt x="25111" y="138777"/>
                </a:lnTo>
                <a:lnTo>
                  <a:pt x="33482" y="142772"/>
                </a:lnTo>
                <a:lnTo>
                  <a:pt x="41852" y="141745"/>
                </a:lnTo>
                <a:lnTo>
                  <a:pt x="50223" y="138793"/>
                </a:lnTo>
                <a:lnTo>
                  <a:pt x="58593" y="132481"/>
                </a:lnTo>
                <a:lnTo>
                  <a:pt x="66964" y="118982"/>
                </a:lnTo>
                <a:lnTo>
                  <a:pt x="75334" y="105527"/>
                </a:lnTo>
                <a:lnTo>
                  <a:pt x="83705" y="105963"/>
                </a:lnTo>
                <a:lnTo>
                  <a:pt x="92075" y="103541"/>
                </a:lnTo>
                <a:lnTo>
                  <a:pt x="100445" y="109292"/>
                </a:lnTo>
                <a:lnTo>
                  <a:pt x="108816" y="115104"/>
                </a:lnTo>
                <a:lnTo>
                  <a:pt x="117186" y="123296"/>
                </a:lnTo>
                <a:lnTo>
                  <a:pt x="125557" y="117906"/>
                </a:lnTo>
                <a:lnTo>
                  <a:pt x="133927" y="122189"/>
                </a:lnTo>
                <a:lnTo>
                  <a:pt x="142298" y="106969"/>
                </a:lnTo>
                <a:lnTo>
                  <a:pt x="150668" y="95693"/>
                </a:lnTo>
                <a:lnTo>
                  <a:pt x="159039" y="76004"/>
                </a:lnTo>
                <a:lnTo>
                  <a:pt x="167409" y="47179"/>
                </a:lnTo>
                <a:lnTo>
                  <a:pt x="175780" y="27331"/>
                </a:lnTo>
                <a:lnTo>
                  <a:pt x="184150" y="19863"/>
                </a:lnTo>
                <a:lnTo>
                  <a:pt x="192520" y="11061"/>
                </a:lnTo>
                <a:lnTo>
                  <a:pt x="200891" y="10299"/>
                </a:lnTo>
                <a:lnTo>
                  <a:pt x="209261" y="13233"/>
                </a:lnTo>
                <a:lnTo>
                  <a:pt x="217632" y="23072"/>
                </a:lnTo>
                <a:lnTo>
                  <a:pt x="226002" y="35871"/>
                </a:lnTo>
                <a:lnTo>
                  <a:pt x="234373" y="51437"/>
                </a:lnTo>
                <a:lnTo>
                  <a:pt x="242743" y="52966"/>
                </a:lnTo>
                <a:lnTo>
                  <a:pt x="251114" y="60213"/>
                </a:lnTo>
                <a:lnTo>
                  <a:pt x="259484" y="65950"/>
                </a:lnTo>
                <a:lnTo>
                  <a:pt x="267855" y="63378"/>
                </a:lnTo>
                <a:lnTo>
                  <a:pt x="276225" y="62647"/>
                </a:lnTo>
                <a:lnTo>
                  <a:pt x="284595" y="59800"/>
                </a:lnTo>
                <a:lnTo>
                  <a:pt x="292966" y="58321"/>
                </a:lnTo>
                <a:lnTo>
                  <a:pt x="301336" y="68244"/>
                </a:lnTo>
                <a:lnTo>
                  <a:pt x="309707" y="81363"/>
                </a:lnTo>
                <a:lnTo>
                  <a:pt x="318077" y="89221"/>
                </a:lnTo>
                <a:lnTo>
                  <a:pt x="326448" y="113371"/>
                </a:lnTo>
                <a:lnTo>
                  <a:pt x="334818" y="124098"/>
                </a:lnTo>
                <a:lnTo>
                  <a:pt x="343189" y="141322"/>
                </a:lnTo>
                <a:lnTo>
                  <a:pt x="351559" y="150785"/>
                </a:lnTo>
                <a:lnTo>
                  <a:pt x="359930" y="157191"/>
                </a:lnTo>
                <a:lnTo>
                  <a:pt x="368300" y="161254"/>
                </a:lnTo>
                <a:lnTo>
                  <a:pt x="376670" y="142448"/>
                </a:lnTo>
                <a:lnTo>
                  <a:pt x="385041" y="128555"/>
                </a:lnTo>
                <a:lnTo>
                  <a:pt x="393411" y="112034"/>
                </a:lnTo>
                <a:lnTo>
                  <a:pt x="401782" y="98373"/>
                </a:lnTo>
                <a:lnTo>
                  <a:pt x="410152" y="80355"/>
                </a:lnTo>
                <a:lnTo>
                  <a:pt x="418523" y="74356"/>
                </a:lnTo>
                <a:lnTo>
                  <a:pt x="426893" y="62337"/>
                </a:lnTo>
                <a:lnTo>
                  <a:pt x="435264" y="64920"/>
                </a:lnTo>
                <a:lnTo>
                  <a:pt x="443634" y="71518"/>
                </a:lnTo>
                <a:lnTo>
                  <a:pt x="452005" y="70101"/>
                </a:lnTo>
                <a:lnTo>
                  <a:pt x="460375" y="76280"/>
                </a:lnTo>
                <a:lnTo>
                  <a:pt x="468745" y="64004"/>
                </a:lnTo>
                <a:lnTo>
                  <a:pt x="477116" y="65850"/>
                </a:lnTo>
                <a:lnTo>
                  <a:pt x="485486" y="48120"/>
                </a:lnTo>
                <a:lnTo>
                  <a:pt x="493857" y="35914"/>
                </a:lnTo>
                <a:lnTo>
                  <a:pt x="502227" y="18557"/>
                </a:lnTo>
                <a:lnTo>
                  <a:pt x="510598" y="7471"/>
                </a:lnTo>
                <a:lnTo>
                  <a:pt x="518968" y="0"/>
                </a:lnTo>
                <a:lnTo>
                  <a:pt x="527339" y="7794"/>
                </a:lnTo>
                <a:lnTo>
                  <a:pt x="535709" y="9313"/>
                </a:lnTo>
                <a:lnTo>
                  <a:pt x="544080" y="29796"/>
                </a:lnTo>
                <a:lnTo>
                  <a:pt x="552450" y="44017"/>
                </a:lnTo>
                <a:lnTo>
                  <a:pt x="560820" y="70880"/>
                </a:lnTo>
                <a:lnTo>
                  <a:pt x="569191" y="87531"/>
                </a:lnTo>
                <a:lnTo>
                  <a:pt x="577561" y="103768"/>
                </a:lnTo>
                <a:lnTo>
                  <a:pt x="585932" y="109832"/>
                </a:lnTo>
                <a:lnTo>
                  <a:pt x="594302" y="123118"/>
                </a:lnTo>
                <a:lnTo>
                  <a:pt x="602673" y="112354"/>
                </a:lnTo>
                <a:lnTo>
                  <a:pt x="611043" y="113962"/>
                </a:lnTo>
                <a:lnTo>
                  <a:pt x="619414" y="109055"/>
                </a:lnTo>
                <a:lnTo>
                  <a:pt x="627784" y="104640"/>
                </a:lnTo>
                <a:lnTo>
                  <a:pt x="636155" y="107700"/>
                </a:lnTo>
                <a:lnTo>
                  <a:pt x="644525" y="106041"/>
                </a:lnTo>
                <a:lnTo>
                  <a:pt x="652895" y="123388"/>
                </a:lnTo>
                <a:lnTo>
                  <a:pt x="661266" y="128301"/>
                </a:lnTo>
                <a:lnTo>
                  <a:pt x="669636" y="142201"/>
                </a:lnTo>
                <a:lnTo>
                  <a:pt x="678007" y="138391"/>
                </a:lnTo>
                <a:lnTo>
                  <a:pt x="686377" y="142091"/>
                </a:lnTo>
                <a:lnTo>
                  <a:pt x="694748" y="136252"/>
                </a:lnTo>
                <a:lnTo>
                  <a:pt x="703118" y="119849"/>
                </a:lnTo>
                <a:lnTo>
                  <a:pt x="711489" y="101536"/>
                </a:lnTo>
                <a:lnTo>
                  <a:pt x="719859" y="81437"/>
                </a:lnTo>
                <a:lnTo>
                  <a:pt x="728230" y="62343"/>
                </a:lnTo>
                <a:lnTo>
                  <a:pt x="736600" y="38070"/>
                </a:lnTo>
                <a:lnTo>
                  <a:pt x="744970" y="24048"/>
                </a:lnTo>
                <a:lnTo>
                  <a:pt x="753341" y="27184"/>
                </a:lnTo>
                <a:lnTo>
                  <a:pt x="761711" y="18573"/>
                </a:lnTo>
                <a:lnTo>
                  <a:pt x="770082" y="30960"/>
                </a:lnTo>
                <a:lnTo>
                  <a:pt x="778452" y="39285"/>
                </a:lnTo>
                <a:lnTo>
                  <a:pt x="786823" y="38917"/>
                </a:lnTo>
                <a:lnTo>
                  <a:pt x="795193" y="50378"/>
                </a:lnTo>
                <a:lnTo>
                  <a:pt x="803564" y="52920"/>
                </a:lnTo>
                <a:lnTo>
                  <a:pt x="811934" y="55668"/>
                </a:lnTo>
                <a:lnTo>
                  <a:pt x="820305" y="46298"/>
                </a:lnTo>
                <a:lnTo>
                  <a:pt x="828675" y="40094"/>
                </a:lnTo>
              </a:path>
            </a:pathLst>
          </a:custGeom>
          <a:noFill/>
          <a:ln w="13847">
            <a:solidFill>
              <a:srgbClr val="394D93"/>
            </a:solidFill>
            <a:prstDash val="solid"/>
          </a:ln>
        </p:spPr>
      </p:sp>
      <p:sp>
        <p:nvSpPr>
          <p:cNvPr id="15" name="p1_fforms_path_7">
            <a:extLst>
              <a:ext uri="{FF2B5EF4-FFF2-40B4-BE49-F238E27FC236}">
                <a16:creationId xmlns:a16="http://schemas.microsoft.com/office/drawing/2014/main" id="{6657A80B-7AC8-20DF-AF0A-E013E76D620D}"/>
              </a:ext>
            </a:extLst>
          </p:cNvPr>
          <p:cNvSpPr>
            <a:spLocks/>
          </p:cNvSpPr>
          <p:nvPr/>
        </p:nvSpPr>
        <p:spPr>
          <a:xfrm>
            <a:off x="787103" y="2980789"/>
            <a:ext cx="729" cy="240504"/>
          </a:xfrm>
          <a:custGeom>
            <a:avLst/>
            <a:gdLst/>
            <a:ahLst/>
            <a:cxnLst/>
            <a:rect l="0" t="0" r="0" b="0"/>
            <a:pathLst>
              <a:path w="953" h="314325">
                <a:moveTo>
                  <a:pt x="0" y="0"/>
                </a:moveTo>
                <a:lnTo>
                  <a:pt x="0" y="314325"/>
                </a:lnTo>
              </a:path>
            </a:pathLst>
          </a:custGeom>
          <a:noFill/>
          <a:ln w="8746">
            <a:solidFill>
              <a:srgbClr val="8599C3"/>
            </a:solidFill>
            <a:prstDash val="solid"/>
          </a:ln>
        </p:spPr>
      </p:sp>
      <p:sp>
        <p:nvSpPr>
          <p:cNvPr id="17" name="p1_fforms_path_8">
            <a:extLst>
              <a:ext uri="{FF2B5EF4-FFF2-40B4-BE49-F238E27FC236}">
                <a16:creationId xmlns:a16="http://schemas.microsoft.com/office/drawing/2014/main" id="{3C90955A-A60F-9D3A-F311-E6DCBBFB5D95}"/>
              </a:ext>
            </a:extLst>
          </p:cNvPr>
          <p:cNvSpPr>
            <a:spLocks/>
          </p:cNvSpPr>
          <p:nvPr/>
        </p:nvSpPr>
        <p:spPr>
          <a:xfrm>
            <a:off x="787103" y="3221292"/>
            <a:ext cx="590327" cy="729"/>
          </a:xfrm>
          <a:custGeom>
            <a:avLst/>
            <a:gdLst/>
            <a:ahLst/>
            <a:cxnLst/>
            <a:rect l="0" t="0" r="0" b="0"/>
            <a:pathLst>
              <a:path w="771525" h="953">
                <a:moveTo>
                  <a:pt x="0" y="0"/>
                </a:moveTo>
                <a:lnTo>
                  <a:pt x="771525" y="0"/>
                </a:lnTo>
              </a:path>
            </a:pathLst>
          </a:custGeom>
          <a:noFill/>
          <a:ln w="8746">
            <a:solidFill>
              <a:srgbClr val="8599C3"/>
            </a:solidFill>
            <a:prstDash val="solid"/>
          </a:ln>
        </p:spPr>
      </p:sp>
      <p:sp>
        <p:nvSpPr>
          <p:cNvPr id="19" name="p1_fforms_path_9">
            <a:extLst>
              <a:ext uri="{FF2B5EF4-FFF2-40B4-BE49-F238E27FC236}">
                <a16:creationId xmlns:a16="http://schemas.microsoft.com/office/drawing/2014/main" id="{08859E81-1BC1-2F52-6913-7D73593775B4}"/>
              </a:ext>
            </a:extLst>
          </p:cNvPr>
          <p:cNvSpPr>
            <a:spLocks/>
          </p:cNvSpPr>
          <p:nvPr/>
        </p:nvSpPr>
        <p:spPr>
          <a:xfrm>
            <a:off x="830831" y="3009649"/>
            <a:ext cx="729" cy="211643"/>
          </a:xfrm>
          <a:custGeom>
            <a:avLst/>
            <a:gdLst/>
            <a:ahLst/>
            <a:cxnLst/>
            <a:rect l="0" t="0" r="0" b="0"/>
            <a:pathLst>
              <a:path w="953" h="276606">
                <a:moveTo>
                  <a:pt x="0" y="276606"/>
                </a:moveTo>
                <a:lnTo>
                  <a:pt x="0" y="0"/>
                </a:lnTo>
              </a:path>
            </a:pathLst>
          </a:custGeom>
          <a:noFill/>
          <a:ln w="29152">
            <a:solidFill>
              <a:srgbClr val="394D93"/>
            </a:solidFill>
            <a:prstDash val="solid"/>
          </a:ln>
        </p:spPr>
      </p:sp>
      <p:sp>
        <p:nvSpPr>
          <p:cNvPr id="21" name="p1_fforms_path_10">
            <a:extLst>
              <a:ext uri="{FF2B5EF4-FFF2-40B4-BE49-F238E27FC236}">
                <a16:creationId xmlns:a16="http://schemas.microsoft.com/office/drawing/2014/main" id="{E0DDF23C-620C-63AD-7F8D-1FC75B1C4160}"/>
              </a:ext>
            </a:extLst>
          </p:cNvPr>
          <p:cNvSpPr>
            <a:spLocks/>
          </p:cNvSpPr>
          <p:nvPr/>
        </p:nvSpPr>
        <p:spPr>
          <a:xfrm>
            <a:off x="867726" y="3045784"/>
            <a:ext cx="729" cy="175508"/>
          </a:xfrm>
          <a:custGeom>
            <a:avLst/>
            <a:gdLst/>
            <a:ahLst/>
            <a:cxnLst/>
            <a:rect l="0" t="0" r="0" b="0"/>
            <a:pathLst>
              <a:path w="953" h="229379">
                <a:moveTo>
                  <a:pt x="0" y="229379"/>
                </a:moveTo>
                <a:lnTo>
                  <a:pt x="0" y="0"/>
                </a:lnTo>
              </a:path>
            </a:pathLst>
          </a:custGeom>
          <a:noFill/>
          <a:ln w="29152">
            <a:solidFill>
              <a:srgbClr val="394D93"/>
            </a:solidFill>
            <a:prstDash val="solid"/>
          </a:ln>
        </p:spPr>
      </p:sp>
      <p:sp>
        <p:nvSpPr>
          <p:cNvPr id="23" name="p1_fforms_path_11">
            <a:extLst>
              <a:ext uri="{FF2B5EF4-FFF2-40B4-BE49-F238E27FC236}">
                <a16:creationId xmlns:a16="http://schemas.microsoft.com/office/drawing/2014/main" id="{B809FB43-1628-5A77-EB28-33859A27C9C2}"/>
              </a:ext>
            </a:extLst>
          </p:cNvPr>
          <p:cNvSpPr>
            <a:spLocks/>
          </p:cNvSpPr>
          <p:nvPr/>
        </p:nvSpPr>
        <p:spPr>
          <a:xfrm>
            <a:off x="904622" y="3077866"/>
            <a:ext cx="729" cy="143426"/>
          </a:xfrm>
          <a:custGeom>
            <a:avLst/>
            <a:gdLst/>
            <a:ahLst/>
            <a:cxnLst/>
            <a:rect l="0" t="0" r="0" b="0"/>
            <a:pathLst>
              <a:path w="953" h="187450">
                <a:moveTo>
                  <a:pt x="0" y="187450"/>
                </a:moveTo>
                <a:lnTo>
                  <a:pt x="0" y="0"/>
                </a:lnTo>
              </a:path>
            </a:pathLst>
          </a:custGeom>
          <a:noFill/>
          <a:ln w="29152">
            <a:solidFill>
              <a:srgbClr val="394D93"/>
            </a:solidFill>
            <a:prstDash val="solid"/>
          </a:ln>
        </p:spPr>
      </p:sp>
      <p:sp>
        <p:nvSpPr>
          <p:cNvPr id="25" name="p1_fforms_path_12">
            <a:extLst>
              <a:ext uri="{FF2B5EF4-FFF2-40B4-BE49-F238E27FC236}">
                <a16:creationId xmlns:a16="http://schemas.microsoft.com/office/drawing/2014/main" id="{F2962BD8-B9A5-84FA-1A96-8C08FFE17E4D}"/>
              </a:ext>
            </a:extLst>
          </p:cNvPr>
          <p:cNvSpPr>
            <a:spLocks/>
          </p:cNvSpPr>
          <p:nvPr/>
        </p:nvSpPr>
        <p:spPr>
          <a:xfrm>
            <a:off x="941517" y="3105864"/>
            <a:ext cx="729" cy="115429"/>
          </a:xfrm>
          <a:custGeom>
            <a:avLst/>
            <a:gdLst/>
            <a:ahLst/>
            <a:cxnLst/>
            <a:rect l="0" t="0" r="0" b="0"/>
            <a:pathLst>
              <a:path w="953" h="150859">
                <a:moveTo>
                  <a:pt x="0" y="150859"/>
                </a:moveTo>
                <a:lnTo>
                  <a:pt x="0" y="0"/>
                </a:lnTo>
              </a:path>
            </a:pathLst>
          </a:custGeom>
          <a:noFill/>
          <a:ln w="29152">
            <a:solidFill>
              <a:srgbClr val="394D93"/>
            </a:solidFill>
            <a:prstDash val="solid"/>
          </a:ln>
        </p:spPr>
      </p:sp>
      <p:sp>
        <p:nvSpPr>
          <p:cNvPr id="27" name="p1_fforms_path_13">
            <a:extLst>
              <a:ext uri="{FF2B5EF4-FFF2-40B4-BE49-F238E27FC236}">
                <a16:creationId xmlns:a16="http://schemas.microsoft.com/office/drawing/2014/main" id="{4BF86F07-9219-7F82-F556-AC78F2D02C87}"/>
              </a:ext>
            </a:extLst>
          </p:cNvPr>
          <p:cNvSpPr>
            <a:spLocks/>
          </p:cNvSpPr>
          <p:nvPr/>
        </p:nvSpPr>
        <p:spPr>
          <a:xfrm>
            <a:off x="978413" y="3129916"/>
            <a:ext cx="729" cy="91376"/>
          </a:xfrm>
          <a:custGeom>
            <a:avLst/>
            <a:gdLst/>
            <a:ahLst/>
            <a:cxnLst/>
            <a:rect l="0" t="0" r="0" b="0"/>
            <a:pathLst>
              <a:path w="953" h="119424">
                <a:moveTo>
                  <a:pt x="0" y="119424"/>
                </a:moveTo>
                <a:lnTo>
                  <a:pt x="0" y="0"/>
                </a:lnTo>
              </a:path>
            </a:pathLst>
          </a:custGeom>
          <a:noFill/>
          <a:ln w="29152">
            <a:solidFill>
              <a:srgbClr val="394D93"/>
            </a:solidFill>
            <a:prstDash val="solid"/>
          </a:ln>
        </p:spPr>
      </p:sp>
      <p:sp>
        <p:nvSpPr>
          <p:cNvPr id="29" name="p1_fforms_path_14">
            <a:extLst>
              <a:ext uri="{FF2B5EF4-FFF2-40B4-BE49-F238E27FC236}">
                <a16:creationId xmlns:a16="http://schemas.microsoft.com/office/drawing/2014/main" id="{CC67D626-7313-2281-80F1-0F59CBF10C84}"/>
              </a:ext>
            </a:extLst>
          </p:cNvPr>
          <p:cNvSpPr>
            <a:spLocks/>
          </p:cNvSpPr>
          <p:nvPr/>
        </p:nvSpPr>
        <p:spPr>
          <a:xfrm>
            <a:off x="1015308" y="3150274"/>
            <a:ext cx="729" cy="71018"/>
          </a:xfrm>
          <a:custGeom>
            <a:avLst/>
            <a:gdLst/>
            <a:ahLst/>
            <a:cxnLst/>
            <a:rect l="0" t="0" r="0" b="0"/>
            <a:pathLst>
              <a:path w="953" h="92817">
                <a:moveTo>
                  <a:pt x="0" y="92817"/>
                </a:moveTo>
                <a:lnTo>
                  <a:pt x="0" y="0"/>
                </a:lnTo>
              </a:path>
            </a:pathLst>
          </a:custGeom>
          <a:noFill/>
          <a:ln w="29152">
            <a:solidFill>
              <a:srgbClr val="394D93"/>
            </a:solidFill>
            <a:prstDash val="solid"/>
          </a:ln>
        </p:spPr>
      </p:sp>
      <p:sp>
        <p:nvSpPr>
          <p:cNvPr id="31" name="p1_fforms_path_15">
            <a:extLst>
              <a:ext uri="{FF2B5EF4-FFF2-40B4-BE49-F238E27FC236}">
                <a16:creationId xmlns:a16="http://schemas.microsoft.com/office/drawing/2014/main" id="{D3C15843-F254-2786-A71D-B321745E1C89}"/>
              </a:ext>
            </a:extLst>
          </p:cNvPr>
          <p:cNvSpPr>
            <a:spLocks/>
          </p:cNvSpPr>
          <p:nvPr/>
        </p:nvSpPr>
        <p:spPr>
          <a:xfrm>
            <a:off x="1052204" y="3167258"/>
            <a:ext cx="729" cy="54035"/>
          </a:xfrm>
          <a:custGeom>
            <a:avLst/>
            <a:gdLst/>
            <a:ahLst/>
            <a:cxnLst/>
            <a:rect l="0" t="0" r="0" b="0"/>
            <a:pathLst>
              <a:path w="953" h="70620">
                <a:moveTo>
                  <a:pt x="0" y="70620"/>
                </a:moveTo>
                <a:lnTo>
                  <a:pt x="0" y="0"/>
                </a:lnTo>
              </a:path>
            </a:pathLst>
          </a:custGeom>
          <a:noFill/>
          <a:ln w="29152">
            <a:solidFill>
              <a:srgbClr val="394D93"/>
            </a:solidFill>
            <a:prstDash val="solid"/>
          </a:ln>
        </p:spPr>
      </p:sp>
      <p:sp>
        <p:nvSpPr>
          <p:cNvPr id="33" name="p1_fforms_path_16">
            <a:extLst>
              <a:ext uri="{FF2B5EF4-FFF2-40B4-BE49-F238E27FC236}">
                <a16:creationId xmlns:a16="http://schemas.microsoft.com/office/drawing/2014/main" id="{05B6BB9D-AD93-DFAD-3EB8-D7133D3ACD54}"/>
              </a:ext>
            </a:extLst>
          </p:cNvPr>
          <p:cNvSpPr>
            <a:spLocks/>
          </p:cNvSpPr>
          <p:nvPr/>
        </p:nvSpPr>
        <p:spPr>
          <a:xfrm>
            <a:off x="1089099" y="3181222"/>
            <a:ext cx="729" cy="40070"/>
          </a:xfrm>
          <a:custGeom>
            <a:avLst/>
            <a:gdLst/>
            <a:ahLst/>
            <a:cxnLst/>
            <a:rect l="0" t="0" r="0" b="0"/>
            <a:pathLst>
              <a:path w="953" h="52369">
                <a:moveTo>
                  <a:pt x="0" y="52369"/>
                </a:moveTo>
                <a:lnTo>
                  <a:pt x="0" y="0"/>
                </a:lnTo>
              </a:path>
            </a:pathLst>
          </a:custGeom>
          <a:noFill/>
          <a:ln w="29152">
            <a:solidFill>
              <a:srgbClr val="394D93"/>
            </a:solidFill>
            <a:prstDash val="solid"/>
          </a:ln>
        </p:spPr>
      </p:sp>
      <p:sp>
        <p:nvSpPr>
          <p:cNvPr id="35" name="p1_fforms_path_17">
            <a:extLst>
              <a:ext uri="{FF2B5EF4-FFF2-40B4-BE49-F238E27FC236}">
                <a16:creationId xmlns:a16="http://schemas.microsoft.com/office/drawing/2014/main" id="{A14D5D4E-D922-3AC5-831D-286B862AFEB9}"/>
              </a:ext>
            </a:extLst>
          </p:cNvPr>
          <p:cNvSpPr>
            <a:spLocks/>
          </p:cNvSpPr>
          <p:nvPr/>
        </p:nvSpPr>
        <p:spPr>
          <a:xfrm>
            <a:off x="1125995" y="3192534"/>
            <a:ext cx="729" cy="28759"/>
          </a:xfrm>
          <a:custGeom>
            <a:avLst/>
            <a:gdLst/>
            <a:ahLst/>
            <a:cxnLst/>
            <a:rect l="0" t="0" r="0" b="0"/>
            <a:pathLst>
              <a:path w="953" h="37586">
                <a:moveTo>
                  <a:pt x="0" y="37586"/>
                </a:moveTo>
                <a:lnTo>
                  <a:pt x="0" y="0"/>
                </a:lnTo>
              </a:path>
            </a:pathLst>
          </a:custGeom>
          <a:noFill/>
          <a:ln w="29152">
            <a:solidFill>
              <a:srgbClr val="394D93"/>
            </a:solidFill>
            <a:prstDash val="solid"/>
          </a:ln>
        </p:spPr>
      </p:sp>
      <p:sp>
        <p:nvSpPr>
          <p:cNvPr id="37" name="p1_fforms_path_18">
            <a:extLst>
              <a:ext uri="{FF2B5EF4-FFF2-40B4-BE49-F238E27FC236}">
                <a16:creationId xmlns:a16="http://schemas.microsoft.com/office/drawing/2014/main" id="{067BF3BC-0A89-703A-44BF-A3DA76CD738A}"/>
              </a:ext>
            </a:extLst>
          </p:cNvPr>
          <p:cNvSpPr>
            <a:spLocks/>
          </p:cNvSpPr>
          <p:nvPr/>
        </p:nvSpPr>
        <p:spPr>
          <a:xfrm>
            <a:off x="1162890" y="3201551"/>
            <a:ext cx="729" cy="19741"/>
          </a:xfrm>
          <a:custGeom>
            <a:avLst/>
            <a:gdLst/>
            <a:ahLst/>
            <a:cxnLst/>
            <a:rect l="0" t="0" r="0" b="0"/>
            <a:pathLst>
              <a:path w="953" h="25800">
                <a:moveTo>
                  <a:pt x="0" y="25800"/>
                </a:moveTo>
                <a:lnTo>
                  <a:pt x="0" y="0"/>
                </a:lnTo>
              </a:path>
            </a:pathLst>
          </a:custGeom>
          <a:noFill/>
          <a:ln w="29152">
            <a:solidFill>
              <a:srgbClr val="394D93"/>
            </a:solidFill>
            <a:prstDash val="solid"/>
          </a:ln>
        </p:spPr>
      </p:sp>
      <p:sp>
        <p:nvSpPr>
          <p:cNvPr id="39" name="p1_fforms_path_19">
            <a:extLst>
              <a:ext uri="{FF2B5EF4-FFF2-40B4-BE49-F238E27FC236}">
                <a16:creationId xmlns:a16="http://schemas.microsoft.com/office/drawing/2014/main" id="{5D053865-F3BE-438E-B142-1315FF75490B}"/>
              </a:ext>
            </a:extLst>
          </p:cNvPr>
          <p:cNvSpPr>
            <a:spLocks/>
          </p:cNvSpPr>
          <p:nvPr/>
        </p:nvSpPr>
        <p:spPr>
          <a:xfrm>
            <a:off x="1199786" y="3208615"/>
            <a:ext cx="729" cy="12677"/>
          </a:xfrm>
          <a:custGeom>
            <a:avLst/>
            <a:gdLst/>
            <a:ahLst/>
            <a:cxnLst/>
            <a:rect l="0" t="0" r="0" b="0"/>
            <a:pathLst>
              <a:path w="953" h="16568">
                <a:moveTo>
                  <a:pt x="0" y="16568"/>
                </a:moveTo>
                <a:lnTo>
                  <a:pt x="0" y="0"/>
                </a:lnTo>
              </a:path>
            </a:pathLst>
          </a:custGeom>
          <a:noFill/>
          <a:ln w="29152">
            <a:solidFill>
              <a:srgbClr val="394D93"/>
            </a:solidFill>
            <a:prstDash val="solid"/>
          </a:ln>
        </p:spPr>
      </p:sp>
      <p:sp>
        <p:nvSpPr>
          <p:cNvPr id="41" name="p1_fforms_path_20">
            <a:extLst>
              <a:ext uri="{FF2B5EF4-FFF2-40B4-BE49-F238E27FC236}">
                <a16:creationId xmlns:a16="http://schemas.microsoft.com/office/drawing/2014/main" id="{282D0538-977E-0736-2F4C-B6ABF06FC382}"/>
              </a:ext>
            </a:extLst>
          </p:cNvPr>
          <p:cNvSpPr>
            <a:spLocks/>
          </p:cNvSpPr>
          <p:nvPr/>
        </p:nvSpPr>
        <p:spPr>
          <a:xfrm>
            <a:off x="1236681" y="3214040"/>
            <a:ext cx="729" cy="7252"/>
          </a:xfrm>
          <a:custGeom>
            <a:avLst/>
            <a:gdLst/>
            <a:ahLst/>
            <a:cxnLst/>
            <a:rect l="0" t="0" r="0" b="0"/>
            <a:pathLst>
              <a:path w="953" h="9478">
                <a:moveTo>
                  <a:pt x="0" y="9478"/>
                </a:moveTo>
                <a:lnTo>
                  <a:pt x="0" y="0"/>
                </a:lnTo>
              </a:path>
            </a:pathLst>
          </a:custGeom>
          <a:noFill/>
          <a:ln w="29152">
            <a:solidFill>
              <a:srgbClr val="394D93"/>
            </a:solidFill>
            <a:prstDash val="solid"/>
          </a:ln>
        </p:spPr>
      </p:sp>
      <p:sp>
        <p:nvSpPr>
          <p:cNvPr id="43" name="p1_fforms_path_21">
            <a:extLst>
              <a:ext uri="{FF2B5EF4-FFF2-40B4-BE49-F238E27FC236}">
                <a16:creationId xmlns:a16="http://schemas.microsoft.com/office/drawing/2014/main" id="{F088E489-E4F1-CDF5-DB78-679740B2755B}"/>
              </a:ext>
            </a:extLst>
          </p:cNvPr>
          <p:cNvSpPr>
            <a:spLocks/>
          </p:cNvSpPr>
          <p:nvPr/>
        </p:nvSpPr>
        <p:spPr>
          <a:xfrm>
            <a:off x="1273577" y="3218109"/>
            <a:ext cx="729" cy="3183"/>
          </a:xfrm>
          <a:custGeom>
            <a:avLst/>
            <a:gdLst/>
            <a:ahLst/>
            <a:cxnLst/>
            <a:rect l="0" t="0" r="0" b="0"/>
            <a:pathLst>
              <a:path w="953" h="4160">
                <a:moveTo>
                  <a:pt x="0" y="4160"/>
                </a:moveTo>
                <a:lnTo>
                  <a:pt x="0" y="0"/>
                </a:lnTo>
              </a:path>
            </a:pathLst>
          </a:custGeom>
          <a:noFill/>
          <a:ln w="29152">
            <a:solidFill>
              <a:srgbClr val="394D93"/>
            </a:solidFill>
            <a:prstDash val="solid"/>
          </a:ln>
        </p:spPr>
      </p:sp>
      <p:sp>
        <p:nvSpPr>
          <p:cNvPr id="45" name="p1_fforms_path_22">
            <a:extLst>
              <a:ext uri="{FF2B5EF4-FFF2-40B4-BE49-F238E27FC236}">
                <a16:creationId xmlns:a16="http://schemas.microsoft.com/office/drawing/2014/main" id="{4C48A2AD-F125-0D1A-540A-D679F939944E}"/>
              </a:ext>
            </a:extLst>
          </p:cNvPr>
          <p:cNvSpPr>
            <a:spLocks/>
          </p:cNvSpPr>
          <p:nvPr/>
        </p:nvSpPr>
        <p:spPr>
          <a:xfrm>
            <a:off x="1310472" y="3221072"/>
            <a:ext cx="729" cy="220"/>
          </a:xfrm>
          <a:custGeom>
            <a:avLst/>
            <a:gdLst/>
            <a:ahLst/>
            <a:cxnLst/>
            <a:rect l="0" t="0" r="0" b="0"/>
            <a:pathLst>
              <a:path w="953" h="288">
                <a:moveTo>
                  <a:pt x="0" y="288"/>
                </a:moveTo>
                <a:lnTo>
                  <a:pt x="0" y="0"/>
                </a:lnTo>
              </a:path>
            </a:pathLst>
          </a:custGeom>
          <a:noFill/>
          <a:ln w="29152">
            <a:solidFill>
              <a:srgbClr val="394D93"/>
            </a:solidFill>
            <a:prstDash val="solid"/>
          </a:ln>
        </p:spPr>
      </p:sp>
      <p:sp>
        <p:nvSpPr>
          <p:cNvPr id="47" name="p1_fforms_path_23">
            <a:extLst>
              <a:ext uri="{FF2B5EF4-FFF2-40B4-BE49-F238E27FC236}">
                <a16:creationId xmlns:a16="http://schemas.microsoft.com/office/drawing/2014/main" id="{457E1D0D-E6F2-8E38-AD63-8205CAC2B9B5}"/>
              </a:ext>
            </a:extLst>
          </p:cNvPr>
          <p:cNvSpPr>
            <a:spLocks/>
          </p:cNvSpPr>
          <p:nvPr/>
        </p:nvSpPr>
        <p:spPr>
          <a:xfrm>
            <a:off x="1347367" y="3221292"/>
            <a:ext cx="729" cy="1856"/>
          </a:xfrm>
          <a:custGeom>
            <a:avLst/>
            <a:gdLst/>
            <a:ahLst/>
            <a:cxnLst/>
            <a:rect l="0" t="0" r="0" b="0"/>
            <a:pathLst>
              <a:path w="953" h="2426">
                <a:moveTo>
                  <a:pt x="0" y="0"/>
                </a:moveTo>
                <a:lnTo>
                  <a:pt x="0" y="2426"/>
                </a:lnTo>
              </a:path>
            </a:pathLst>
          </a:custGeom>
          <a:noFill/>
          <a:ln w="29152">
            <a:solidFill>
              <a:srgbClr val="394D93"/>
            </a:solidFill>
            <a:prstDash val="solid"/>
          </a:ln>
        </p:spPr>
      </p:sp>
      <p:sp>
        <p:nvSpPr>
          <p:cNvPr id="49" name="p1_fforms_path_24">
            <a:extLst>
              <a:ext uri="{FF2B5EF4-FFF2-40B4-BE49-F238E27FC236}">
                <a16:creationId xmlns:a16="http://schemas.microsoft.com/office/drawing/2014/main" id="{2685A2CF-5B77-008F-B4B2-191D2F07674C}"/>
              </a:ext>
            </a:extLst>
          </p:cNvPr>
          <p:cNvSpPr>
            <a:spLocks/>
          </p:cNvSpPr>
          <p:nvPr/>
        </p:nvSpPr>
        <p:spPr>
          <a:xfrm>
            <a:off x="787103" y="3182812"/>
            <a:ext cx="590327" cy="729"/>
          </a:xfrm>
          <a:custGeom>
            <a:avLst/>
            <a:gdLst/>
            <a:ahLst/>
            <a:cxnLst/>
            <a:rect l="0" t="0" r="0" b="0"/>
            <a:pathLst>
              <a:path w="771525" h="953">
                <a:moveTo>
                  <a:pt x="0" y="0"/>
                </a:moveTo>
                <a:lnTo>
                  <a:pt x="771525" y="0"/>
                </a:lnTo>
              </a:path>
            </a:pathLst>
          </a:custGeom>
          <a:noFill/>
          <a:ln w="5830">
            <a:solidFill>
              <a:srgbClr val="8599C3"/>
            </a:solidFill>
            <a:prstDash val="dash"/>
          </a:ln>
        </p:spPr>
      </p:sp>
      <p:sp>
        <p:nvSpPr>
          <p:cNvPr id="51" name="p1_fforms_rect_25">
            <a:extLst>
              <a:ext uri="{FF2B5EF4-FFF2-40B4-BE49-F238E27FC236}">
                <a16:creationId xmlns:a16="http://schemas.microsoft.com/office/drawing/2014/main" id="{F4412C39-C109-68BF-6893-E6BC9DD9219C}"/>
              </a:ext>
            </a:extLst>
          </p:cNvPr>
          <p:cNvSpPr>
            <a:spLocks/>
          </p:cNvSpPr>
          <p:nvPr/>
        </p:nvSpPr>
        <p:spPr>
          <a:xfrm>
            <a:off x="1647086" y="1494038"/>
            <a:ext cx="1508614" cy="1858438"/>
          </a:xfrm>
          <a:prstGeom prst="roundRect">
            <a:avLst>
              <a:gd name="adj" fmla="val 2899"/>
            </a:avLst>
          </a:prstGeom>
          <a:solidFill>
            <a:srgbClr val="FFFFFF"/>
          </a:solidFill>
          <a:ln w="7288">
            <a:solidFill>
              <a:srgbClr val="C3CEE7"/>
            </a:solidFill>
            <a:prstDash val="solid"/>
          </a:ln>
        </p:spPr>
      </p:sp>
      <p:sp>
        <p:nvSpPr>
          <p:cNvPr id="53" name="p1_fforms_rect_26">
            <a:extLst>
              <a:ext uri="{FF2B5EF4-FFF2-40B4-BE49-F238E27FC236}">
                <a16:creationId xmlns:a16="http://schemas.microsoft.com/office/drawing/2014/main" id="{403008DF-E444-EC6C-EAA0-CF160B577F59}"/>
              </a:ext>
            </a:extLst>
          </p:cNvPr>
          <p:cNvSpPr>
            <a:spLocks/>
          </p:cNvSpPr>
          <p:nvPr/>
        </p:nvSpPr>
        <p:spPr>
          <a:xfrm>
            <a:off x="2128094" y="1851150"/>
            <a:ext cx="539311" cy="255080"/>
          </a:xfrm>
          <a:prstGeom prst="roundRect">
            <a:avLst>
              <a:gd name="adj" fmla="val 14286"/>
            </a:avLst>
          </a:prstGeom>
          <a:gradFill>
            <a:gsLst>
              <a:gs pos="0">
                <a:srgbClr val="E5EAF8"/>
              </a:gs>
              <a:gs pos="100000">
                <a:srgbClr val="C4CEEB"/>
              </a:gs>
            </a:gsLst>
            <a:lin ang="5400000"/>
          </a:gradFill>
          <a:ln w="7288">
            <a:solidFill>
              <a:srgbClr val="394D93"/>
            </a:solidFill>
            <a:prstDash val="solid"/>
          </a:ln>
        </p:spPr>
      </p:sp>
      <p:sp>
        <p:nvSpPr>
          <p:cNvPr id="55" name="p1_fforms_path_27">
            <a:extLst>
              <a:ext uri="{FF2B5EF4-FFF2-40B4-BE49-F238E27FC236}">
                <a16:creationId xmlns:a16="http://schemas.microsoft.com/office/drawing/2014/main" id="{25A95558-272C-2F26-7635-7A30A83C3644}"/>
              </a:ext>
            </a:extLst>
          </p:cNvPr>
          <p:cNvSpPr>
            <a:spLocks/>
          </p:cNvSpPr>
          <p:nvPr/>
        </p:nvSpPr>
        <p:spPr>
          <a:xfrm>
            <a:off x="2397749" y="2113518"/>
            <a:ext cx="729" cy="123896"/>
          </a:xfrm>
          <a:custGeom>
            <a:avLst/>
            <a:gdLst/>
            <a:ahLst/>
            <a:cxnLst/>
            <a:rect l="0" t="0" r="0" b="0"/>
            <a:pathLst>
              <a:path w="953" h="161925">
                <a:moveTo>
                  <a:pt x="0" y="0"/>
                </a:moveTo>
                <a:lnTo>
                  <a:pt x="0" y="161925"/>
                </a:lnTo>
              </a:path>
            </a:pathLst>
          </a:custGeom>
          <a:noFill/>
          <a:ln w="9474">
            <a:solidFill>
              <a:srgbClr val="394D93"/>
            </a:solidFill>
            <a:prstDash val="solid"/>
          </a:ln>
        </p:spPr>
      </p:sp>
      <p:sp>
        <p:nvSpPr>
          <p:cNvPr id="57" name="p1_fforms_path_28">
            <a:extLst>
              <a:ext uri="{FF2B5EF4-FFF2-40B4-BE49-F238E27FC236}">
                <a16:creationId xmlns:a16="http://schemas.microsoft.com/office/drawing/2014/main" id="{11FAFD0C-C0EA-E3F0-C3E1-68F13825DE9D}"/>
              </a:ext>
            </a:extLst>
          </p:cNvPr>
          <p:cNvSpPr>
            <a:spLocks/>
          </p:cNvSpPr>
          <p:nvPr/>
        </p:nvSpPr>
        <p:spPr>
          <a:xfrm>
            <a:off x="2359269" y="2149957"/>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59" name="p1_fforms_path_29">
            <a:extLst>
              <a:ext uri="{FF2B5EF4-FFF2-40B4-BE49-F238E27FC236}">
                <a16:creationId xmlns:a16="http://schemas.microsoft.com/office/drawing/2014/main" id="{80053D97-B517-7075-02FD-7D490F35A813}"/>
              </a:ext>
            </a:extLst>
          </p:cNvPr>
          <p:cNvSpPr>
            <a:spLocks/>
          </p:cNvSpPr>
          <p:nvPr/>
        </p:nvSpPr>
        <p:spPr>
          <a:xfrm>
            <a:off x="1842987" y="2330408"/>
            <a:ext cx="102323" cy="211643"/>
          </a:xfrm>
          <a:custGeom>
            <a:avLst/>
            <a:gdLst/>
            <a:ahLst/>
            <a:cxnLst/>
            <a:rect l="0" t="0" r="0" b="0"/>
            <a:pathLst>
              <a:path w="133731" h="276606">
                <a:moveTo>
                  <a:pt x="133731" y="0"/>
                </a:moveTo>
                <a:lnTo>
                  <a:pt x="0" y="276606"/>
                </a:lnTo>
              </a:path>
            </a:pathLst>
          </a:custGeom>
          <a:noFill/>
          <a:ln w="10203">
            <a:solidFill>
              <a:srgbClr val="394D93"/>
            </a:solidFill>
            <a:prstDash val="solid"/>
          </a:ln>
        </p:spPr>
      </p:sp>
      <p:sp>
        <p:nvSpPr>
          <p:cNvPr id="61" name="p1_fforms_path_30">
            <a:extLst>
              <a:ext uri="{FF2B5EF4-FFF2-40B4-BE49-F238E27FC236}">
                <a16:creationId xmlns:a16="http://schemas.microsoft.com/office/drawing/2014/main" id="{6517C68A-4E6C-F204-243B-45AC5F8C2909}"/>
              </a:ext>
            </a:extLst>
          </p:cNvPr>
          <p:cNvSpPr>
            <a:spLocks/>
          </p:cNvSpPr>
          <p:nvPr/>
        </p:nvSpPr>
        <p:spPr>
          <a:xfrm>
            <a:off x="1945311" y="2330408"/>
            <a:ext cx="106113" cy="211643"/>
          </a:xfrm>
          <a:custGeom>
            <a:avLst/>
            <a:gdLst/>
            <a:ahLst/>
            <a:cxnLst/>
            <a:rect l="0" t="0" r="0" b="0"/>
            <a:pathLst>
              <a:path w="138684" h="276606">
                <a:moveTo>
                  <a:pt x="0" y="0"/>
                </a:moveTo>
                <a:lnTo>
                  <a:pt x="138684" y="276606"/>
                </a:lnTo>
              </a:path>
            </a:pathLst>
          </a:custGeom>
          <a:noFill/>
          <a:ln w="10203">
            <a:solidFill>
              <a:srgbClr val="394D93"/>
            </a:solidFill>
            <a:prstDash val="solid"/>
          </a:ln>
        </p:spPr>
      </p:sp>
      <p:sp>
        <p:nvSpPr>
          <p:cNvPr id="63" name="p1_fforms_path_31">
            <a:extLst>
              <a:ext uri="{FF2B5EF4-FFF2-40B4-BE49-F238E27FC236}">
                <a16:creationId xmlns:a16="http://schemas.microsoft.com/office/drawing/2014/main" id="{CF2DA63F-EFF5-E1D6-AE78-CF55F619C0A6}"/>
              </a:ext>
            </a:extLst>
          </p:cNvPr>
          <p:cNvSpPr>
            <a:spLocks/>
          </p:cNvSpPr>
          <p:nvPr/>
        </p:nvSpPr>
        <p:spPr>
          <a:xfrm>
            <a:off x="1786141" y="2542051"/>
            <a:ext cx="56846" cy="218057"/>
          </a:xfrm>
          <a:custGeom>
            <a:avLst/>
            <a:gdLst/>
            <a:ahLst/>
            <a:cxnLst/>
            <a:rect l="0" t="0" r="0" b="0"/>
            <a:pathLst>
              <a:path w="74295" h="284988">
                <a:moveTo>
                  <a:pt x="74295" y="0"/>
                </a:moveTo>
                <a:lnTo>
                  <a:pt x="0" y="284988"/>
                </a:lnTo>
              </a:path>
            </a:pathLst>
          </a:custGeom>
          <a:noFill/>
          <a:ln w="10203">
            <a:solidFill>
              <a:srgbClr val="394D93"/>
            </a:solidFill>
            <a:prstDash val="solid"/>
          </a:ln>
        </p:spPr>
      </p:sp>
      <p:sp>
        <p:nvSpPr>
          <p:cNvPr id="65" name="p1_fforms_path_32">
            <a:extLst>
              <a:ext uri="{FF2B5EF4-FFF2-40B4-BE49-F238E27FC236}">
                <a16:creationId xmlns:a16="http://schemas.microsoft.com/office/drawing/2014/main" id="{77870BD0-2732-A2EC-9A89-2FFEAAFF26A2}"/>
              </a:ext>
            </a:extLst>
          </p:cNvPr>
          <p:cNvSpPr>
            <a:spLocks/>
          </p:cNvSpPr>
          <p:nvPr/>
        </p:nvSpPr>
        <p:spPr>
          <a:xfrm>
            <a:off x="1842987" y="2542051"/>
            <a:ext cx="60636" cy="218057"/>
          </a:xfrm>
          <a:custGeom>
            <a:avLst/>
            <a:gdLst/>
            <a:ahLst/>
            <a:cxnLst/>
            <a:rect l="0" t="0" r="0" b="0"/>
            <a:pathLst>
              <a:path w="79248" h="284988">
                <a:moveTo>
                  <a:pt x="0" y="0"/>
                </a:moveTo>
                <a:lnTo>
                  <a:pt x="79248" y="284988"/>
                </a:lnTo>
              </a:path>
            </a:pathLst>
          </a:custGeom>
          <a:noFill/>
          <a:ln w="10203">
            <a:solidFill>
              <a:srgbClr val="394D93"/>
            </a:solidFill>
            <a:prstDash val="solid"/>
          </a:ln>
        </p:spPr>
      </p:sp>
      <p:sp>
        <p:nvSpPr>
          <p:cNvPr id="67" name="p1_fforms_path_33">
            <a:extLst>
              <a:ext uri="{FF2B5EF4-FFF2-40B4-BE49-F238E27FC236}">
                <a16:creationId xmlns:a16="http://schemas.microsoft.com/office/drawing/2014/main" id="{EAB71F58-EF51-AF1C-898A-F3EF0C03D550}"/>
              </a:ext>
            </a:extLst>
          </p:cNvPr>
          <p:cNvSpPr>
            <a:spLocks/>
          </p:cNvSpPr>
          <p:nvPr/>
        </p:nvSpPr>
        <p:spPr>
          <a:xfrm>
            <a:off x="1990788" y="2542051"/>
            <a:ext cx="60636" cy="218057"/>
          </a:xfrm>
          <a:custGeom>
            <a:avLst/>
            <a:gdLst/>
            <a:ahLst/>
            <a:cxnLst/>
            <a:rect l="0" t="0" r="0" b="0"/>
            <a:pathLst>
              <a:path w="79248" h="284988">
                <a:moveTo>
                  <a:pt x="79248" y="0"/>
                </a:moveTo>
                <a:lnTo>
                  <a:pt x="0" y="284988"/>
                </a:lnTo>
              </a:path>
            </a:pathLst>
          </a:custGeom>
          <a:noFill/>
          <a:ln w="10203">
            <a:solidFill>
              <a:srgbClr val="394D93"/>
            </a:solidFill>
            <a:prstDash val="solid"/>
          </a:ln>
        </p:spPr>
      </p:sp>
      <p:sp>
        <p:nvSpPr>
          <p:cNvPr id="69" name="p1_fforms_path_34">
            <a:extLst>
              <a:ext uri="{FF2B5EF4-FFF2-40B4-BE49-F238E27FC236}">
                <a16:creationId xmlns:a16="http://schemas.microsoft.com/office/drawing/2014/main" id="{3236B145-0F0D-3FD2-EB39-0FA8FC1E1AB6}"/>
              </a:ext>
            </a:extLst>
          </p:cNvPr>
          <p:cNvSpPr>
            <a:spLocks/>
          </p:cNvSpPr>
          <p:nvPr/>
        </p:nvSpPr>
        <p:spPr>
          <a:xfrm>
            <a:off x="2051424" y="2542051"/>
            <a:ext cx="68216" cy="218057"/>
          </a:xfrm>
          <a:custGeom>
            <a:avLst/>
            <a:gdLst/>
            <a:ahLst/>
            <a:cxnLst/>
            <a:rect l="0" t="0" r="0" b="0"/>
            <a:pathLst>
              <a:path w="89154" h="284988">
                <a:moveTo>
                  <a:pt x="0" y="0"/>
                </a:moveTo>
                <a:lnTo>
                  <a:pt x="89154" y="284988"/>
                </a:lnTo>
              </a:path>
            </a:pathLst>
          </a:custGeom>
          <a:noFill/>
          <a:ln w="10203">
            <a:solidFill>
              <a:srgbClr val="394D93"/>
            </a:solidFill>
            <a:prstDash val="solid"/>
          </a:ln>
        </p:spPr>
      </p:sp>
      <p:sp>
        <p:nvSpPr>
          <p:cNvPr id="71" name="p1_fforms_path_35">
            <a:extLst>
              <a:ext uri="{FF2B5EF4-FFF2-40B4-BE49-F238E27FC236}">
                <a16:creationId xmlns:a16="http://schemas.microsoft.com/office/drawing/2014/main" id="{551F05B9-35BF-103F-085D-AE313FB3B8DF}"/>
              </a:ext>
            </a:extLst>
          </p:cNvPr>
          <p:cNvSpPr>
            <a:spLocks/>
          </p:cNvSpPr>
          <p:nvPr/>
        </p:nvSpPr>
        <p:spPr>
          <a:xfrm>
            <a:off x="1858146" y="2760108"/>
            <a:ext cx="45477" cy="185990"/>
          </a:xfrm>
          <a:custGeom>
            <a:avLst/>
            <a:gdLst/>
            <a:ahLst/>
            <a:cxnLst/>
            <a:rect l="0" t="0" r="0" b="0"/>
            <a:pathLst>
              <a:path w="59436" h="243078">
                <a:moveTo>
                  <a:pt x="59436" y="0"/>
                </a:moveTo>
                <a:lnTo>
                  <a:pt x="0" y="243078"/>
                </a:lnTo>
              </a:path>
            </a:pathLst>
          </a:custGeom>
          <a:noFill/>
          <a:ln w="10203">
            <a:solidFill>
              <a:srgbClr val="394D93"/>
            </a:solidFill>
            <a:prstDash val="solid"/>
          </a:ln>
        </p:spPr>
      </p:sp>
      <p:sp>
        <p:nvSpPr>
          <p:cNvPr id="73" name="p1_fforms_path_36">
            <a:extLst>
              <a:ext uri="{FF2B5EF4-FFF2-40B4-BE49-F238E27FC236}">
                <a16:creationId xmlns:a16="http://schemas.microsoft.com/office/drawing/2014/main" id="{589BDF33-653E-2D83-EBC9-0A571D6263DA}"/>
              </a:ext>
            </a:extLst>
          </p:cNvPr>
          <p:cNvSpPr>
            <a:spLocks/>
          </p:cNvSpPr>
          <p:nvPr/>
        </p:nvSpPr>
        <p:spPr>
          <a:xfrm>
            <a:off x="1903623" y="2760108"/>
            <a:ext cx="49267" cy="185990"/>
          </a:xfrm>
          <a:custGeom>
            <a:avLst/>
            <a:gdLst/>
            <a:ahLst/>
            <a:cxnLst/>
            <a:rect l="0" t="0" r="0" b="0"/>
            <a:pathLst>
              <a:path w="64389" h="243078">
                <a:moveTo>
                  <a:pt x="0" y="0"/>
                </a:moveTo>
                <a:lnTo>
                  <a:pt x="64389" y="243078"/>
                </a:lnTo>
              </a:path>
            </a:pathLst>
          </a:custGeom>
          <a:noFill/>
          <a:ln w="10203">
            <a:solidFill>
              <a:srgbClr val="394D93"/>
            </a:solidFill>
            <a:prstDash val="solid"/>
          </a:ln>
        </p:spPr>
      </p:sp>
      <p:sp>
        <p:nvSpPr>
          <p:cNvPr id="75" name="p1_fforms_ellipse_37">
            <a:extLst>
              <a:ext uri="{FF2B5EF4-FFF2-40B4-BE49-F238E27FC236}">
                <a16:creationId xmlns:a16="http://schemas.microsoft.com/office/drawing/2014/main" id="{A25D4035-488D-D2B3-C91C-314F4609A627}"/>
              </a:ext>
            </a:extLst>
          </p:cNvPr>
          <p:cNvSpPr>
            <a:spLocks/>
          </p:cNvSpPr>
          <p:nvPr/>
        </p:nvSpPr>
        <p:spPr>
          <a:xfrm>
            <a:off x="1920532" y="2305629"/>
            <a:ext cx="49558" cy="49558"/>
          </a:xfrm>
          <a:prstGeom prst="ellipse">
            <a:avLst/>
          </a:prstGeom>
          <a:solidFill>
            <a:srgbClr val="C3CFEF"/>
          </a:solidFill>
          <a:ln w="8746">
            <a:solidFill>
              <a:srgbClr val="394D93"/>
            </a:solidFill>
            <a:prstDash val="solid"/>
          </a:ln>
        </p:spPr>
      </p:sp>
      <p:sp>
        <p:nvSpPr>
          <p:cNvPr id="77" name="p1_fforms_ellipse_38">
            <a:extLst>
              <a:ext uri="{FF2B5EF4-FFF2-40B4-BE49-F238E27FC236}">
                <a16:creationId xmlns:a16="http://schemas.microsoft.com/office/drawing/2014/main" id="{FD5AAB17-3A23-8740-3D62-A0863E547A3A}"/>
              </a:ext>
            </a:extLst>
          </p:cNvPr>
          <p:cNvSpPr>
            <a:spLocks/>
          </p:cNvSpPr>
          <p:nvPr/>
        </p:nvSpPr>
        <p:spPr>
          <a:xfrm>
            <a:off x="1818208" y="2517272"/>
            <a:ext cx="49558" cy="49558"/>
          </a:xfrm>
          <a:prstGeom prst="ellipse">
            <a:avLst/>
          </a:prstGeom>
          <a:solidFill>
            <a:srgbClr val="C3CFEF"/>
          </a:solidFill>
          <a:ln w="8746">
            <a:solidFill>
              <a:srgbClr val="394D93"/>
            </a:solidFill>
            <a:prstDash val="solid"/>
          </a:ln>
        </p:spPr>
      </p:sp>
      <p:sp>
        <p:nvSpPr>
          <p:cNvPr id="79" name="p1_fforms_ellipse_39">
            <a:extLst>
              <a:ext uri="{FF2B5EF4-FFF2-40B4-BE49-F238E27FC236}">
                <a16:creationId xmlns:a16="http://schemas.microsoft.com/office/drawing/2014/main" id="{9587DBC9-B7C7-449F-7139-8F6EA78AF0C4}"/>
              </a:ext>
            </a:extLst>
          </p:cNvPr>
          <p:cNvSpPr>
            <a:spLocks/>
          </p:cNvSpPr>
          <p:nvPr/>
        </p:nvSpPr>
        <p:spPr>
          <a:xfrm>
            <a:off x="2026645" y="2517272"/>
            <a:ext cx="49558" cy="49558"/>
          </a:xfrm>
          <a:prstGeom prst="ellipse">
            <a:avLst/>
          </a:prstGeom>
          <a:solidFill>
            <a:srgbClr val="C3CFEF"/>
          </a:solidFill>
          <a:ln w="8746">
            <a:solidFill>
              <a:srgbClr val="394D93"/>
            </a:solidFill>
            <a:prstDash val="solid"/>
          </a:ln>
        </p:spPr>
      </p:sp>
      <p:sp>
        <p:nvSpPr>
          <p:cNvPr id="81" name="p1_fforms_ellipse_40">
            <a:extLst>
              <a:ext uri="{FF2B5EF4-FFF2-40B4-BE49-F238E27FC236}">
                <a16:creationId xmlns:a16="http://schemas.microsoft.com/office/drawing/2014/main" id="{8D6EA8DA-F987-203F-2111-67B324F2DA7E}"/>
              </a:ext>
            </a:extLst>
          </p:cNvPr>
          <p:cNvSpPr>
            <a:spLocks/>
          </p:cNvSpPr>
          <p:nvPr/>
        </p:nvSpPr>
        <p:spPr>
          <a:xfrm>
            <a:off x="1761362" y="2735329"/>
            <a:ext cx="49558" cy="49558"/>
          </a:xfrm>
          <a:prstGeom prst="ellipse">
            <a:avLst/>
          </a:prstGeom>
          <a:solidFill>
            <a:srgbClr val="FFFFFF"/>
          </a:solidFill>
          <a:ln w="8746">
            <a:solidFill>
              <a:srgbClr val="394D93"/>
            </a:solidFill>
            <a:prstDash val="solid"/>
          </a:ln>
        </p:spPr>
      </p:sp>
      <p:sp>
        <p:nvSpPr>
          <p:cNvPr id="83" name="p1_fforms_ellipse_41">
            <a:extLst>
              <a:ext uri="{FF2B5EF4-FFF2-40B4-BE49-F238E27FC236}">
                <a16:creationId xmlns:a16="http://schemas.microsoft.com/office/drawing/2014/main" id="{64BF4B4F-48C7-654D-9C31-49438994CA1C}"/>
              </a:ext>
            </a:extLst>
          </p:cNvPr>
          <p:cNvSpPr>
            <a:spLocks/>
          </p:cNvSpPr>
          <p:nvPr/>
        </p:nvSpPr>
        <p:spPr>
          <a:xfrm>
            <a:off x="1878844" y="2735329"/>
            <a:ext cx="49558" cy="49558"/>
          </a:xfrm>
          <a:prstGeom prst="ellipse">
            <a:avLst/>
          </a:prstGeom>
          <a:solidFill>
            <a:srgbClr val="FFFFFF"/>
          </a:solidFill>
          <a:ln w="8746">
            <a:solidFill>
              <a:srgbClr val="394D93"/>
            </a:solidFill>
            <a:prstDash val="solid"/>
          </a:ln>
        </p:spPr>
      </p:sp>
      <p:sp>
        <p:nvSpPr>
          <p:cNvPr id="85" name="p1_fforms_ellipse_42">
            <a:extLst>
              <a:ext uri="{FF2B5EF4-FFF2-40B4-BE49-F238E27FC236}">
                <a16:creationId xmlns:a16="http://schemas.microsoft.com/office/drawing/2014/main" id="{65345310-AEDB-8AD5-D314-E8B2EA57738D}"/>
              </a:ext>
            </a:extLst>
          </p:cNvPr>
          <p:cNvSpPr>
            <a:spLocks/>
          </p:cNvSpPr>
          <p:nvPr/>
        </p:nvSpPr>
        <p:spPr>
          <a:xfrm>
            <a:off x="1966009" y="2735329"/>
            <a:ext cx="49558" cy="49558"/>
          </a:xfrm>
          <a:prstGeom prst="ellipse">
            <a:avLst/>
          </a:prstGeom>
          <a:solidFill>
            <a:srgbClr val="FFFFFF"/>
          </a:solidFill>
          <a:ln w="8746">
            <a:solidFill>
              <a:srgbClr val="394D93"/>
            </a:solidFill>
            <a:prstDash val="solid"/>
          </a:ln>
        </p:spPr>
      </p:sp>
      <p:sp>
        <p:nvSpPr>
          <p:cNvPr id="87" name="p1_fforms_ellipse_43">
            <a:extLst>
              <a:ext uri="{FF2B5EF4-FFF2-40B4-BE49-F238E27FC236}">
                <a16:creationId xmlns:a16="http://schemas.microsoft.com/office/drawing/2014/main" id="{1D897062-F2F5-7471-016F-42B0ED38DB94}"/>
              </a:ext>
            </a:extLst>
          </p:cNvPr>
          <p:cNvSpPr>
            <a:spLocks/>
          </p:cNvSpPr>
          <p:nvPr/>
        </p:nvSpPr>
        <p:spPr>
          <a:xfrm>
            <a:off x="2094860" y="2735329"/>
            <a:ext cx="49558" cy="49558"/>
          </a:xfrm>
          <a:prstGeom prst="ellipse">
            <a:avLst/>
          </a:prstGeom>
          <a:solidFill>
            <a:srgbClr val="FFFFFF"/>
          </a:solidFill>
          <a:ln w="8746">
            <a:solidFill>
              <a:srgbClr val="394D93"/>
            </a:solidFill>
            <a:prstDash val="solid"/>
          </a:ln>
        </p:spPr>
      </p:sp>
      <p:sp>
        <p:nvSpPr>
          <p:cNvPr id="89" name="p1_fforms_ellipse_44">
            <a:extLst>
              <a:ext uri="{FF2B5EF4-FFF2-40B4-BE49-F238E27FC236}">
                <a16:creationId xmlns:a16="http://schemas.microsoft.com/office/drawing/2014/main" id="{70BC297F-A5D3-BB4E-950D-5CB448C62292}"/>
              </a:ext>
            </a:extLst>
          </p:cNvPr>
          <p:cNvSpPr>
            <a:spLocks/>
          </p:cNvSpPr>
          <p:nvPr/>
        </p:nvSpPr>
        <p:spPr>
          <a:xfrm>
            <a:off x="1833367" y="2921319"/>
            <a:ext cx="49558" cy="49558"/>
          </a:xfrm>
          <a:prstGeom prst="ellipse">
            <a:avLst/>
          </a:prstGeom>
          <a:solidFill>
            <a:srgbClr val="FFFFFF"/>
          </a:solidFill>
          <a:ln w="8746">
            <a:solidFill>
              <a:srgbClr val="394D93"/>
            </a:solidFill>
            <a:prstDash val="solid"/>
          </a:ln>
        </p:spPr>
      </p:sp>
      <p:sp>
        <p:nvSpPr>
          <p:cNvPr id="91" name="p1_fforms_ellipse_45">
            <a:extLst>
              <a:ext uri="{FF2B5EF4-FFF2-40B4-BE49-F238E27FC236}">
                <a16:creationId xmlns:a16="http://schemas.microsoft.com/office/drawing/2014/main" id="{FDE6C880-93ED-EB0E-6F19-B0E562605A1D}"/>
              </a:ext>
            </a:extLst>
          </p:cNvPr>
          <p:cNvSpPr>
            <a:spLocks/>
          </p:cNvSpPr>
          <p:nvPr/>
        </p:nvSpPr>
        <p:spPr>
          <a:xfrm>
            <a:off x="1928111" y="2921319"/>
            <a:ext cx="49558" cy="49558"/>
          </a:xfrm>
          <a:prstGeom prst="ellipse">
            <a:avLst/>
          </a:prstGeom>
          <a:solidFill>
            <a:srgbClr val="FFFFFF"/>
          </a:solidFill>
          <a:ln w="8746">
            <a:solidFill>
              <a:srgbClr val="394D93"/>
            </a:solidFill>
            <a:prstDash val="solid"/>
          </a:ln>
        </p:spPr>
      </p:sp>
      <p:sp>
        <p:nvSpPr>
          <p:cNvPr id="93" name="p1_fforms_path_46">
            <a:extLst>
              <a:ext uri="{FF2B5EF4-FFF2-40B4-BE49-F238E27FC236}">
                <a16:creationId xmlns:a16="http://schemas.microsoft.com/office/drawing/2014/main" id="{6D4ECF5E-2BA9-8CC7-E845-A7A79DBD2203}"/>
              </a:ext>
            </a:extLst>
          </p:cNvPr>
          <p:cNvSpPr>
            <a:spLocks/>
          </p:cNvSpPr>
          <p:nvPr/>
        </p:nvSpPr>
        <p:spPr>
          <a:xfrm>
            <a:off x="2273270" y="2330408"/>
            <a:ext cx="109903" cy="192403"/>
          </a:xfrm>
          <a:custGeom>
            <a:avLst/>
            <a:gdLst/>
            <a:ahLst/>
            <a:cxnLst/>
            <a:rect l="0" t="0" r="0" b="0"/>
            <a:pathLst>
              <a:path w="143637" h="251460">
                <a:moveTo>
                  <a:pt x="143637" y="0"/>
                </a:moveTo>
                <a:lnTo>
                  <a:pt x="0" y="251460"/>
                </a:lnTo>
              </a:path>
            </a:pathLst>
          </a:custGeom>
          <a:noFill/>
          <a:ln w="10203">
            <a:solidFill>
              <a:srgbClr val="394D93"/>
            </a:solidFill>
            <a:prstDash val="solid"/>
          </a:ln>
        </p:spPr>
      </p:sp>
      <p:sp>
        <p:nvSpPr>
          <p:cNvPr id="95" name="p1_fforms_path_47">
            <a:extLst>
              <a:ext uri="{FF2B5EF4-FFF2-40B4-BE49-F238E27FC236}">
                <a16:creationId xmlns:a16="http://schemas.microsoft.com/office/drawing/2014/main" id="{2C9C7D9C-CDFC-39D9-D46F-8C1EFD5AF173}"/>
              </a:ext>
            </a:extLst>
          </p:cNvPr>
          <p:cNvSpPr>
            <a:spLocks/>
          </p:cNvSpPr>
          <p:nvPr/>
        </p:nvSpPr>
        <p:spPr>
          <a:xfrm>
            <a:off x="2383173" y="2330408"/>
            <a:ext cx="113693" cy="192403"/>
          </a:xfrm>
          <a:custGeom>
            <a:avLst/>
            <a:gdLst/>
            <a:ahLst/>
            <a:cxnLst/>
            <a:rect l="0" t="0" r="0" b="0"/>
            <a:pathLst>
              <a:path w="148590" h="251460">
                <a:moveTo>
                  <a:pt x="0" y="0"/>
                </a:moveTo>
                <a:lnTo>
                  <a:pt x="148590" y="251460"/>
                </a:lnTo>
              </a:path>
            </a:pathLst>
          </a:custGeom>
          <a:noFill/>
          <a:ln w="10203">
            <a:solidFill>
              <a:srgbClr val="394D93"/>
            </a:solidFill>
            <a:prstDash val="solid"/>
          </a:ln>
        </p:spPr>
      </p:sp>
      <p:sp>
        <p:nvSpPr>
          <p:cNvPr id="97" name="p1_fforms_path_48">
            <a:extLst>
              <a:ext uri="{FF2B5EF4-FFF2-40B4-BE49-F238E27FC236}">
                <a16:creationId xmlns:a16="http://schemas.microsoft.com/office/drawing/2014/main" id="{F9E4E04C-76FE-65E0-DA6B-8DBD74450083}"/>
              </a:ext>
            </a:extLst>
          </p:cNvPr>
          <p:cNvSpPr>
            <a:spLocks/>
          </p:cNvSpPr>
          <p:nvPr/>
        </p:nvSpPr>
        <p:spPr>
          <a:xfrm>
            <a:off x="2212634" y="2522811"/>
            <a:ext cx="60636" cy="230884"/>
          </a:xfrm>
          <a:custGeom>
            <a:avLst/>
            <a:gdLst/>
            <a:ahLst/>
            <a:cxnLst/>
            <a:rect l="0" t="0" r="0" b="0"/>
            <a:pathLst>
              <a:path w="79248" h="301752">
                <a:moveTo>
                  <a:pt x="79248" y="0"/>
                </a:moveTo>
                <a:lnTo>
                  <a:pt x="0" y="301752"/>
                </a:lnTo>
              </a:path>
            </a:pathLst>
          </a:custGeom>
          <a:noFill/>
          <a:ln w="10203">
            <a:solidFill>
              <a:srgbClr val="394D93"/>
            </a:solidFill>
            <a:prstDash val="solid"/>
          </a:ln>
        </p:spPr>
      </p:sp>
      <p:sp>
        <p:nvSpPr>
          <p:cNvPr id="99" name="p1_fforms_path_49">
            <a:extLst>
              <a:ext uri="{FF2B5EF4-FFF2-40B4-BE49-F238E27FC236}">
                <a16:creationId xmlns:a16="http://schemas.microsoft.com/office/drawing/2014/main" id="{1763DD1C-18FE-DDCC-35AA-D457D66AFCD9}"/>
              </a:ext>
            </a:extLst>
          </p:cNvPr>
          <p:cNvSpPr>
            <a:spLocks/>
          </p:cNvSpPr>
          <p:nvPr/>
        </p:nvSpPr>
        <p:spPr>
          <a:xfrm>
            <a:off x="2273270" y="2522811"/>
            <a:ext cx="60636" cy="230884"/>
          </a:xfrm>
          <a:custGeom>
            <a:avLst/>
            <a:gdLst/>
            <a:ahLst/>
            <a:cxnLst/>
            <a:rect l="0" t="0" r="0" b="0"/>
            <a:pathLst>
              <a:path w="79248" h="301752">
                <a:moveTo>
                  <a:pt x="0" y="0"/>
                </a:moveTo>
                <a:lnTo>
                  <a:pt x="79248" y="301752"/>
                </a:lnTo>
              </a:path>
            </a:pathLst>
          </a:custGeom>
          <a:noFill/>
          <a:ln w="10203">
            <a:solidFill>
              <a:srgbClr val="394D93"/>
            </a:solidFill>
            <a:prstDash val="solid"/>
          </a:ln>
        </p:spPr>
      </p:sp>
      <p:sp>
        <p:nvSpPr>
          <p:cNvPr id="101" name="p1_fforms_path_50">
            <a:extLst>
              <a:ext uri="{FF2B5EF4-FFF2-40B4-BE49-F238E27FC236}">
                <a16:creationId xmlns:a16="http://schemas.microsoft.com/office/drawing/2014/main" id="{7F4DAD1E-2769-D082-B76E-A0D78578AC47}"/>
              </a:ext>
            </a:extLst>
          </p:cNvPr>
          <p:cNvSpPr>
            <a:spLocks/>
          </p:cNvSpPr>
          <p:nvPr/>
        </p:nvSpPr>
        <p:spPr>
          <a:xfrm>
            <a:off x="2432440" y="2522811"/>
            <a:ext cx="64426" cy="218057"/>
          </a:xfrm>
          <a:custGeom>
            <a:avLst/>
            <a:gdLst/>
            <a:ahLst/>
            <a:cxnLst/>
            <a:rect l="0" t="0" r="0" b="0"/>
            <a:pathLst>
              <a:path w="84201" h="284988">
                <a:moveTo>
                  <a:pt x="84201" y="0"/>
                </a:moveTo>
                <a:lnTo>
                  <a:pt x="0" y="284988"/>
                </a:lnTo>
              </a:path>
            </a:pathLst>
          </a:custGeom>
          <a:noFill/>
          <a:ln w="10203">
            <a:solidFill>
              <a:srgbClr val="394D93"/>
            </a:solidFill>
            <a:prstDash val="solid"/>
          </a:ln>
        </p:spPr>
      </p:sp>
      <p:sp>
        <p:nvSpPr>
          <p:cNvPr id="103" name="p1_fforms_path_51">
            <a:extLst>
              <a:ext uri="{FF2B5EF4-FFF2-40B4-BE49-F238E27FC236}">
                <a16:creationId xmlns:a16="http://schemas.microsoft.com/office/drawing/2014/main" id="{DFD4A4BA-E3F9-D931-6C76-52EDD69D6610}"/>
              </a:ext>
            </a:extLst>
          </p:cNvPr>
          <p:cNvSpPr>
            <a:spLocks/>
          </p:cNvSpPr>
          <p:nvPr/>
        </p:nvSpPr>
        <p:spPr>
          <a:xfrm>
            <a:off x="2496866" y="2522811"/>
            <a:ext cx="56846" cy="218057"/>
          </a:xfrm>
          <a:custGeom>
            <a:avLst/>
            <a:gdLst/>
            <a:ahLst/>
            <a:cxnLst/>
            <a:rect l="0" t="0" r="0" b="0"/>
            <a:pathLst>
              <a:path w="74295" h="284988">
                <a:moveTo>
                  <a:pt x="0" y="0"/>
                </a:moveTo>
                <a:lnTo>
                  <a:pt x="74295" y="284988"/>
                </a:lnTo>
              </a:path>
            </a:pathLst>
          </a:custGeom>
          <a:noFill/>
          <a:ln w="10203">
            <a:solidFill>
              <a:srgbClr val="394D93"/>
            </a:solidFill>
            <a:prstDash val="solid"/>
          </a:ln>
        </p:spPr>
      </p:sp>
      <p:sp>
        <p:nvSpPr>
          <p:cNvPr id="105" name="p1_fforms_path_52">
            <a:extLst>
              <a:ext uri="{FF2B5EF4-FFF2-40B4-BE49-F238E27FC236}">
                <a16:creationId xmlns:a16="http://schemas.microsoft.com/office/drawing/2014/main" id="{1BDE1312-30A1-79CD-A097-4AB5DFE3FCE0}"/>
              </a:ext>
            </a:extLst>
          </p:cNvPr>
          <p:cNvSpPr>
            <a:spLocks/>
          </p:cNvSpPr>
          <p:nvPr/>
        </p:nvSpPr>
        <p:spPr>
          <a:xfrm>
            <a:off x="2383173" y="2740868"/>
            <a:ext cx="49267" cy="205230"/>
          </a:xfrm>
          <a:custGeom>
            <a:avLst/>
            <a:gdLst/>
            <a:ahLst/>
            <a:cxnLst/>
            <a:rect l="0" t="0" r="0" b="0"/>
            <a:pathLst>
              <a:path w="64389" h="268224">
                <a:moveTo>
                  <a:pt x="64389" y="0"/>
                </a:moveTo>
                <a:lnTo>
                  <a:pt x="0" y="268224"/>
                </a:lnTo>
              </a:path>
            </a:pathLst>
          </a:custGeom>
          <a:noFill/>
          <a:ln w="10203">
            <a:solidFill>
              <a:srgbClr val="394D93"/>
            </a:solidFill>
            <a:prstDash val="solid"/>
          </a:ln>
        </p:spPr>
      </p:sp>
      <p:sp>
        <p:nvSpPr>
          <p:cNvPr id="107" name="p1_fforms_path_53">
            <a:extLst>
              <a:ext uri="{FF2B5EF4-FFF2-40B4-BE49-F238E27FC236}">
                <a16:creationId xmlns:a16="http://schemas.microsoft.com/office/drawing/2014/main" id="{F128FD07-54D3-C40C-08BF-0AFE2A9DB3B9}"/>
              </a:ext>
            </a:extLst>
          </p:cNvPr>
          <p:cNvSpPr>
            <a:spLocks/>
          </p:cNvSpPr>
          <p:nvPr/>
        </p:nvSpPr>
        <p:spPr>
          <a:xfrm>
            <a:off x="2432440" y="2740868"/>
            <a:ext cx="41687" cy="205230"/>
          </a:xfrm>
          <a:custGeom>
            <a:avLst/>
            <a:gdLst/>
            <a:ahLst/>
            <a:cxnLst/>
            <a:rect l="0" t="0" r="0" b="0"/>
            <a:pathLst>
              <a:path w="54483" h="268224">
                <a:moveTo>
                  <a:pt x="0" y="0"/>
                </a:moveTo>
                <a:lnTo>
                  <a:pt x="54483" y="268224"/>
                </a:lnTo>
              </a:path>
            </a:pathLst>
          </a:custGeom>
          <a:noFill/>
          <a:ln w="10203">
            <a:solidFill>
              <a:srgbClr val="394D93"/>
            </a:solidFill>
            <a:prstDash val="solid"/>
          </a:ln>
        </p:spPr>
      </p:sp>
      <p:sp>
        <p:nvSpPr>
          <p:cNvPr id="109" name="p1_fforms_ellipse_54">
            <a:extLst>
              <a:ext uri="{FF2B5EF4-FFF2-40B4-BE49-F238E27FC236}">
                <a16:creationId xmlns:a16="http://schemas.microsoft.com/office/drawing/2014/main" id="{8577E573-D217-0551-ABDD-C97C46BF2014}"/>
              </a:ext>
            </a:extLst>
          </p:cNvPr>
          <p:cNvSpPr>
            <a:spLocks/>
          </p:cNvSpPr>
          <p:nvPr/>
        </p:nvSpPr>
        <p:spPr>
          <a:xfrm>
            <a:off x="2358394" y="2305629"/>
            <a:ext cx="49558" cy="49558"/>
          </a:xfrm>
          <a:prstGeom prst="ellipse">
            <a:avLst/>
          </a:prstGeom>
          <a:solidFill>
            <a:srgbClr val="C3CFEF"/>
          </a:solidFill>
          <a:ln w="8746">
            <a:solidFill>
              <a:srgbClr val="394D93"/>
            </a:solidFill>
            <a:prstDash val="solid"/>
          </a:ln>
        </p:spPr>
      </p:sp>
      <p:sp>
        <p:nvSpPr>
          <p:cNvPr id="111" name="p1_fforms_ellipse_55">
            <a:extLst>
              <a:ext uri="{FF2B5EF4-FFF2-40B4-BE49-F238E27FC236}">
                <a16:creationId xmlns:a16="http://schemas.microsoft.com/office/drawing/2014/main" id="{82831C75-1965-A514-3CC2-5FFC0484AE79}"/>
              </a:ext>
            </a:extLst>
          </p:cNvPr>
          <p:cNvSpPr>
            <a:spLocks/>
          </p:cNvSpPr>
          <p:nvPr/>
        </p:nvSpPr>
        <p:spPr>
          <a:xfrm>
            <a:off x="2248491" y="2498032"/>
            <a:ext cx="49558" cy="49558"/>
          </a:xfrm>
          <a:prstGeom prst="ellipse">
            <a:avLst/>
          </a:prstGeom>
          <a:solidFill>
            <a:srgbClr val="C3CFEF"/>
          </a:solidFill>
          <a:ln w="8746">
            <a:solidFill>
              <a:srgbClr val="394D93"/>
            </a:solidFill>
            <a:prstDash val="solid"/>
          </a:ln>
        </p:spPr>
      </p:sp>
      <p:sp>
        <p:nvSpPr>
          <p:cNvPr id="113" name="p1_fforms_ellipse_56">
            <a:extLst>
              <a:ext uri="{FF2B5EF4-FFF2-40B4-BE49-F238E27FC236}">
                <a16:creationId xmlns:a16="http://schemas.microsoft.com/office/drawing/2014/main" id="{BBCFD98D-98B2-D88C-4856-9BA254A9D0E0}"/>
              </a:ext>
            </a:extLst>
          </p:cNvPr>
          <p:cNvSpPr>
            <a:spLocks/>
          </p:cNvSpPr>
          <p:nvPr/>
        </p:nvSpPr>
        <p:spPr>
          <a:xfrm>
            <a:off x="2472087" y="2498032"/>
            <a:ext cx="49558" cy="49558"/>
          </a:xfrm>
          <a:prstGeom prst="ellipse">
            <a:avLst/>
          </a:prstGeom>
          <a:solidFill>
            <a:srgbClr val="C3CFEF"/>
          </a:solidFill>
          <a:ln w="8746">
            <a:solidFill>
              <a:srgbClr val="394D93"/>
            </a:solidFill>
            <a:prstDash val="solid"/>
          </a:ln>
        </p:spPr>
      </p:sp>
      <p:sp>
        <p:nvSpPr>
          <p:cNvPr id="115" name="p1_fforms_ellipse_57">
            <a:extLst>
              <a:ext uri="{FF2B5EF4-FFF2-40B4-BE49-F238E27FC236}">
                <a16:creationId xmlns:a16="http://schemas.microsoft.com/office/drawing/2014/main" id="{110774BC-8824-66B7-C8D5-D0FE642391F0}"/>
              </a:ext>
            </a:extLst>
          </p:cNvPr>
          <p:cNvSpPr>
            <a:spLocks/>
          </p:cNvSpPr>
          <p:nvPr/>
        </p:nvSpPr>
        <p:spPr>
          <a:xfrm>
            <a:off x="2187855" y="2728916"/>
            <a:ext cx="49558" cy="49558"/>
          </a:xfrm>
          <a:prstGeom prst="ellipse">
            <a:avLst/>
          </a:prstGeom>
          <a:solidFill>
            <a:srgbClr val="FFFFFF"/>
          </a:solidFill>
          <a:ln w="8746">
            <a:solidFill>
              <a:srgbClr val="394D93"/>
            </a:solidFill>
            <a:prstDash val="solid"/>
          </a:ln>
        </p:spPr>
      </p:sp>
      <p:sp>
        <p:nvSpPr>
          <p:cNvPr id="117" name="p1_fforms_ellipse_58">
            <a:extLst>
              <a:ext uri="{FF2B5EF4-FFF2-40B4-BE49-F238E27FC236}">
                <a16:creationId xmlns:a16="http://schemas.microsoft.com/office/drawing/2014/main" id="{21F06571-06AC-2E61-7C02-916A093D45F1}"/>
              </a:ext>
            </a:extLst>
          </p:cNvPr>
          <p:cNvSpPr>
            <a:spLocks/>
          </p:cNvSpPr>
          <p:nvPr/>
        </p:nvSpPr>
        <p:spPr>
          <a:xfrm>
            <a:off x="2309127" y="2728916"/>
            <a:ext cx="49558" cy="49558"/>
          </a:xfrm>
          <a:prstGeom prst="ellipse">
            <a:avLst/>
          </a:prstGeom>
          <a:solidFill>
            <a:srgbClr val="FFFFFF"/>
          </a:solidFill>
          <a:ln w="8746">
            <a:solidFill>
              <a:srgbClr val="394D93"/>
            </a:solidFill>
            <a:prstDash val="solid"/>
          </a:ln>
        </p:spPr>
      </p:sp>
      <p:sp>
        <p:nvSpPr>
          <p:cNvPr id="119" name="p1_fforms_ellipse_59">
            <a:extLst>
              <a:ext uri="{FF2B5EF4-FFF2-40B4-BE49-F238E27FC236}">
                <a16:creationId xmlns:a16="http://schemas.microsoft.com/office/drawing/2014/main" id="{AE6C53EC-E86A-B2A8-9DEC-88806AEA342B}"/>
              </a:ext>
            </a:extLst>
          </p:cNvPr>
          <p:cNvSpPr>
            <a:spLocks/>
          </p:cNvSpPr>
          <p:nvPr/>
        </p:nvSpPr>
        <p:spPr>
          <a:xfrm>
            <a:off x="2407661" y="2716089"/>
            <a:ext cx="49558" cy="49558"/>
          </a:xfrm>
          <a:prstGeom prst="ellipse">
            <a:avLst/>
          </a:prstGeom>
          <a:solidFill>
            <a:srgbClr val="FFFFFF"/>
          </a:solidFill>
          <a:ln w="8746">
            <a:solidFill>
              <a:srgbClr val="394D93"/>
            </a:solidFill>
            <a:prstDash val="solid"/>
          </a:ln>
        </p:spPr>
      </p:sp>
      <p:sp>
        <p:nvSpPr>
          <p:cNvPr id="121" name="p1_fforms_ellipse_60">
            <a:extLst>
              <a:ext uri="{FF2B5EF4-FFF2-40B4-BE49-F238E27FC236}">
                <a16:creationId xmlns:a16="http://schemas.microsoft.com/office/drawing/2014/main" id="{FB86DC3E-3C3E-B27D-F151-AEDAA8AA484D}"/>
              </a:ext>
            </a:extLst>
          </p:cNvPr>
          <p:cNvSpPr>
            <a:spLocks/>
          </p:cNvSpPr>
          <p:nvPr/>
        </p:nvSpPr>
        <p:spPr>
          <a:xfrm>
            <a:off x="2528933" y="2716089"/>
            <a:ext cx="49558" cy="49558"/>
          </a:xfrm>
          <a:prstGeom prst="ellipse">
            <a:avLst/>
          </a:prstGeom>
          <a:solidFill>
            <a:srgbClr val="FFFFFF"/>
          </a:solidFill>
          <a:ln w="8746">
            <a:solidFill>
              <a:srgbClr val="394D93"/>
            </a:solidFill>
            <a:prstDash val="solid"/>
          </a:ln>
        </p:spPr>
      </p:sp>
      <p:sp>
        <p:nvSpPr>
          <p:cNvPr id="123" name="p1_fforms_ellipse_61">
            <a:extLst>
              <a:ext uri="{FF2B5EF4-FFF2-40B4-BE49-F238E27FC236}">
                <a16:creationId xmlns:a16="http://schemas.microsoft.com/office/drawing/2014/main" id="{B007D60A-50D4-A78B-DE80-5E9C36F38B40}"/>
              </a:ext>
            </a:extLst>
          </p:cNvPr>
          <p:cNvSpPr>
            <a:spLocks/>
          </p:cNvSpPr>
          <p:nvPr/>
        </p:nvSpPr>
        <p:spPr>
          <a:xfrm>
            <a:off x="2358394" y="2921319"/>
            <a:ext cx="49558" cy="49558"/>
          </a:xfrm>
          <a:prstGeom prst="ellipse">
            <a:avLst/>
          </a:prstGeom>
          <a:solidFill>
            <a:srgbClr val="FFFFFF"/>
          </a:solidFill>
          <a:ln w="8746">
            <a:solidFill>
              <a:srgbClr val="394D93"/>
            </a:solidFill>
            <a:prstDash val="solid"/>
          </a:ln>
        </p:spPr>
      </p:sp>
      <p:sp>
        <p:nvSpPr>
          <p:cNvPr id="125" name="p1_fforms_ellipse_62">
            <a:extLst>
              <a:ext uri="{FF2B5EF4-FFF2-40B4-BE49-F238E27FC236}">
                <a16:creationId xmlns:a16="http://schemas.microsoft.com/office/drawing/2014/main" id="{F7A8A366-2B4B-DB91-87F0-5159B1A9C7ED}"/>
              </a:ext>
            </a:extLst>
          </p:cNvPr>
          <p:cNvSpPr>
            <a:spLocks/>
          </p:cNvSpPr>
          <p:nvPr/>
        </p:nvSpPr>
        <p:spPr>
          <a:xfrm>
            <a:off x="2449348" y="2921319"/>
            <a:ext cx="49558" cy="49558"/>
          </a:xfrm>
          <a:prstGeom prst="ellipse">
            <a:avLst/>
          </a:prstGeom>
          <a:solidFill>
            <a:srgbClr val="FFFFFF"/>
          </a:solidFill>
          <a:ln w="8746">
            <a:solidFill>
              <a:srgbClr val="394D93"/>
            </a:solidFill>
            <a:prstDash val="solid"/>
          </a:ln>
        </p:spPr>
      </p:sp>
      <p:sp>
        <p:nvSpPr>
          <p:cNvPr id="127" name="p1_fforms_path_63">
            <a:extLst>
              <a:ext uri="{FF2B5EF4-FFF2-40B4-BE49-F238E27FC236}">
                <a16:creationId xmlns:a16="http://schemas.microsoft.com/office/drawing/2014/main" id="{1D946597-5933-EAC2-461E-0564107C493D}"/>
              </a:ext>
            </a:extLst>
          </p:cNvPr>
          <p:cNvSpPr>
            <a:spLocks/>
          </p:cNvSpPr>
          <p:nvPr/>
        </p:nvSpPr>
        <p:spPr>
          <a:xfrm>
            <a:off x="2684605" y="2330408"/>
            <a:ext cx="113693" cy="211643"/>
          </a:xfrm>
          <a:custGeom>
            <a:avLst/>
            <a:gdLst/>
            <a:ahLst/>
            <a:cxnLst/>
            <a:rect l="0" t="0" r="0" b="0"/>
            <a:pathLst>
              <a:path w="148590" h="276606">
                <a:moveTo>
                  <a:pt x="148590" y="0"/>
                </a:moveTo>
                <a:lnTo>
                  <a:pt x="0" y="276606"/>
                </a:lnTo>
              </a:path>
            </a:pathLst>
          </a:custGeom>
          <a:noFill/>
          <a:ln w="10203">
            <a:solidFill>
              <a:srgbClr val="394D93"/>
            </a:solidFill>
            <a:prstDash val="solid"/>
          </a:ln>
        </p:spPr>
      </p:sp>
      <p:sp>
        <p:nvSpPr>
          <p:cNvPr id="129" name="p1_fforms_path_64">
            <a:extLst>
              <a:ext uri="{FF2B5EF4-FFF2-40B4-BE49-F238E27FC236}">
                <a16:creationId xmlns:a16="http://schemas.microsoft.com/office/drawing/2014/main" id="{DEF945BF-DAE7-87FE-A18C-5C447BC9C488}"/>
              </a:ext>
            </a:extLst>
          </p:cNvPr>
          <p:cNvSpPr>
            <a:spLocks/>
          </p:cNvSpPr>
          <p:nvPr/>
        </p:nvSpPr>
        <p:spPr>
          <a:xfrm>
            <a:off x="2798297" y="2330408"/>
            <a:ext cx="102323" cy="211643"/>
          </a:xfrm>
          <a:custGeom>
            <a:avLst/>
            <a:gdLst/>
            <a:ahLst/>
            <a:cxnLst/>
            <a:rect l="0" t="0" r="0" b="0"/>
            <a:pathLst>
              <a:path w="133731" h="276606">
                <a:moveTo>
                  <a:pt x="0" y="0"/>
                </a:moveTo>
                <a:lnTo>
                  <a:pt x="133731" y="276606"/>
                </a:lnTo>
              </a:path>
            </a:pathLst>
          </a:custGeom>
          <a:noFill/>
          <a:ln w="10203">
            <a:solidFill>
              <a:srgbClr val="394D93"/>
            </a:solidFill>
            <a:prstDash val="solid"/>
          </a:ln>
        </p:spPr>
      </p:sp>
      <p:sp>
        <p:nvSpPr>
          <p:cNvPr id="131" name="p1_fforms_path_65">
            <a:extLst>
              <a:ext uri="{FF2B5EF4-FFF2-40B4-BE49-F238E27FC236}">
                <a16:creationId xmlns:a16="http://schemas.microsoft.com/office/drawing/2014/main" id="{6C3D7A8F-6C11-81BC-A536-D3A3AAACBF6D}"/>
              </a:ext>
            </a:extLst>
          </p:cNvPr>
          <p:cNvSpPr>
            <a:spLocks/>
          </p:cNvSpPr>
          <p:nvPr/>
        </p:nvSpPr>
        <p:spPr>
          <a:xfrm>
            <a:off x="2623968" y="2542051"/>
            <a:ext cx="60636" cy="218057"/>
          </a:xfrm>
          <a:custGeom>
            <a:avLst/>
            <a:gdLst/>
            <a:ahLst/>
            <a:cxnLst/>
            <a:rect l="0" t="0" r="0" b="0"/>
            <a:pathLst>
              <a:path w="79248" h="284988">
                <a:moveTo>
                  <a:pt x="79248" y="0"/>
                </a:moveTo>
                <a:lnTo>
                  <a:pt x="0" y="284988"/>
                </a:lnTo>
              </a:path>
            </a:pathLst>
          </a:custGeom>
          <a:noFill/>
          <a:ln w="10203">
            <a:solidFill>
              <a:srgbClr val="394D93"/>
            </a:solidFill>
            <a:prstDash val="solid"/>
          </a:ln>
        </p:spPr>
      </p:sp>
      <p:sp>
        <p:nvSpPr>
          <p:cNvPr id="133" name="p1_fforms_path_66">
            <a:extLst>
              <a:ext uri="{FF2B5EF4-FFF2-40B4-BE49-F238E27FC236}">
                <a16:creationId xmlns:a16="http://schemas.microsoft.com/office/drawing/2014/main" id="{E2CB5A06-6EE0-CEFB-35A2-37C8293EF14E}"/>
              </a:ext>
            </a:extLst>
          </p:cNvPr>
          <p:cNvSpPr>
            <a:spLocks/>
          </p:cNvSpPr>
          <p:nvPr/>
        </p:nvSpPr>
        <p:spPr>
          <a:xfrm>
            <a:off x="2684605" y="2542051"/>
            <a:ext cx="60636" cy="218057"/>
          </a:xfrm>
          <a:custGeom>
            <a:avLst/>
            <a:gdLst/>
            <a:ahLst/>
            <a:cxnLst/>
            <a:rect l="0" t="0" r="0" b="0"/>
            <a:pathLst>
              <a:path w="79248" h="284988">
                <a:moveTo>
                  <a:pt x="0" y="0"/>
                </a:moveTo>
                <a:lnTo>
                  <a:pt x="79248" y="284988"/>
                </a:lnTo>
              </a:path>
            </a:pathLst>
          </a:custGeom>
          <a:noFill/>
          <a:ln w="10203">
            <a:solidFill>
              <a:srgbClr val="394D93"/>
            </a:solidFill>
            <a:prstDash val="solid"/>
          </a:ln>
        </p:spPr>
      </p:sp>
      <p:sp>
        <p:nvSpPr>
          <p:cNvPr id="135" name="p1_fforms_path_67">
            <a:extLst>
              <a:ext uri="{FF2B5EF4-FFF2-40B4-BE49-F238E27FC236}">
                <a16:creationId xmlns:a16="http://schemas.microsoft.com/office/drawing/2014/main" id="{4255A369-6C80-06D1-0847-D12D453A307A}"/>
              </a:ext>
            </a:extLst>
          </p:cNvPr>
          <p:cNvSpPr>
            <a:spLocks/>
          </p:cNvSpPr>
          <p:nvPr/>
        </p:nvSpPr>
        <p:spPr>
          <a:xfrm>
            <a:off x="2843774" y="2542051"/>
            <a:ext cx="56846" cy="218057"/>
          </a:xfrm>
          <a:custGeom>
            <a:avLst/>
            <a:gdLst/>
            <a:ahLst/>
            <a:cxnLst/>
            <a:rect l="0" t="0" r="0" b="0"/>
            <a:pathLst>
              <a:path w="74295" h="284988">
                <a:moveTo>
                  <a:pt x="74295" y="0"/>
                </a:moveTo>
                <a:lnTo>
                  <a:pt x="0" y="284988"/>
                </a:lnTo>
              </a:path>
            </a:pathLst>
          </a:custGeom>
          <a:noFill/>
          <a:ln w="10203">
            <a:solidFill>
              <a:srgbClr val="394D93"/>
            </a:solidFill>
            <a:prstDash val="solid"/>
          </a:ln>
        </p:spPr>
      </p:sp>
      <p:sp>
        <p:nvSpPr>
          <p:cNvPr id="137" name="p1_fforms_path_68">
            <a:extLst>
              <a:ext uri="{FF2B5EF4-FFF2-40B4-BE49-F238E27FC236}">
                <a16:creationId xmlns:a16="http://schemas.microsoft.com/office/drawing/2014/main" id="{8CAF2D2B-7C84-C319-E818-C2B35E74D956}"/>
              </a:ext>
            </a:extLst>
          </p:cNvPr>
          <p:cNvSpPr>
            <a:spLocks/>
          </p:cNvSpPr>
          <p:nvPr/>
        </p:nvSpPr>
        <p:spPr>
          <a:xfrm>
            <a:off x="2900621" y="2542051"/>
            <a:ext cx="75795" cy="218057"/>
          </a:xfrm>
          <a:custGeom>
            <a:avLst/>
            <a:gdLst/>
            <a:ahLst/>
            <a:cxnLst/>
            <a:rect l="0" t="0" r="0" b="0"/>
            <a:pathLst>
              <a:path w="99060" h="284988">
                <a:moveTo>
                  <a:pt x="0" y="0"/>
                </a:moveTo>
                <a:lnTo>
                  <a:pt x="99060" y="284988"/>
                </a:lnTo>
              </a:path>
            </a:pathLst>
          </a:custGeom>
          <a:noFill/>
          <a:ln w="10203">
            <a:solidFill>
              <a:srgbClr val="394D93"/>
            </a:solidFill>
            <a:prstDash val="solid"/>
          </a:ln>
        </p:spPr>
      </p:sp>
      <p:sp>
        <p:nvSpPr>
          <p:cNvPr id="139" name="p1_fforms_path_69">
            <a:extLst>
              <a:ext uri="{FF2B5EF4-FFF2-40B4-BE49-F238E27FC236}">
                <a16:creationId xmlns:a16="http://schemas.microsoft.com/office/drawing/2014/main" id="{64B078E3-916C-8038-DF64-0C3D47D4B988}"/>
              </a:ext>
            </a:extLst>
          </p:cNvPr>
          <p:cNvSpPr>
            <a:spLocks/>
          </p:cNvSpPr>
          <p:nvPr/>
        </p:nvSpPr>
        <p:spPr>
          <a:xfrm>
            <a:off x="2703553" y="2760108"/>
            <a:ext cx="41687" cy="185990"/>
          </a:xfrm>
          <a:custGeom>
            <a:avLst/>
            <a:gdLst/>
            <a:ahLst/>
            <a:cxnLst/>
            <a:rect l="0" t="0" r="0" b="0"/>
            <a:pathLst>
              <a:path w="54483" h="243078">
                <a:moveTo>
                  <a:pt x="54483" y="0"/>
                </a:moveTo>
                <a:lnTo>
                  <a:pt x="0" y="243078"/>
                </a:lnTo>
              </a:path>
            </a:pathLst>
          </a:custGeom>
          <a:noFill/>
          <a:ln w="10203">
            <a:solidFill>
              <a:srgbClr val="394D93"/>
            </a:solidFill>
            <a:prstDash val="solid"/>
          </a:ln>
        </p:spPr>
      </p:sp>
      <p:sp>
        <p:nvSpPr>
          <p:cNvPr id="141" name="p1_fforms_path_70">
            <a:extLst>
              <a:ext uri="{FF2B5EF4-FFF2-40B4-BE49-F238E27FC236}">
                <a16:creationId xmlns:a16="http://schemas.microsoft.com/office/drawing/2014/main" id="{295E38D1-8314-4B83-829D-991AB6BD8E8B}"/>
              </a:ext>
            </a:extLst>
          </p:cNvPr>
          <p:cNvSpPr>
            <a:spLocks/>
          </p:cNvSpPr>
          <p:nvPr/>
        </p:nvSpPr>
        <p:spPr>
          <a:xfrm>
            <a:off x="2745241" y="2760108"/>
            <a:ext cx="49267" cy="185990"/>
          </a:xfrm>
          <a:custGeom>
            <a:avLst/>
            <a:gdLst/>
            <a:ahLst/>
            <a:cxnLst/>
            <a:rect l="0" t="0" r="0" b="0"/>
            <a:pathLst>
              <a:path w="64389" h="243078">
                <a:moveTo>
                  <a:pt x="0" y="0"/>
                </a:moveTo>
                <a:lnTo>
                  <a:pt x="64389" y="243078"/>
                </a:lnTo>
              </a:path>
            </a:pathLst>
          </a:custGeom>
          <a:noFill/>
          <a:ln w="10203">
            <a:solidFill>
              <a:srgbClr val="394D93"/>
            </a:solidFill>
            <a:prstDash val="solid"/>
          </a:ln>
        </p:spPr>
      </p:sp>
      <p:sp>
        <p:nvSpPr>
          <p:cNvPr id="143" name="p1_fforms_ellipse_71">
            <a:extLst>
              <a:ext uri="{FF2B5EF4-FFF2-40B4-BE49-F238E27FC236}">
                <a16:creationId xmlns:a16="http://schemas.microsoft.com/office/drawing/2014/main" id="{432748B4-B32E-026D-5192-27F5F86E87E4}"/>
              </a:ext>
            </a:extLst>
          </p:cNvPr>
          <p:cNvSpPr>
            <a:spLocks/>
          </p:cNvSpPr>
          <p:nvPr/>
        </p:nvSpPr>
        <p:spPr>
          <a:xfrm>
            <a:off x="2773518" y="2305629"/>
            <a:ext cx="49558" cy="49558"/>
          </a:xfrm>
          <a:prstGeom prst="ellipse">
            <a:avLst/>
          </a:prstGeom>
          <a:solidFill>
            <a:srgbClr val="C3CFEF"/>
          </a:solidFill>
          <a:ln w="8746">
            <a:solidFill>
              <a:srgbClr val="394D93"/>
            </a:solidFill>
            <a:prstDash val="solid"/>
          </a:ln>
        </p:spPr>
      </p:sp>
      <p:sp>
        <p:nvSpPr>
          <p:cNvPr id="145" name="p1_fforms_ellipse_72">
            <a:extLst>
              <a:ext uri="{FF2B5EF4-FFF2-40B4-BE49-F238E27FC236}">
                <a16:creationId xmlns:a16="http://schemas.microsoft.com/office/drawing/2014/main" id="{80FCC021-F7FA-4311-DF96-E035A41EE2FA}"/>
              </a:ext>
            </a:extLst>
          </p:cNvPr>
          <p:cNvSpPr>
            <a:spLocks/>
          </p:cNvSpPr>
          <p:nvPr/>
        </p:nvSpPr>
        <p:spPr>
          <a:xfrm>
            <a:off x="2659825" y="2517272"/>
            <a:ext cx="49558" cy="49558"/>
          </a:xfrm>
          <a:prstGeom prst="ellipse">
            <a:avLst/>
          </a:prstGeom>
          <a:solidFill>
            <a:srgbClr val="C3CFEF"/>
          </a:solidFill>
          <a:ln w="8746">
            <a:solidFill>
              <a:srgbClr val="394D93"/>
            </a:solidFill>
            <a:prstDash val="solid"/>
          </a:ln>
        </p:spPr>
      </p:sp>
      <p:sp>
        <p:nvSpPr>
          <p:cNvPr id="147" name="p1_fforms_ellipse_73">
            <a:extLst>
              <a:ext uri="{FF2B5EF4-FFF2-40B4-BE49-F238E27FC236}">
                <a16:creationId xmlns:a16="http://schemas.microsoft.com/office/drawing/2014/main" id="{FB7DB570-6396-A0B3-2CA8-21A3FCD2E62A}"/>
              </a:ext>
            </a:extLst>
          </p:cNvPr>
          <p:cNvSpPr>
            <a:spLocks/>
          </p:cNvSpPr>
          <p:nvPr/>
        </p:nvSpPr>
        <p:spPr>
          <a:xfrm>
            <a:off x="2875841" y="2517272"/>
            <a:ext cx="49558" cy="49558"/>
          </a:xfrm>
          <a:prstGeom prst="ellipse">
            <a:avLst/>
          </a:prstGeom>
          <a:solidFill>
            <a:srgbClr val="C3CFEF"/>
          </a:solidFill>
          <a:ln w="8746">
            <a:solidFill>
              <a:srgbClr val="394D93"/>
            </a:solidFill>
            <a:prstDash val="solid"/>
          </a:ln>
        </p:spPr>
      </p:sp>
      <p:sp>
        <p:nvSpPr>
          <p:cNvPr id="149" name="p1_fforms_ellipse_74">
            <a:extLst>
              <a:ext uri="{FF2B5EF4-FFF2-40B4-BE49-F238E27FC236}">
                <a16:creationId xmlns:a16="http://schemas.microsoft.com/office/drawing/2014/main" id="{2E1122C5-75CD-AC14-991B-6588372DDD82}"/>
              </a:ext>
            </a:extLst>
          </p:cNvPr>
          <p:cNvSpPr>
            <a:spLocks/>
          </p:cNvSpPr>
          <p:nvPr/>
        </p:nvSpPr>
        <p:spPr>
          <a:xfrm>
            <a:off x="2599189" y="2735329"/>
            <a:ext cx="49558" cy="49558"/>
          </a:xfrm>
          <a:prstGeom prst="ellipse">
            <a:avLst/>
          </a:prstGeom>
          <a:solidFill>
            <a:srgbClr val="FFFFFF"/>
          </a:solidFill>
          <a:ln w="8746">
            <a:solidFill>
              <a:srgbClr val="394D93"/>
            </a:solidFill>
            <a:prstDash val="solid"/>
          </a:ln>
        </p:spPr>
      </p:sp>
      <p:sp>
        <p:nvSpPr>
          <p:cNvPr id="151" name="p1_fforms_ellipse_75">
            <a:extLst>
              <a:ext uri="{FF2B5EF4-FFF2-40B4-BE49-F238E27FC236}">
                <a16:creationId xmlns:a16="http://schemas.microsoft.com/office/drawing/2014/main" id="{FAFAC714-7828-BFBB-EBF0-3D0665BBAFB7}"/>
              </a:ext>
            </a:extLst>
          </p:cNvPr>
          <p:cNvSpPr>
            <a:spLocks/>
          </p:cNvSpPr>
          <p:nvPr/>
        </p:nvSpPr>
        <p:spPr>
          <a:xfrm>
            <a:off x="2720461" y="2735329"/>
            <a:ext cx="49558" cy="49558"/>
          </a:xfrm>
          <a:prstGeom prst="ellipse">
            <a:avLst/>
          </a:prstGeom>
          <a:solidFill>
            <a:srgbClr val="FFFFFF"/>
          </a:solidFill>
          <a:ln w="8746">
            <a:solidFill>
              <a:srgbClr val="394D93"/>
            </a:solidFill>
            <a:prstDash val="solid"/>
          </a:ln>
        </p:spPr>
      </p:sp>
      <p:sp>
        <p:nvSpPr>
          <p:cNvPr id="153" name="p1_fforms_ellipse_76">
            <a:extLst>
              <a:ext uri="{FF2B5EF4-FFF2-40B4-BE49-F238E27FC236}">
                <a16:creationId xmlns:a16="http://schemas.microsoft.com/office/drawing/2014/main" id="{CCE9B65C-DE17-8686-2DB7-010E02FD52C8}"/>
              </a:ext>
            </a:extLst>
          </p:cNvPr>
          <p:cNvSpPr>
            <a:spLocks/>
          </p:cNvSpPr>
          <p:nvPr/>
        </p:nvSpPr>
        <p:spPr>
          <a:xfrm>
            <a:off x="2818995" y="2735329"/>
            <a:ext cx="49558" cy="49558"/>
          </a:xfrm>
          <a:prstGeom prst="ellipse">
            <a:avLst/>
          </a:prstGeom>
          <a:solidFill>
            <a:srgbClr val="FFFFFF"/>
          </a:solidFill>
          <a:ln w="8746">
            <a:solidFill>
              <a:srgbClr val="394D93"/>
            </a:solidFill>
            <a:prstDash val="solid"/>
          </a:ln>
        </p:spPr>
      </p:sp>
      <p:sp>
        <p:nvSpPr>
          <p:cNvPr id="155" name="p1_fforms_ellipse_77">
            <a:extLst>
              <a:ext uri="{FF2B5EF4-FFF2-40B4-BE49-F238E27FC236}">
                <a16:creationId xmlns:a16="http://schemas.microsoft.com/office/drawing/2014/main" id="{7CFF7ED6-3C67-B71A-DB34-B39BBF5BE148}"/>
              </a:ext>
            </a:extLst>
          </p:cNvPr>
          <p:cNvSpPr>
            <a:spLocks/>
          </p:cNvSpPr>
          <p:nvPr/>
        </p:nvSpPr>
        <p:spPr>
          <a:xfrm>
            <a:off x="2951637" y="2735329"/>
            <a:ext cx="49558" cy="49558"/>
          </a:xfrm>
          <a:prstGeom prst="ellipse">
            <a:avLst/>
          </a:prstGeom>
          <a:solidFill>
            <a:srgbClr val="FFFFFF"/>
          </a:solidFill>
          <a:ln w="8746">
            <a:solidFill>
              <a:srgbClr val="394D93"/>
            </a:solidFill>
            <a:prstDash val="solid"/>
          </a:ln>
        </p:spPr>
      </p:sp>
      <p:sp>
        <p:nvSpPr>
          <p:cNvPr id="157" name="p1_fforms_ellipse_78">
            <a:extLst>
              <a:ext uri="{FF2B5EF4-FFF2-40B4-BE49-F238E27FC236}">
                <a16:creationId xmlns:a16="http://schemas.microsoft.com/office/drawing/2014/main" id="{5991A39E-CEB7-5AE7-AC65-5A708BDE0146}"/>
              </a:ext>
            </a:extLst>
          </p:cNvPr>
          <p:cNvSpPr>
            <a:spLocks/>
          </p:cNvSpPr>
          <p:nvPr/>
        </p:nvSpPr>
        <p:spPr>
          <a:xfrm>
            <a:off x="2678774" y="2921319"/>
            <a:ext cx="49558" cy="49558"/>
          </a:xfrm>
          <a:prstGeom prst="ellipse">
            <a:avLst/>
          </a:prstGeom>
          <a:solidFill>
            <a:srgbClr val="FFFFFF"/>
          </a:solidFill>
          <a:ln w="8746">
            <a:solidFill>
              <a:srgbClr val="394D93"/>
            </a:solidFill>
            <a:prstDash val="solid"/>
          </a:ln>
        </p:spPr>
      </p:sp>
      <p:sp>
        <p:nvSpPr>
          <p:cNvPr id="159" name="p1_fforms_ellipse_79">
            <a:extLst>
              <a:ext uri="{FF2B5EF4-FFF2-40B4-BE49-F238E27FC236}">
                <a16:creationId xmlns:a16="http://schemas.microsoft.com/office/drawing/2014/main" id="{56005A6F-B49E-D1E1-FE5A-F89CC9043B1A}"/>
              </a:ext>
            </a:extLst>
          </p:cNvPr>
          <p:cNvSpPr>
            <a:spLocks/>
          </p:cNvSpPr>
          <p:nvPr/>
        </p:nvSpPr>
        <p:spPr>
          <a:xfrm>
            <a:off x="2769728" y="2921319"/>
            <a:ext cx="49558" cy="49558"/>
          </a:xfrm>
          <a:prstGeom prst="ellipse">
            <a:avLst/>
          </a:prstGeom>
          <a:solidFill>
            <a:srgbClr val="FFFFFF"/>
          </a:solidFill>
          <a:ln w="8746">
            <a:solidFill>
              <a:srgbClr val="394D93"/>
            </a:solidFill>
            <a:prstDash val="solid"/>
          </a:ln>
        </p:spPr>
      </p:sp>
      <p:sp>
        <p:nvSpPr>
          <p:cNvPr id="161" name="p1_fforms_rect_80">
            <a:extLst>
              <a:ext uri="{FF2B5EF4-FFF2-40B4-BE49-F238E27FC236}">
                <a16:creationId xmlns:a16="http://schemas.microsoft.com/office/drawing/2014/main" id="{D3157266-6236-B702-920F-EDC65B2CF311}"/>
              </a:ext>
            </a:extLst>
          </p:cNvPr>
          <p:cNvSpPr>
            <a:spLocks/>
          </p:cNvSpPr>
          <p:nvPr/>
        </p:nvSpPr>
        <p:spPr>
          <a:xfrm>
            <a:off x="3294172" y="1494038"/>
            <a:ext cx="925575" cy="1858438"/>
          </a:xfrm>
          <a:prstGeom prst="roundRect">
            <a:avLst>
              <a:gd name="adj" fmla="val 4724"/>
            </a:avLst>
          </a:prstGeom>
          <a:solidFill>
            <a:srgbClr val="FFFFFF"/>
          </a:solidFill>
          <a:ln w="7288">
            <a:solidFill>
              <a:srgbClr val="C3CEE7"/>
            </a:solidFill>
            <a:prstDash val="solid"/>
          </a:ln>
        </p:spPr>
      </p:sp>
      <p:sp>
        <p:nvSpPr>
          <p:cNvPr id="163" name="p1_fforms_rect_81">
            <a:extLst>
              <a:ext uri="{FF2B5EF4-FFF2-40B4-BE49-F238E27FC236}">
                <a16:creationId xmlns:a16="http://schemas.microsoft.com/office/drawing/2014/main" id="{C723B701-7E85-9963-AD7E-0B8E34A8FE3C}"/>
              </a:ext>
            </a:extLst>
          </p:cNvPr>
          <p:cNvSpPr>
            <a:spLocks/>
          </p:cNvSpPr>
          <p:nvPr/>
        </p:nvSpPr>
        <p:spPr>
          <a:xfrm>
            <a:off x="3381628" y="1902166"/>
            <a:ext cx="750663" cy="291520"/>
          </a:xfrm>
          <a:prstGeom prst="roundRect">
            <a:avLst>
              <a:gd name="adj" fmla="val 10000"/>
            </a:avLst>
          </a:prstGeom>
          <a:gradFill>
            <a:gsLst>
              <a:gs pos="0">
                <a:srgbClr val="FEFEFF"/>
              </a:gs>
              <a:gs pos="100000">
                <a:srgbClr val="EDF0F8"/>
              </a:gs>
            </a:gsLst>
            <a:lin ang="5400000"/>
          </a:gradFill>
          <a:ln w="7288">
            <a:solidFill>
              <a:srgbClr val="CAD4E8"/>
            </a:solidFill>
            <a:prstDash val="solid"/>
          </a:ln>
        </p:spPr>
      </p:sp>
      <p:sp>
        <p:nvSpPr>
          <p:cNvPr id="165" name="p1_fforms_rect_82">
            <a:extLst>
              <a:ext uri="{FF2B5EF4-FFF2-40B4-BE49-F238E27FC236}">
                <a16:creationId xmlns:a16="http://schemas.microsoft.com/office/drawing/2014/main" id="{3FF4EEDC-18AB-2BEA-ACED-B136639E24D0}"/>
              </a:ext>
            </a:extLst>
          </p:cNvPr>
          <p:cNvSpPr>
            <a:spLocks/>
          </p:cNvSpPr>
          <p:nvPr/>
        </p:nvSpPr>
        <p:spPr>
          <a:xfrm>
            <a:off x="3381628" y="2303005"/>
            <a:ext cx="750663" cy="291520"/>
          </a:xfrm>
          <a:prstGeom prst="roundRect">
            <a:avLst>
              <a:gd name="adj" fmla="val 10000"/>
            </a:avLst>
          </a:prstGeom>
          <a:gradFill>
            <a:gsLst>
              <a:gs pos="0">
                <a:srgbClr val="E5EAF8"/>
              </a:gs>
              <a:gs pos="100000">
                <a:srgbClr val="C4CEEB"/>
              </a:gs>
            </a:gsLst>
            <a:lin ang="5400000"/>
          </a:gradFill>
          <a:ln w="7288">
            <a:solidFill>
              <a:srgbClr val="394D93"/>
            </a:solidFill>
            <a:prstDash val="solid"/>
          </a:ln>
        </p:spPr>
      </p:sp>
      <p:sp>
        <p:nvSpPr>
          <p:cNvPr id="167" name="p1_fforms_rect_83">
            <a:extLst>
              <a:ext uri="{FF2B5EF4-FFF2-40B4-BE49-F238E27FC236}">
                <a16:creationId xmlns:a16="http://schemas.microsoft.com/office/drawing/2014/main" id="{1C920A40-85C8-9040-A62D-B02DE6A55601}"/>
              </a:ext>
            </a:extLst>
          </p:cNvPr>
          <p:cNvSpPr>
            <a:spLocks/>
          </p:cNvSpPr>
          <p:nvPr/>
        </p:nvSpPr>
        <p:spPr>
          <a:xfrm>
            <a:off x="3381628" y="2703845"/>
            <a:ext cx="750663" cy="291520"/>
          </a:xfrm>
          <a:prstGeom prst="roundRect">
            <a:avLst>
              <a:gd name="adj" fmla="val 10000"/>
            </a:avLst>
          </a:prstGeom>
          <a:gradFill>
            <a:gsLst>
              <a:gs pos="0">
                <a:srgbClr val="FEFEFF"/>
              </a:gs>
              <a:gs pos="100000">
                <a:srgbClr val="EDF0F8"/>
              </a:gs>
            </a:gsLst>
            <a:lin ang="5400000"/>
          </a:gradFill>
          <a:ln w="7288">
            <a:solidFill>
              <a:srgbClr val="CAD4E8"/>
            </a:solidFill>
            <a:prstDash val="solid"/>
          </a:ln>
        </p:spPr>
      </p:sp>
      <p:sp>
        <p:nvSpPr>
          <p:cNvPr id="169" name="p1_fforms_path_84">
            <a:extLst>
              <a:ext uri="{FF2B5EF4-FFF2-40B4-BE49-F238E27FC236}">
                <a16:creationId xmlns:a16="http://schemas.microsoft.com/office/drawing/2014/main" id="{D136946E-691C-D755-C24D-1F5AD474DCAB}"/>
              </a:ext>
            </a:extLst>
          </p:cNvPr>
          <p:cNvSpPr>
            <a:spLocks/>
          </p:cNvSpPr>
          <p:nvPr/>
        </p:nvSpPr>
        <p:spPr>
          <a:xfrm>
            <a:off x="1530478" y="2426901"/>
            <a:ext cx="94744" cy="729"/>
          </a:xfrm>
          <a:custGeom>
            <a:avLst/>
            <a:gdLst/>
            <a:ahLst/>
            <a:cxnLst/>
            <a:rect l="0" t="0" r="0" b="0"/>
            <a:pathLst>
              <a:path w="123825" h="953">
                <a:moveTo>
                  <a:pt x="0" y="0"/>
                </a:moveTo>
                <a:lnTo>
                  <a:pt x="123825" y="0"/>
                </a:lnTo>
              </a:path>
            </a:pathLst>
          </a:custGeom>
          <a:noFill/>
          <a:ln w="10932">
            <a:solidFill>
              <a:srgbClr val="394D93"/>
            </a:solidFill>
            <a:prstDash val="solid"/>
          </a:ln>
        </p:spPr>
      </p:sp>
      <p:sp>
        <p:nvSpPr>
          <p:cNvPr id="171" name="p1_fforms_path_85">
            <a:extLst>
              <a:ext uri="{FF2B5EF4-FFF2-40B4-BE49-F238E27FC236}">
                <a16:creationId xmlns:a16="http://schemas.microsoft.com/office/drawing/2014/main" id="{65798B5F-58DB-3DDE-4F83-162CC6EAAB99}"/>
              </a:ext>
            </a:extLst>
          </p:cNvPr>
          <p:cNvSpPr>
            <a:spLocks/>
          </p:cNvSpPr>
          <p:nvPr/>
        </p:nvSpPr>
        <p:spPr>
          <a:xfrm>
            <a:off x="1537766" y="238842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73" name="p1_fforms_path_86">
            <a:extLst>
              <a:ext uri="{FF2B5EF4-FFF2-40B4-BE49-F238E27FC236}">
                <a16:creationId xmlns:a16="http://schemas.microsoft.com/office/drawing/2014/main" id="{D9D1DB22-8C6D-179B-9A63-0C98A3D9329F}"/>
              </a:ext>
            </a:extLst>
          </p:cNvPr>
          <p:cNvSpPr>
            <a:spLocks/>
          </p:cNvSpPr>
          <p:nvPr/>
        </p:nvSpPr>
        <p:spPr>
          <a:xfrm>
            <a:off x="3184852" y="2426901"/>
            <a:ext cx="87456" cy="729"/>
          </a:xfrm>
          <a:custGeom>
            <a:avLst/>
            <a:gdLst/>
            <a:ahLst/>
            <a:cxnLst/>
            <a:rect l="0" t="0" r="0" b="0"/>
            <a:pathLst>
              <a:path w="114300" h="953">
                <a:moveTo>
                  <a:pt x="0" y="0"/>
                </a:moveTo>
                <a:lnTo>
                  <a:pt x="114300" y="0"/>
                </a:lnTo>
              </a:path>
            </a:pathLst>
          </a:custGeom>
          <a:noFill/>
          <a:ln w="10932">
            <a:solidFill>
              <a:srgbClr val="394D93"/>
            </a:solidFill>
            <a:prstDash val="solid"/>
          </a:ln>
        </p:spPr>
      </p:sp>
      <p:sp>
        <p:nvSpPr>
          <p:cNvPr id="175" name="p1_fforms_path_87">
            <a:extLst>
              <a:ext uri="{FF2B5EF4-FFF2-40B4-BE49-F238E27FC236}">
                <a16:creationId xmlns:a16="http://schemas.microsoft.com/office/drawing/2014/main" id="{3C4123B1-E282-905D-7037-859C3C59B769}"/>
              </a:ext>
            </a:extLst>
          </p:cNvPr>
          <p:cNvSpPr>
            <a:spLocks/>
          </p:cNvSpPr>
          <p:nvPr/>
        </p:nvSpPr>
        <p:spPr>
          <a:xfrm>
            <a:off x="3184852" y="238842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77" name="p1_fformpp_rect_88">
            <a:extLst>
              <a:ext uri="{FF2B5EF4-FFF2-40B4-BE49-F238E27FC236}">
                <a16:creationId xmlns:a16="http://schemas.microsoft.com/office/drawing/2014/main" id="{2DAC9D10-8F76-9B39-6A1F-2F87206ACB5B}"/>
              </a:ext>
            </a:extLst>
          </p:cNvPr>
          <p:cNvSpPr>
            <a:spLocks/>
          </p:cNvSpPr>
          <p:nvPr/>
        </p:nvSpPr>
        <p:spPr>
          <a:xfrm>
            <a:off x="4460251" y="852695"/>
            <a:ext cx="4248899" cy="2864181"/>
          </a:xfrm>
          <a:prstGeom prst="roundRect">
            <a:avLst>
              <a:gd name="adj" fmla="val 3053"/>
            </a:avLst>
          </a:prstGeom>
          <a:gradFill>
            <a:gsLst>
              <a:gs pos="0">
                <a:srgbClr val="FEFEFF"/>
              </a:gs>
              <a:gs pos="100000">
                <a:srgbClr val="EDF0F8"/>
              </a:gs>
            </a:gsLst>
            <a:lin ang="5400000"/>
          </a:gradFill>
          <a:ln w="9839">
            <a:solidFill>
              <a:srgbClr val="172956"/>
            </a:solidFill>
            <a:prstDash val="solid"/>
          </a:ln>
        </p:spPr>
      </p:sp>
      <p:sp>
        <p:nvSpPr>
          <p:cNvPr id="179" name="p1_fformpp_rect_89">
            <a:extLst>
              <a:ext uri="{FF2B5EF4-FFF2-40B4-BE49-F238E27FC236}">
                <a16:creationId xmlns:a16="http://schemas.microsoft.com/office/drawing/2014/main" id="{7623E3AE-5809-757A-5274-F79098A69430}"/>
              </a:ext>
            </a:extLst>
          </p:cNvPr>
          <p:cNvSpPr>
            <a:spLocks/>
          </p:cNvSpPr>
          <p:nvPr/>
        </p:nvSpPr>
        <p:spPr>
          <a:xfrm>
            <a:off x="4562283" y="940151"/>
            <a:ext cx="262368" cy="269656"/>
          </a:xfrm>
          <a:prstGeom prst="roundRect">
            <a:avLst>
              <a:gd name="adj" fmla="val 13889"/>
            </a:avLst>
          </a:prstGeom>
          <a:solidFill>
            <a:srgbClr val="DFE7F8"/>
          </a:solidFill>
          <a:ln w="0">
            <a:noFill/>
            <a:prstDash val="solid"/>
          </a:ln>
        </p:spPr>
      </p:sp>
      <p:sp>
        <p:nvSpPr>
          <p:cNvPr id="181" name="p1_fformpp_rect_90">
            <a:extLst>
              <a:ext uri="{FF2B5EF4-FFF2-40B4-BE49-F238E27FC236}">
                <a16:creationId xmlns:a16="http://schemas.microsoft.com/office/drawing/2014/main" id="{16DE670D-D276-C517-F7DD-F8AFC5993502}"/>
              </a:ext>
            </a:extLst>
          </p:cNvPr>
          <p:cNvSpPr>
            <a:spLocks/>
          </p:cNvSpPr>
          <p:nvPr/>
        </p:nvSpPr>
        <p:spPr>
          <a:xfrm>
            <a:off x="4562283" y="1494038"/>
            <a:ext cx="816255" cy="1858438"/>
          </a:xfrm>
          <a:prstGeom prst="roundRect">
            <a:avLst>
              <a:gd name="adj" fmla="val 5357"/>
            </a:avLst>
          </a:prstGeom>
          <a:solidFill>
            <a:srgbClr val="FFFFFF"/>
          </a:solidFill>
          <a:ln w="7288">
            <a:solidFill>
              <a:srgbClr val="C3CEE7"/>
            </a:solidFill>
            <a:prstDash val="solid"/>
          </a:ln>
        </p:spPr>
      </p:sp>
      <p:sp>
        <p:nvSpPr>
          <p:cNvPr id="183" name="p1_fformpp_path_91">
            <a:extLst>
              <a:ext uri="{FF2B5EF4-FFF2-40B4-BE49-F238E27FC236}">
                <a16:creationId xmlns:a16="http://schemas.microsoft.com/office/drawing/2014/main" id="{52F79FC4-97CB-F681-5DEB-13415CDB0A17}"/>
              </a:ext>
            </a:extLst>
          </p:cNvPr>
          <p:cNvSpPr>
            <a:spLocks/>
          </p:cNvSpPr>
          <p:nvPr/>
        </p:nvSpPr>
        <p:spPr>
          <a:xfrm>
            <a:off x="4657027" y="2086473"/>
            <a:ext cx="619479" cy="108560"/>
          </a:xfrm>
          <a:custGeom>
            <a:avLst/>
            <a:gdLst/>
            <a:ahLst/>
            <a:cxnLst/>
            <a:rect l="0" t="0" r="0" b="0"/>
            <a:pathLst>
              <a:path w="809625" h="141882">
                <a:moveTo>
                  <a:pt x="0" y="52304"/>
                </a:moveTo>
                <a:lnTo>
                  <a:pt x="8178" y="64529"/>
                </a:lnTo>
                <a:lnTo>
                  <a:pt x="16356" y="80016"/>
                </a:lnTo>
                <a:lnTo>
                  <a:pt x="24534" y="109473"/>
                </a:lnTo>
                <a:lnTo>
                  <a:pt x="32712" y="104781"/>
                </a:lnTo>
                <a:lnTo>
                  <a:pt x="40890" y="93289"/>
                </a:lnTo>
                <a:lnTo>
                  <a:pt x="49068" y="86403"/>
                </a:lnTo>
                <a:lnTo>
                  <a:pt x="57246" y="110868"/>
                </a:lnTo>
                <a:lnTo>
                  <a:pt x="65424" y="34181"/>
                </a:lnTo>
                <a:lnTo>
                  <a:pt x="73602" y="70119"/>
                </a:lnTo>
                <a:lnTo>
                  <a:pt x="81780" y="20574"/>
                </a:lnTo>
                <a:lnTo>
                  <a:pt x="89958" y="205"/>
                </a:lnTo>
                <a:lnTo>
                  <a:pt x="98136" y="5979"/>
                </a:lnTo>
                <a:lnTo>
                  <a:pt x="106314" y="81537"/>
                </a:lnTo>
                <a:lnTo>
                  <a:pt x="114492" y="91706"/>
                </a:lnTo>
                <a:lnTo>
                  <a:pt x="122670" y="66843"/>
                </a:lnTo>
                <a:lnTo>
                  <a:pt x="130848" y="136122"/>
                </a:lnTo>
                <a:lnTo>
                  <a:pt x="139027" y="122353"/>
                </a:lnTo>
                <a:lnTo>
                  <a:pt x="147205" y="128826"/>
                </a:lnTo>
                <a:lnTo>
                  <a:pt x="155383" y="92449"/>
                </a:lnTo>
                <a:lnTo>
                  <a:pt x="163561" y="62494"/>
                </a:lnTo>
                <a:lnTo>
                  <a:pt x="171739" y="74700"/>
                </a:lnTo>
                <a:lnTo>
                  <a:pt x="179917" y="66681"/>
                </a:lnTo>
                <a:lnTo>
                  <a:pt x="188095" y="73689"/>
                </a:lnTo>
                <a:lnTo>
                  <a:pt x="196273" y="37451"/>
                </a:lnTo>
                <a:lnTo>
                  <a:pt x="204451" y="36884"/>
                </a:lnTo>
                <a:lnTo>
                  <a:pt x="212629" y="40537"/>
                </a:lnTo>
                <a:lnTo>
                  <a:pt x="220807" y="62288"/>
                </a:lnTo>
                <a:lnTo>
                  <a:pt x="228985" y="54467"/>
                </a:lnTo>
                <a:lnTo>
                  <a:pt x="237163" y="40937"/>
                </a:lnTo>
                <a:lnTo>
                  <a:pt x="245341" y="108399"/>
                </a:lnTo>
                <a:lnTo>
                  <a:pt x="253519" y="87757"/>
                </a:lnTo>
                <a:lnTo>
                  <a:pt x="261697" y="123069"/>
                </a:lnTo>
                <a:lnTo>
                  <a:pt x="269875" y="81545"/>
                </a:lnTo>
                <a:lnTo>
                  <a:pt x="278053" y="93637"/>
                </a:lnTo>
                <a:lnTo>
                  <a:pt x="286231" y="51732"/>
                </a:lnTo>
                <a:lnTo>
                  <a:pt x="294409" y="85529"/>
                </a:lnTo>
                <a:lnTo>
                  <a:pt x="302587" y="53885"/>
                </a:lnTo>
                <a:lnTo>
                  <a:pt x="310765" y="74024"/>
                </a:lnTo>
                <a:lnTo>
                  <a:pt x="318943" y="47275"/>
                </a:lnTo>
                <a:lnTo>
                  <a:pt x="327121" y="42188"/>
                </a:lnTo>
                <a:lnTo>
                  <a:pt x="335299" y="61355"/>
                </a:lnTo>
                <a:lnTo>
                  <a:pt x="343477" y="37438"/>
                </a:lnTo>
                <a:lnTo>
                  <a:pt x="351655" y="67397"/>
                </a:lnTo>
                <a:lnTo>
                  <a:pt x="359833" y="107597"/>
                </a:lnTo>
                <a:lnTo>
                  <a:pt x="368011" y="70433"/>
                </a:lnTo>
                <a:lnTo>
                  <a:pt x="376189" y="105861"/>
                </a:lnTo>
                <a:lnTo>
                  <a:pt x="384367" y="73925"/>
                </a:lnTo>
                <a:lnTo>
                  <a:pt x="392545" y="116136"/>
                </a:lnTo>
                <a:lnTo>
                  <a:pt x="400723" y="140003"/>
                </a:lnTo>
                <a:lnTo>
                  <a:pt x="408902" y="57763"/>
                </a:lnTo>
                <a:lnTo>
                  <a:pt x="417080" y="43248"/>
                </a:lnTo>
                <a:lnTo>
                  <a:pt x="425258" y="90371"/>
                </a:lnTo>
                <a:lnTo>
                  <a:pt x="433436" y="69841"/>
                </a:lnTo>
                <a:lnTo>
                  <a:pt x="441614" y="48972"/>
                </a:lnTo>
                <a:lnTo>
                  <a:pt x="449792" y="13459"/>
                </a:lnTo>
                <a:lnTo>
                  <a:pt x="457970" y="60249"/>
                </a:lnTo>
                <a:lnTo>
                  <a:pt x="466148" y="45107"/>
                </a:lnTo>
                <a:lnTo>
                  <a:pt x="474326" y="72861"/>
                </a:lnTo>
                <a:lnTo>
                  <a:pt x="482504" y="53946"/>
                </a:lnTo>
                <a:lnTo>
                  <a:pt x="490682" y="128747"/>
                </a:lnTo>
                <a:lnTo>
                  <a:pt x="498860" y="121744"/>
                </a:lnTo>
                <a:lnTo>
                  <a:pt x="507038" y="83640"/>
                </a:lnTo>
                <a:lnTo>
                  <a:pt x="515216" y="125588"/>
                </a:lnTo>
                <a:lnTo>
                  <a:pt x="523394" y="74910"/>
                </a:lnTo>
                <a:lnTo>
                  <a:pt x="531572" y="41550"/>
                </a:lnTo>
                <a:lnTo>
                  <a:pt x="539750" y="62228"/>
                </a:lnTo>
                <a:lnTo>
                  <a:pt x="547928" y="53759"/>
                </a:lnTo>
                <a:lnTo>
                  <a:pt x="556106" y="31924"/>
                </a:lnTo>
                <a:lnTo>
                  <a:pt x="564284" y="9105"/>
                </a:lnTo>
                <a:lnTo>
                  <a:pt x="572462" y="77579"/>
                </a:lnTo>
                <a:lnTo>
                  <a:pt x="580640" y="68094"/>
                </a:lnTo>
                <a:lnTo>
                  <a:pt x="588818" y="86994"/>
                </a:lnTo>
                <a:lnTo>
                  <a:pt x="596996" y="66554"/>
                </a:lnTo>
                <a:lnTo>
                  <a:pt x="605174" y="61993"/>
                </a:lnTo>
                <a:lnTo>
                  <a:pt x="613352" y="138739"/>
                </a:lnTo>
                <a:lnTo>
                  <a:pt x="621530" y="134516"/>
                </a:lnTo>
                <a:lnTo>
                  <a:pt x="629708" y="89990"/>
                </a:lnTo>
                <a:lnTo>
                  <a:pt x="637886" y="62606"/>
                </a:lnTo>
                <a:lnTo>
                  <a:pt x="646064" y="67675"/>
                </a:lnTo>
                <a:lnTo>
                  <a:pt x="654242" y="98753"/>
                </a:lnTo>
                <a:lnTo>
                  <a:pt x="662420" y="20709"/>
                </a:lnTo>
                <a:lnTo>
                  <a:pt x="670598" y="0"/>
                </a:lnTo>
                <a:lnTo>
                  <a:pt x="678777" y="44150"/>
                </a:lnTo>
                <a:lnTo>
                  <a:pt x="686955" y="11117"/>
                </a:lnTo>
                <a:lnTo>
                  <a:pt x="695133" y="35449"/>
                </a:lnTo>
                <a:lnTo>
                  <a:pt x="703311" y="30723"/>
                </a:lnTo>
                <a:lnTo>
                  <a:pt x="711489" y="41039"/>
                </a:lnTo>
                <a:lnTo>
                  <a:pt x="719667" y="130107"/>
                </a:lnTo>
                <a:lnTo>
                  <a:pt x="727845" y="133183"/>
                </a:lnTo>
                <a:lnTo>
                  <a:pt x="736023" y="104853"/>
                </a:lnTo>
                <a:lnTo>
                  <a:pt x="744201" y="141882"/>
                </a:lnTo>
                <a:lnTo>
                  <a:pt x="752379" y="139961"/>
                </a:lnTo>
                <a:lnTo>
                  <a:pt x="760557" y="78485"/>
                </a:lnTo>
                <a:lnTo>
                  <a:pt x="768735" y="69432"/>
                </a:lnTo>
                <a:lnTo>
                  <a:pt x="776913" y="95783"/>
                </a:lnTo>
                <a:lnTo>
                  <a:pt x="785091" y="21991"/>
                </a:lnTo>
                <a:lnTo>
                  <a:pt x="793269" y="32766"/>
                </a:lnTo>
                <a:lnTo>
                  <a:pt x="801447" y="23143"/>
                </a:lnTo>
                <a:lnTo>
                  <a:pt x="809625" y="78853"/>
                </a:lnTo>
              </a:path>
            </a:pathLst>
          </a:custGeom>
          <a:noFill/>
          <a:ln w="13847">
            <a:solidFill>
              <a:srgbClr val="394D93"/>
            </a:solidFill>
            <a:prstDash val="solid"/>
          </a:ln>
        </p:spPr>
      </p:sp>
      <p:sp>
        <p:nvSpPr>
          <p:cNvPr id="185" name="p1_fformpp_path_92">
            <a:extLst>
              <a:ext uri="{FF2B5EF4-FFF2-40B4-BE49-F238E27FC236}">
                <a16:creationId xmlns:a16="http://schemas.microsoft.com/office/drawing/2014/main" id="{B06A5D57-D6BC-C6C0-EE8A-83CDF4F0E29B}"/>
              </a:ext>
            </a:extLst>
          </p:cNvPr>
          <p:cNvSpPr>
            <a:spLocks/>
          </p:cNvSpPr>
          <p:nvPr/>
        </p:nvSpPr>
        <p:spPr>
          <a:xfrm>
            <a:off x="4657027" y="2528933"/>
            <a:ext cx="729" cy="204064"/>
          </a:xfrm>
          <a:custGeom>
            <a:avLst/>
            <a:gdLst/>
            <a:ahLst/>
            <a:cxnLst/>
            <a:rect l="0" t="0" r="0" b="0"/>
            <a:pathLst>
              <a:path w="953" h="266700">
                <a:moveTo>
                  <a:pt x="0" y="0"/>
                </a:moveTo>
                <a:lnTo>
                  <a:pt x="0" y="266700"/>
                </a:lnTo>
              </a:path>
            </a:pathLst>
          </a:custGeom>
          <a:noFill/>
          <a:ln w="8746">
            <a:solidFill>
              <a:srgbClr val="8599C3"/>
            </a:solidFill>
            <a:prstDash val="solid"/>
          </a:ln>
        </p:spPr>
      </p:sp>
      <p:sp>
        <p:nvSpPr>
          <p:cNvPr id="187" name="p1_fformpp_path_93">
            <a:extLst>
              <a:ext uri="{FF2B5EF4-FFF2-40B4-BE49-F238E27FC236}">
                <a16:creationId xmlns:a16="http://schemas.microsoft.com/office/drawing/2014/main" id="{577F6B93-5573-DBC3-A5F6-479F2CB061EF}"/>
              </a:ext>
            </a:extLst>
          </p:cNvPr>
          <p:cNvSpPr>
            <a:spLocks/>
          </p:cNvSpPr>
          <p:nvPr/>
        </p:nvSpPr>
        <p:spPr>
          <a:xfrm>
            <a:off x="4657027" y="2732997"/>
            <a:ext cx="619479" cy="729"/>
          </a:xfrm>
          <a:custGeom>
            <a:avLst/>
            <a:gdLst/>
            <a:ahLst/>
            <a:cxnLst/>
            <a:rect l="0" t="0" r="0" b="0"/>
            <a:pathLst>
              <a:path w="809625" h="953">
                <a:moveTo>
                  <a:pt x="0" y="0"/>
                </a:moveTo>
                <a:lnTo>
                  <a:pt x="809625" y="0"/>
                </a:lnTo>
              </a:path>
            </a:pathLst>
          </a:custGeom>
          <a:noFill/>
          <a:ln w="8746">
            <a:solidFill>
              <a:srgbClr val="8599C3"/>
            </a:solidFill>
            <a:prstDash val="solid"/>
          </a:ln>
        </p:spPr>
      </p:sp>
      <p:sp>
        <p:nvSpPr>
          <p:cNvPr id="189" name="p1_fformpp_path_94">
            <a:extLst>
              <a:ext uri="{FF2B5EF4-FFF2-40B4-BE49-F238E27FC236}">
                <a16:creationId xmlns:a16="http://schemas.microsoft.com/office/drawing/2014/main" id="{70D75947-9700-F660-9EC2-6E6C34560799}"/>
              </a:ext>
            </a:extLst>
          </p:cNvPr>
          <p:cNvSpPr>
            <a:spLocks/>
          </p:cNvSpPr>
          <p:nvPr/>
        </p:nvSpPr>
        <p:spPr>
          <a:xfrm>
            <a:off x="4700755" y="2553421"/>
            <a:ext cx="729" cy="179576"/>
          </a:xfrm>
          <a:custGeom>
            <a:avLst/>
            <a:gdLst/>
            <a:ahLst/>
            <a:cxnLst/>
            <a:rect l="0" t="0" r="0" b="0"/>
            <a:pathLst>
              <a:path w="953" h="234696">
                <a:moveTo>
                  <a:pt x="0" y="234696"/>
                </a:moveTo>
                <a:lnTo>
                  <a:pt x="0" y="0"/>
                </a:lnTo>
              </a:path>
            </a:pathLst>
          </a:custGeom>
          <a:noFill/>
          <a:ln w="29152">
            <a:solidFill>
              <a:srgbClr val="394D93"/>
            </a:solidFill>
            <a:prstDash val="solid"/>
          </a:ln>
        </p:spPr>
      </p:sp>
      <p:sp>
        <p:nvSpPr>
          <p:cNvPr id="191" name="p1_fformpp_path_95">
            <a:extLst>
              <a:ext uri="{FF2B5EF4-FFF2-40B4-BE49-F238E27FC236}">
                <a16:creationId xmlns:a16="http://schemas.microsoft.com/office/drawing/2014/main" id="{3A673AC5-2308-17E3-2E19-164DCAB08012}"/>
              </a:ext>
            </a:extLst>
          </p:cNvPr>
          <p:cNvSpPr>
            <a:spLocks/>
          </p:cNvSpPr>
          <p:nvPr/>
        </p:nvSpPr>
        <p:spPr>
          <a:xfrm>
            <a:off x="4739472" y="2584081"/>
            <a:ext cx="729" cy="148916"/>
          </a:xfrm>
          <a:custGeom>
            <a:avLst/>
            <a:gdLst/>
            <a:ahLst/>
            <a:cxnLst/>
            <a:rect l="0" t="0" r="0" b="0"/>
            <a:pathLst>
              <a:path w="953" h="194625">
                <a:moveTo>
                  <a:pt x="0" y="194625"/>
                </a:moveTo>
                <a:lnTo>
                  <a:pt x="0" y="0"/>
                </a:lnTo>
              </a:path>
            </a:pathLst>
          </a:custGeom>
          <a:noFill/>
          <a:ln w="29152">
            <a:solidFill>
              <a:srgbClr val="394D93"/>
            </a:solidFill>
            <a:prstDash val="solid"/>
          </a:ln>
        </p:spPr>
      </p:sp>
      <p:sp>
        <p:nvSpPr>
          <p:cNvPr id="193" name="p1_fformpp_path_96">
            <a:extLst>
              <a:ext uri="{FF2B5EF4-FFF2-40B4-BE49-F238E27FC236}">
                <a16:creationId xmlns:a16="http://schemas.microsoft.com/office/drawing/2014/main" id="{1D0A1F5C-B202-5A1A-ECF7-D7F16F3887DA}"/>
              </a:ext>
            </a:extLst>
          </p:cNvPr>
          <p:cNvSpPr>
            <a:spLocks/>
          </p:cNvSpPr>
          <p:nvPr/>
        </p:nvSpPr>
        <p:spPr>
          <a:xfrm>
            <a:off x="4778189" y="2611302"/>
            <a:ext cx="729" cy="121695"/>
          </a:xfrm>
          <a:custGeom>
            <a:avLst/>
            <a:gdLst/>
            <a:ahLst/>
            <a:cxnLst/>
            <a:rect l="0" t="0" r="0" b="0"/>
            <a:pathLst>
              <a:path w="953" h="159049">
                <a:moveTo>
                  <a:pt x="0" y="159049"/>
                </a:moveTo>
                <a:lnTo>
                  <a:pt x="0" y="0"/>
                </a:lnTo>
              </a:path>
            </a:pathLst>
          </a:custGeom>
          <a:noFill/>
          <a:ln w="29152">
            <a:solidFill>
              <a:srgbClr val="394D93"/>
            </a:solidFill>
            <a:prstDash val="solid"/>
          </a:ln>
        </p:spPr>
      </p:sp>
      <p:sp>
        <p:nvSpPr>
          <p:cNvPr id="195" name="p1_fformpp_path_97">
            <a:extLst>
              <a:ext uri="{FF2B5EF4-FFF2-40B4-BE49-F238E27FC236}">
                <a16:creationId xmlns:a16="http://schemas.microsoft.com/office/drawing/2014/main" id="{EF468C07-EDC9-6BE2-D31C-EB76D6268FC6}"/>
              </a:ext>
            </a:extLst>
          </p:cNvPr>
          <p:cNvSpPr>
            <a:spLocks/>
          </p:cNvSpPr>
          <p:nvPr/>
        </p:nvSpPr>
        <p:spPr>
          <a:xfrm>
            <a:off x="4816907" y="2635057"/>
            <a:ext cx="729" cy="97939"/>
          </a:xfrm>
          <a:custGeom>
            <a:avLst/>
            <a:gdLst/>
            <a:ahLst/>
            <a:cxnLst/>
            <a:rect l="0" t="0" r="0" b="0"/>
            <a:pathLst>
              <a:path w="953" h="128001">
                <a:moveTo>
                  <a:pt x="0" y="128001"/>
                </a:moveTo>
                <a:lnTo>
                  <a:pt x="0" y="0"/>
                </a:lnTo>
              </a:path>
            </a:pathLst>
          </a:custGeom>
          <a:noFill/>
          <a:ln w="29152">
            <a:solidFill>
              <a:srgbClr val="394D93"/>
            </a:solidFill>
            <a:prstDash val="solid"/>
          </a:ln>
        </p:spPr>
      </p:sp>
      <p:sp>
        <p:nvSpPr>
          <p:cNvPr id="197" name="p1_fformpp_path_98">
            <a:extLst>
              <a:ext uri="{FF2B5EF4-FFF2-40B4-BE49-F238E27FC236}">
                <a16:creationId xmlns:a16="http://schemas.microsoft.com/office/drawing/2014/main" id="{71408EA9-143C-95A6-B583-6DF4782C3CB4}"/>
              </a:ext>
            </a:extLst>
          </p:cNvPr>
          <p:cNvSpPr>
            <a:spLocks/>
          </p:cNvSpPr>
          <p:nvPr/>
        </p:nvSpPr>
        <p:spPr>
          <a:xfrm>
            <a:off x="4855624" y="2655465"/>
            <a:ext cx="729" cy="77531"/>
          </a:xfrm>
          <a:custGeom>
            <a:avLst/>
            <a:gdLst/>
            <a:ahLst/>
            <a:cxnLst/>
            <a:rect l="0" t="0" r="0" b="0"/>
            <a:pathLst>
              <a:path w="953" h="101329">
                <a:moveTo>
                  <a:pt x="0" y="101329"/>
                </a:moveTo>
                <a:lnTo>
                  <a:pt x="0" y="0"/>
                </a:lnTo>
              </a:path>
            </a:pathLst>
          </a:custGeom>
          <a:noFill/>
          <a:ln w="29152">
            <a:solidFill>
              <a:srgbClr val="394D93"/>
            </a:solidFill>
            <a:prstDash val="solid"/>
          </a:ln>
        </p:spPr>
      </p:sp>
      <p:sp>
        <p:nvSpPr>
          <p:cNvPr id="199" name="p1_fformpp_path_99">
            <a:extLst>
              <a:ext uri="{FF2B5EF4-FFF2-40B4-BE49-F238E27FC236}">
                <a16:creationId xmlns:a16="http://schemas.microsoft.com/office/drawing/2014/main" id="{672B2340-B50C-958C-1C31-1DE3EAFC7E35}"/>
              </a:ext>
            </a:extLst>
          </p:cNvPr>
          <p:cNvSpPr>
            <a:spLocks/>
          </p:cNvSpPr>
          <p:nvPr/>
        </p:nvSpPr>
        <p:spPr>
          <a:xfrm>
            <a:off x="4894342" y="2672739"/>
            <a:ext cx="729" cy="60258"/>
          </a:xfrm>
          <a:custGeom>
            <a:avLst/>
            <a:gdLst/>
            <a:ahLst/>
            <a:cxnLst/>
            <a:rect l="0" t="0" r="0" b="0"/>
            <a:pathLst>
              <a:path w="953" h="78754">
                <a:moveTo>
                  <a:pt x="0" y="78754"/>
                </a:moveTo>
                <a:lnTo>
                  <a:pt x="0" y="0"/>
                </a:lnTo>
              </a:path>
            </a:pathLst>
          </a:custGeom>
          <a:noFill/>
          <a:ln w="29152">
            <a:solidFill>
              <a:srgbClr val="394D93"/>
            </a:solidFill>
            <a:prstDash val="solid"/>
          </a:ln>
        </p:spPr>
      </p:sp>
      <p:sp>
        <p:nvSpPr>
          <p:cNvPr id="201" name="p1_fformpp_path_100">
            <a:extLst>
              <a:ext uri="{FF2B5EF4-FFF2-40B4-BE49-F238E27FC236}">
                <a16:creationId xmlns:a16="http://schemas.microsoft.com/office/drawing/2014/main" id="{697D59C5-BBE1-F6DC-DE46-23A3C3D09907}"/>
              </a:ext>
            </a:extLst>
          </p:cNvPr>
          <p:cNvSpPr>
            <a:spLocks/>
          </p:cNvSpPr>
          <p:nvPr/>
        </p:nvSpPr>
        <p:spPr>
          <a:xfrm>
            <a:off x="4933059" y="2687149"/>
            <a:ext cx="729" cy="45848"/>
          </a:xfrm>
          <a:custGeom>
            <a:avLst/>
            <a:gdLst/>
            <a:ahLst/>
            <a:cxnLst/>
            <a:rect l="0" t="0" r="0" b="0"/>
            <a:pathLst>
              <a:path w="953" h="59920">
                <a:moveTo>
                  <a:pt x="0" y="59920"/>
                </a:moveTo>
                <a:lnTo>
                  <a:pt x="0" y="0"/>
                </a:lnTo>
              </a:path>
            </a:pathLst>
          </a:custGeom>
          <a:noFill/>
          <a:ln w="29152">
            <a:solidFill>
              <a:srgbClr val="394D93"/>
            </a:solidFill>
            <a:prstDash val="solid"/>
          </a:ln>
        </p:spPr>
      </p:sp>
      <p:sp>
        <p:nvSpPr>
          <p:cNvPr id="203" name="p1_fformpp_path_101">
            <a:extLst>
              <a:ext uri="{FF2B5EF4-FFF2-40B4-BE49-F238E27FC236}">
                <a16:creationId xmlns:a16="http://schemas.microsoft.com/office/drawing/2014/main" id="{04B5E75F-1EA9-3B76-5FBB-E1F43DCA3A40}"/>
              </a:ext>
            </a:extLst>
          </p:cNvPr>
          <p:cNvSpPr>
            <a:spLocks/>
          </p:cNvSpPr>
          <p:nvPr/>
        </p:nvSpPr>
        <p:spPr>
          <a:xfrm>
            <a:off x="4971777" y="2698998"/>
            <a:ext cx="729" cy="33999"/>
          </a:xfrm>
          <a:custGeom>
            <a:avLst/>
            <a:gdLst/>
            <a:ahLst/>
            <a:cxnLst/>
            <a:rect l="0" t="0" r="0" b="0"/>
            <a:pathLst>
              <a:path w="953" h="44435">
                <a:moveTo>
                  <a:pt x="0" y="44435"/>
                </a:moveTo>
                <a:lnTo>
                  <a:pt x="0" y="0"/>
                </a:lnTo>
              </a:path>
            </a:pathLst>
          </a:custGeom>
          <a:noFill/>
          <a:ln w="29152">
            <a:solidFill>
              <a:srgbClr val="394D93"/>
            </a:solidFill>
            <a:prstDash val="solid"/>
          </a:ln>
        </p:spPr>
      </p:sp>
      <p:sp>
        <p:nvSpPr>
          <p:cNvPr id="205" name="p1_fformpp_path_102">
            <a:extLst>
              <a:ext uri="{FF2B5EF4-FFF2-40B4-BE49-F238E27FC236}">
                <a16:creationId xmlns:a16="http://schemas.microsoft.com/office/drawing/2014/main" id="{01A0B160-1BCA-95F0-29D6-F7370CE87EFF}"/>
              </a:ext>
            </a:extLst>
          </p:cNvPr>
          <p:cNvSpPr>
            <a:spLocks/>
          </p:cNvSpPr>
          <p:nvPr/>
        </p:nvSpPr>
        <p:spPr>
          <a:xfrm>
            <a:off x="5010494" y="2708596"/>
            <a:ext cx="729" cy="24401"/>
          </a:xfrm>
          <a:custGeom>
            <a:avLst/>
            <a:gdLst/>
            <a:ahLst/>
            <a:cxnLst/>
            <a:rect l="0" t="0" r="0" b="0"/>
            <a:pathLst>
              <a:path w="953" h="31891">
                <a:moveTo>
                  <a:pt x="0" y="31891"/>
                </a:moveTo>
                <a:lnTo>
                  <a:pt x="0" y="0"/>
                </a:lnTo>
              </a:path>
            </a:pathLst>
          </a:custGeom>
          <a:noFill/>
          <a:ln w="29152">
            <a:solidFill>
              <a:srgbClr val="394D93"/>
            </a:solidFill>
            <a:prstDash val="solid"/>
          </a:ln>
        </p:spPr>
      </p:sp>
      <p:sp>
        <p:nvSpPr>
          <p:cNvPr id="207" name="p1_fformpp_path_103">
            <a:extLst>
              <a:ext uri="{FF2B5EF4-FFF2-40B4-BE49-F238E27FC236}">
                <a16:creationId xmlns:a16="http://schemas.microsoft.com/office/drawing/2014/main" id="{4FA3A73F-307A-F5BA-8814-356367CA4CAB}"/>
              </a:ext>
            </a:extLst>
          </p:cNvPr>
          <p:cNvSpPr>
            <a:spLocks/>
          </p:cNvSpPr>
          <p:nvPr/>
        </p:nvSpPr>
        <p:spPr>
          <a:xfrm>
            <a:off x="5049212" y="2716247"/>
            <a:ext cx="729" cy="16750"/>
          </a:xfrm>
          <a:custGeom>
            <a:avLst/>
            <a:gdLst/>
            <a:ahLst/>
            <a:cxnLst/>
            <a:rect l="0" t="0" r="0" b="0"/>
            <a:pathLst>
              <a:path w="953" h="21891">
                <a:moveTo>
                  <a:pt x="0" y="21891"/>
                </a:moveTo>
                <a:lnTo>
                  <a:pt x="0" y="0"/>
                </a:lnTo>
              </a:path>
            </a:pathLst>
          </a:custGeom>
          <a:noFill/>
          <a:ln w="29152">
            <a:solidFill>
              <a:srgbClr val="394D93"/>
            </a:solidFill>
            <a:prstDash val="solid"/>
          </a:ln>
        </p:spPr>
      </p:sp>
      <p:sp>
        <p:nvSpPr>
          <p:cNvPr id="209" name="p1_fformpp_path_104">
            <a:extLst>
              <a:ext uri="{FF2B5EF4-FFF2-40B4-BE49-F238E27FC236}">
                <a16:creationId xmlns:a16="http://schemas.microsoft.com/office/drawing/2014/main" id="{0C4C133B-9AF2-DE41-7630-F74B0F3AED1B}"/>
              </a:ext>
            </a:extLst>
          </p:cNvPr>
          <p:cNvSpPr>
            <a:spLocks/>
          </p:cNvSpPr>
          <p:nvPr/>
        </p:nvSpPr>
        <p:spPr>
          <a:xfrm>
            <a:off x="5087929" y="2722241"/>
            <a:ext cx="729" cy="10756"/>
          </a:xfrm>
          <a:custGeom>
            <a:avLst/>
            <a:gdLst/>
            <a:ahLst/>
            <a:cxnLst/>
            <a:rect l="0" t="0" r="0" b="0"/>
            <a:pathLst>
              <a:path w="953" h="14058">
                <a:moveTo>
                  <a:pt x="0" y="14058"/>
                </a:moveTo>
                <a:lnTo>
                  <a:pt x="0" y="0"/>
                </a:lnTo>
              </a:path>
            </a:pathLst>
          </a:custGeom>
          <a:noFill/>
          <a:ln w="29152">
            <a:solidFill>
              <a:srgbClr val="394D93"/>
            </a:solidFill>
            <a:prstDash val="solid"/>
          </a:ln>
        </p:spPr>
      </p:sp>
      <p:sp>
        <p:nvSpPr>
          <p:cNvPr id="211" name="p1_fformpp_path_105">
            <a:extLst>
              <a:ext uri="{FF2B5EF4-FFF2-40B4-BE49-F238E27FC236}">
                <a16:creationId xmlns:a16="http://schemas.microsoft.com/office/drawing/2014/main" id="{5AECCA9D-4DA7-BB4D-1221-BE2B6DEE8923}"/>
              </a:ext>
            </a:extLst>
          </p:cNvPr>
          <p:cNvSpPr>
            <a:spLocks/>
          </p:cNvSpPr>
          <p:nvPr/>
        </p:nvSpPr>
        <p:spPr>
          <a:xfrm>
            <a:off x="5126647" y="2726844"/>
            <a:ext cx="729" cy="6153"/>
          </a:xfrm>
          <a:custGeom>
            <a:avLst/>
            <a:gdLst/>
            <a:ahLst/>
            <a:cxnLst/>
            <a:rect l="0" t="0" r="0" b="0"/>
            <a:pathLst>
              <a:path w="953" h="8042">
                <a:moveTo>
                  <a:pt x="0" y="8042"/>
                </a:moveTo>
                <a:lnTo>
                  <a:pt x="0" y="0"/>
                </a:lnTo>
              </a:path>
            </a:pathLst>
          </a:custGeom>
          <a:noFill/>
          <a:ln w="29152">
            <a:solidFill>
              <a:srgbClr val="394D93"/>
            </a:solidFill>
            <a:prstDash val="solid"/>
          </a:ln>
        </p:spPr>
      </p:sp>
      <p:sp>
        <p:nvSpPr>
          <p:cNvPr id="213" name="p1_fformpp_path_106">
            <a:extLst>
              <a:ext uri="{FF2B5EF4-FFF2-40B4-BE49-F238E27FC236}">
                <a16:creationId xmlns:a16="http://schemas.microsoft.com/office/drawing/2014/main" id="{3ACED563-0D88-FD12-D7FE-A6DF3D9C5A1F}"/>
              </a:ext>
            </a:extLst>
          </p:cNvPr>
          <p:cNvSpPr>
            <a:spLocks/>
          </p:cNvSpPr>
          <p:nvPr/>
        </p:nvSpPr>
        <p:spPr>
          <a:xfrm>
            <a:off x="5165364" y="2730296"/>
            <a:ext cx="729" cy="2701"/>
          </a:xfrm>
          <a:custGeom>
            <a:avLst/>
            <a:gdLst/>
            <a:ahLst/>
            <a:cxnLst/>
            <a:rect l="0" t="0" r="0" b="0"/>
            <a:pathLst>
              <a:path w="953" h="3530">
                <a:moveTo>
                  <a:pt x="0" y="3530"/>
                </a:moveTo>
                <a:lnTo>
                  <a:pt x="0" y="0"/>
                </a:lnTo>
              </a:path>
            </a:pathLst>
          </a:custGeom>
          <a:noFill/>
          <a:ln w="29152">
            <a:solidFill>
              <a:srgbClr val="394D93"/>
            </a:solidFill>
            <a:prstDash val="solid"/>
          </a:ln>
        </p:spPr>
      </p:sp>
      <p:sp>
        <p:nvSpPr>
          <p:cNvPr id="215" name="p1_fformpp_path_107">
            <a:extLst>
              <a:ext uri="{FF2B5EF4-FFF2-40B4-BE49-F238E27FC236}">
                <a16:creationId xmlns:a16="http://schemas.microsoft.com/office/drawing/2014/main" id="{70BA2EB4-4C26-8D54-50C3-4E0FC465EF42}"/>
              </a:ext>
            </a:extLst>
          </p:cNvPr>
          <p:cNvSpPr>
            <a:spLocks/>
          </p:cNvSpPr>
          <p:nvPr/>
        </p:nvSpPr>
        <p:spPr>
          <a:xfrm>
            <a:off x="5204081" y="2732810"/>
            <a:ext cx="729" cy="187"/>
          </a:xfrm>
          <a:custGeom>
            <a:avLst/>
            <a:gdLst/>
            <a:ahLst/>
            <a:cxnLst/>
            <a:rect l="0" t="0" r="0" b="0"/>
            <a:pathLst>
              <a:path w="953" h="244">
                <a:moveTo>
                  <a:pt x="0" y="244"/>
                </a:moveTo>
                <a:lnTo>
                  <a:pt x="0" y="0"/>
                </a:lnTo>
              </a:path>
            </a:pathLst>
          </a:custGeom>
          <a:noFill/>
          <a:ln w="29152">
            <a:solidFill>
              <a:srgbClr val="394D93"/>
            </a:solidFill>
            <a:prstDash val="solid"/>
          </a:ln>
        </p:spPr>
      </p:sp>
      <p:sp>
        <p:nvSpPr>
          <p:cNvPr id="217" name="p1_fformpp_path_108">
            <a:extLst>
              <a:ext uri="{FF2B5EF4-FFF2-40B4-BE49-F238E27FC236}">
                <a16:creationId xmlns:a16="http://schemas.microsoft.com/office/drawing/2014/main" id="{D47A3264-C8F9-FD47-466A-084C6B9F4C01}"/>
              </a:ext>
            </a:extLst>
          </p:cNvPr>
          <p:cNvSpPr>
            <a:spLocks/>
          </p:cNvSpPr>
          <p:nvPr/>
        </p:nvSpPr>
        <p:spPr>
          <a:xfrm>
            <a:off x="5242799" y="2732997"/>
            <a:ext cx="729" cy="1575"/>
          </a:xfrm>
          <a:custGeom>
            <a:avLst/>
            <a:gdLst/>
            <a:ahLst/>
            <a:cxnLst/>
            <a:rect l="0" t="0" r="0" b="0"/>
            <a:pathLst>
              <a:path w="953" h="2058">
                <a:moveTo>
                  <a:pt x="0" y="0"/>
                </a:moveTo>
                <a:lnTo>
                  <a:pt x="0" y="2058"/>
                </a:lnTo>
              </a:path>
            </a:pathLst>
          </a:custGeom>
          <a:noFill/>
          <a:ln w="29152">
            <a:solidFill>
              <a:srgbClr val="394D93"/>
            </a:solidFill>
            <a:prstDash val="solid"/>
          </a:ln>
        </p:spPr>
      </p:sp>
      <p:sp>
        <p:nvSpPr>
          <p:cNvPr id="219" name="p1_fformpp_path_109">
            <a:extLst>
              <a:ext uri="{FF2B5EF4-FFF2-40B4-BE49-F238E27FC236}">
                <a16:creationId xmlns:a16="http://schemas.microsoft.com/office/drawing/2014/main" id="{6ACDC544-87D4-584C-E60A-43B138EE8E34}"/>
              </a:ext>
            </a:extLst>
          </p:cNvPr>
          <p:cNvSpPr>
            <a:spLocks/>
          </p:cNvSpPr>
          <p:nvPr/>
        </p:nvSpPr>
        <p:spPr>
          <a:xfrm>
            <a:off x="4657027" y="2700347"/>
            <a:ext cx="619479" cy="729"/>
          </a:xfrm>
          <a:custGeom>
            <a:avLst/>
            <a:gdLst/>
            <a:ahLst/>
            <a:cxnLst/>
            <a:rect l="0" t="0" r="0" b="0"/>
            <a:pathLst>
              <a:path w="809625" h="953">
                <a:moveTo>
                  <a:pt x="0" y="0"/>
                </a:moveTo>
                <a:lnTo>
                  <a:pt x="809625" y="0"/>
                </a:lnTo>
              </a:path>
            </a:pathLst>
          </a:custGeom>
          <a:noFill/>
          <a:ln w="5830">
            <a:solidFill>
              <a:srgbClr val="8599C3"/>
            </a:solidFill>
            <a:prstDash val="dash"/>
          </a:ln>
        </p:spPr>
      </p:sp>
      <p:sp>
        <p:nvSpPr>
          <p:cNvPr id="221" name="p1_fformpp_path_110">
            <a:extLst>
              <a:ext uri="{FF2B5EF4-FFF2-40B4-BE49-F238E27FC236}">
                <a16:creationId xmlns:a16="http://schemas.microsoft.com/office/drawing/2014/main" id="{66E2F845-EF8D-B17B-B4C2-D8BF58A0BAB6}"/>
              </a:ext>
            </a:extLst>
          </p:cNvPr>
          <p:cNvSpPr>
            <a:spLocks/>
          </p:cNvSpPr>
          <p:nvPr/>
        </p:nvSpPr>
        <p:spPr>
          <a:xfrm>
            <a:off x="4657027" y="3046141"/>
            <a:ext cx="619479" cy="119824"/>
          </a:xfrm>
          <a:custGeom>
            <a:avLst/>
            <a:gdLst/>
            <a:ahLst/>
            <a:cxnLst/>
            <a:rect l="0" t="0" r="0" b="0"/>
            <a:pathLst>
              <a:path w="809625" h="156603">
                <a:moveTo>
                  <a:pt x="0" y="74458"/>
                </a:moveTo>
                <a:lnTo>
                  <a:pt x="8178" y="96635"/>
                </a:lnTo>
                <a:lnTo>
                  <a:pt x="16356" y="116906"/>
                </a:lnTo>
                <a:lnTo>
                  <a:pt x="24534" y="129310"/>
                </a:lnTo>
                <a:lnTo>
                  <a:pt x="32712" y="138052"/>
                </a:lnTo>
                <a:lnTo>
                  <a:pt x="40890" y="139475"/>
                </a:lnTo>
                <a:lnTo>
                  <a:pt x="49068" y="128334"/>
                </a:lnTo>
                <a:lnTo>
                  <a:pt x="57246" y="125290"/>
                </a:lnTo>
                <a:lnTo>
                  <a:pt x="65424" y="111009"/>
                </a:lnTo>
                <a:lnTo>
                  <a:pt x="73602" y="111603"/>
                </a:lnTo>
                <a:lnTo>
                  <a:pt x="81780" y="100359"/>
                </a:lnTo>
                <a:lnTo>
                  <a:pt x="89958" y="103169"/>
                </a:lnTo>
                <a:lnTo>
                  <a:pt x="98136" y="101886"/>
                </a:lnTo>
                <a:lnTo>
                  <a:pt x="106314" y="114403"/>
                </a:lnTo>
                <a:lnTo>
                  <a:pt x="114492" y="112905"/>
                </a:lnTo>
                <a:lnTo>
                  <a:pt x="122670" y="113954"/>
                </a:lnTo>
                <a:lnTo>
                  <a:pt x="130848" y="110425"/>
                </a:lnTo>
                <a:lnTo>
                  <a:pt x="139027" y="105995"/>
                </a:lnTo>
                <a:lnTo>
                  <a:pt x="147205" y="86817"/>
                </a:lnTo>
                <a:lnTo>
                  <a:pt x="155383" y="65828"/>
                </a:lnTo>
                <a:lnTo>
                  <a:pt x="163561" y="49726"/>
                </a:lnTo>
                <a:lnTo>
                  <a:pt x="171739" y="31381"/>
                </a:lnTo>
                <a:lnTo>
                  <a:pt x="179917" y="19865"/>
                </a:lnTo>
                <a:lnTo>
                  <a:pt x="188095" y="11601"/>
                </a:lnTo>
                <a:lnTo>
                  <a:pt x="196273" y="7387"/>
                </a:lnTo>
                <a:lnTo>
                  <a:pt x="204451" y="8745"/>
                </a:lnTo>
                <a:lnTo>
                  <a:pt x="212629" y="22264"/>
                </a:lnTo>
                <a:lnTo>
                  <a:pt x="220807" y="29291"/>
                </a:lnTo>
                <a:lnTo>
                  <a:pt x="228985" y="40379"/>
                </a:lnTo>
                <a:lnTo>
                  <a:pt x="237163" y="54142"/>
                </a:lnTo>
                <a:lnTo>
                  <a:pt x="245341" y="67273"/>
                </a:lnTo>
                <a:lnTo>
                  <a:pt x="253519" y="67435"/>
                </a:lnTo>
                <a:lnTo>
                  <a:pt x="261697" y="66306"/>
                </a:lnTo>
                <a:lnTo>
                  <a:pt x="269875" y="61691"/>
                </a:lnTo>
                <a:lnTo>
                  <a:pt x="278053" y="57444"/>
                </a:lnTo>
                <a:lnTo>
                  <a:pt x="286231" y="65744"/>
                </a:lnTo>
                <a:lnTo>
                  <a:pt x="294409" y="64369"/>
                </a:lnTo>
                <a:lnTo>
                  <a:pt x="302587" y="71321"/>
                </a:lnTo>
                <a:lnTo>
                  <a:pt x="310765" y="91586"/>
                </a:lnTo>
                <a:lnTo>
                  <a:pt x="318943" y="111850"/>
                </a:lnTo>
                <a:lnTo>
                  <a:pt x="327121" y="119896"/>
                </a:lnTo>
                <a:lnTo>
                  <a:pt x="335299" y="140489"/>
                </a:lnTo>
                <a:lnTo>
                  <a:pt x="343477" y="150182"/>
                </a:lnTo>
                <a:lnTo>
                  <a:pt x="351655" y="155875"/>
                </a:lnTo>
                <a:lnTo>
                  <a:pt x="359833" y="156603"/>
                </a:lnTo>
                <a:lnTo>
                  <a:pt x="368011" y="137625"/>
                </a:lnTo>
                <a:lnTo>
                  <a:pt x="376189" y="123843"/>
                </a:lnTo>
                <a:lnTo>
                  <a:pt x="384367" y="109800"/>
                </a:lnTo>
                <a:lnTo>
                  <a:pt x="392545" y="89288"/>
                </a:lnTo>
                <a:lnTo>
                  <a:pt x="400723" y="81189"/>
                </a:lnTo>
                <a:lnTo>
                  <a:pt x="408902" y="70677"/>
                </a:lnTo>
                <a:lnTo>
                  <a:pt x="417080" y="70247"/>
                </a:lnTo>
                <a:lnTo>
                  <a:pt x="425258" y="60139"/>
                </a:lnTo>
                <a:lnTo>
                  <a:pt x="433436" y="66163"/>
                </a:lnTo>
                <a:lnTo>
                  <a:pt x="441614" y="66634"/>
                </a:lnTo>
                <a:lnTo>
                  <a:pt x="449792" y="64608"/>
                </a:lnTo>
                <a:lnTo>
                  <a:pt x="457970" y="67219"/>
                </a:lnTo>
                <a:lnTo>
                  <a:pt x="466148" y="57850"/>
                </a:lnTo>
                <a:lnTo>
                  <a:pt x="474326" y="41976"/>
                </a:lnTo>
                <a:lnTo>
                  <a:pt x="482504" y="31223"/>
                </a:lnTo>
                <a:lnTo>
                  <a:pt x="490682" y="14752"/>
                </a:lnTo>
                <a:lnTo>
                  <a:pt x="498860" y="11498"/>
                </a:lnTo>
                <a:lnTo>
                  <a:pt x="507038" y="0"/>
                </a:lnTo>
                <a:lnTo>
                  <a:pt x="515216" y="205"/>
                </a:lnTo>
                <a:lnTo>
                  <a:pt x="523394" y="18677"/>
                </a:lnTo>
                <a:lnTo>
                  <a:pt x="531572" y="27480"/>
                </a:lnTo>
                <a:lnTo>
                  <a:pt x="539750" y="52571"/>
                </a:lnTo>
                <a:lnTo>
                  <a:pt x="547928" y="62401"/>
                </a:lnTo>
                <a:lnTo>
                  <a:pt x="556106" y="80290"/>
                </a:lnTo>
                <a:lnTo>
                  <a:pt x="564284" y="101067"/>
                </a:lnTo>
                <a:lnTo>
                  <a:pt x="572462" y="107577"/>
                </a:lnTo>
                <a:lnTo>
                  <a:pt x="580640" y="116060"/>
                </a:lnTo>
                <a:lnTo>
                  <a:pt x="588818" y="111831"/>
                </a:lnTo>
                <a:lnTo>
                  <a:pt x="596996" y="110013"/>
                </a:lnTo>
                <a:lnTo>
                  <a:pt x="605174" y="105239"/>
                </a:lnTo>
                <a:lnTo>
                  <a:pt x="613352" y="106653"/>
                </a:lnTo>
                <a:lnTo>
                  <a:pt x="621530" y="103947"/>
                </a:lnTo>
                <a:lnTo>
                  <a:pt x="629708" y="111729"/>
                </a:lnTo>
                <a:lnTo>
                  <a:pt x="637886" y="109613"/>
                </a:lnTo>
                <a:lnTo>
                  <a:pt x="646064" y="128735"/>
                </a:lnTo>
                <a:lnTo>
                  <a:pt x="654242" y="131250"/>
                </a:lnTo>
                <a:lnTo>
                  <a:pt x="662420" y="135894"/>
                </a:lnTo>
                <a:lnTo>
                  <a:pt x="670598" y="136180"/>
                </a:lnTo>
                <a:lnTo>
                  <a:pt x="678777" y="136582"/>
                </a:lnTo>
                <a:lnTo>
                  <a:pt x="686955" y="125278"/>
                </a:lnTo>
                <a:lnTo>
                  <a:pt x="695133" y="99531"/>
                </a:lnTo>
                <a:lnTo>
                  <a:pt x="703311" y="83295"/>
                </a:lnTo>
                <a:lnTo>
                  <a:pt x="711489" y="60890"/>
                </a:lnTo>
                <a:lnTo>
                  <a:pt x="719667" y="37983"/>
                </a:lnTo>
                <a:lnTo>
                  <a:pt x="727845" y="24856"/>
                </a:lnTo>
                <a:lnTo>
                  <a:pt x="736023" y="21964"/>
                </a:lnTo>
                <a:lnTo>
                  <a:pt x="744201" y="25326"/>
                </a:lnTo>
                <a:lnTo>
                  <a:pt x="752379" y="20022"/>
                </a:lnTo>
                <a:lnTo>
                  <a:pt x="760557" y="37296"/>
                </a:lnTo>
                <a:lnTo>
                  <a:pt x="768735" y="41157"/>
                </a:lnTo>
                <a:lnTo>
                  <a:pt x="776913" y="50946"/>
                </a:lnTo>
                <a:lnTo>
                  <a:pt x="785091" y="50621"/>
                </a:lnTo>
                <a:lnTo>
                  <a:pt x="793269" y="51665"/>
                </a:lnTo>
                <a:lnTo>
                  <a:pt x="801447" y="41567"/>
                </a:lnTo>
                <a:lnTo>
                  <a:pt x="809625" y="45380"/>
                </a:lnTo>
              </a:path>
            </a:pathLst>
          </a:custGeom>
          <a:noFill/>
          <a:ln w="13847">
            <a:solidFill>
              <a:srgbClr val="9C3E76"/>
            </a:solidFill>
            <a:prstDash val="solid"/>
          </a:ln>
        </p:spPr>
      </p:sp>
      <p:sp>
        <p:nvSpPr>
          <p:cNvPr id="223" name="p1_fformpp_rect_111">
            <a:extLst>
              <a:ext uri="{FF2B5EF4-FFF2-40B4-BE49-F238E27FC236}">
                <a16:creationId xmlns:a16="http://schemas.microsoft.com/office/drawing/2014/main" id="{30BC0A68-97E8-1648-0900-CFC6A9E1F805}"/>
              </a:ext>
            </a:extLst>
          </p:cNvPr>
          <p:cNvSpPr>
            <a:spLocks/>
          </p:cNvSpPr>
          <p:nvPr/>
        </p:nvSpPr>
        <p:spPr>
          <a:xfrm>
            <a:off x="5502434" y="1494038"/>
            <a:ext cx="1136927" cy="1858438"/>
          </a:xfrm>
          <a:prstGeom prst="roundRect">
            <a:avLst>
              <a:gd name="adj" fmla="val 3846"/>
            </a:avLst>
          </a:prstGeom>
          <a:solidFill>
            <a:srgbClr val="FFFFFF"/>
          </a:solidFill>
          <a:ln w="7288">
            <a:solidFill>
              <a:srgbClr val="C3CEE7"/>
            </a:solidFill>
            <a:prstDash val="solid"/>
          </a:ln>
        </p:spPr>
      </p:sp>
      <p:sp>
        <p:nvSpPr>
          <p:cNvPr id="225" name="p1_fformpp_rect_112">
            <a:extLst>
              <a:ext uri="{FF2B5EF4-FFF2-40B4-BE49-F238E27FC236}">
                <a16:creationId xmlns:a16="http://schemas.microsoft.com/office/drawing/2014/main" id="{2268F47C-7DA6-B47D-7D2D-6B3A45446E96}"/>
              </a:ext>
            </a:extLst>
          </p:cNvPr>
          <p:cNvSpPr>
            <a:spLocks/>
          </p:cNvSpPr>
          <p:nvPr/>
        </p:nvSpPr>
        <p:spPr>
          <a:xfrm>
            <a:off x="5633617" y="2390461"/>
            <a:ext cx="138472" cy="123896"/>
          </a:xfrm>
          <a:prstGeom prst="rect">
            <a:avLst/>
          </a:prstGeom>
          <a:solidFill>
            <a:srgbClr val="7891BF"/>
          </a:solidFill>
          <a:ln w="2915">
            <a:solidFill>
              <a:srgbClr val="FFFFFF"/>
            </a:solidFill>
            <a:prstDash val="solid"/>
          </a:ln>
        </p:spPr>
      </p:sp>
      <p:sp>
        <p:nvSpPr>
          <p:cNvPr id="227" name="p1_fformpp_rect_113">
            <a:extLst>
              <a:ext uri="{FF2B5EF4-FFF2-40B4-BE49-F238E27FC236}">
                <a16:creationId xmlns:a16="http://schemas.microsoft.com/office/drawing/2014/main" id="{EEB60623-2758-EDE6-92DD-61914AC96C0A}"/>
              </a:ext>
            </a:extLst>
          </p:cNvPr>
          <p:cNvSpPr>
            <a:spLocks/>
          </p:cNvSpPr>
          <p:nvPr/>
        </p:nvSpPr>
        <p:spPr>
          <a:xfrm>
            <a:off x="5772089" y="2390461"/>
            <a:ext cx="138472" cy="123896"/>
          </a:xfrm>
          <a:prstGeom prst="rect">
            <a:avLst/>
          </a:prstGeom>
          <a:solidFill>
            <a:srgbClr val="BECBE8"/>
          </a:solidFill>
          <a:ln w="2915">
            <a:solidFill>
              <a:srgbClr val="FFFFFF"/>
            </a:solidFill>
            <a:prstDash val="solid"/>
          </a:ln>
        </p:spPr>
      </p:sp>
      <p:sp>
        <p:nvSpPr>
          <p:cNvPr id="229" name="p1_fformpp_rect_114">
            <a:extLst>
              <a:ext uri="{FF2B5EF4-FFF2-40B4-BE49-F238E27FC236}">
                <a16:creationId xmlns:a16="http://schemas.microsoft.com/office/drawing/2014/main" id="{3101B697-CE3C-3ED5-78B5-C303989346DE}"/>
              </a:ext>
            </a:extLst>
          </p:cNvPr>
          <p:cNvSpPr>
            <a:spLocks/>
          </p:cNvSpPr>
          <p:nvPr/>
        </p:nvSpPr>
        <p:spPr>
          <a:xfrm>
            <a:off x="5910561" y="2390461"/>
            <a:ext cx="138472" cy="123896"/>
          </a:xfrm>
          <a:prstGeom prst="rect">
            <a:avLst/>
          </a:prstGeom>
          <a:solidFill>
            <a:srgbClr val="7891BF"/>
          </a:solidFill>
          <a:ln w="2915">
            <a:solidFill>
              <a:srgbClr val="FFFFFF"/>
            </a:solidFill>
            <a:prstDash val="solid"/>
          </a:ln>
        </p:spPr>
      </p:sp>
      <p:sp>
        <p:nvSpPr>
          <p:cNvPr id="231" name="p1_fformpp_rect_115">
            <a:extLst>
              <a:ext uri="{FF2B5EF4-FFF2-40B4-BE49-F238E27FC236}">
                <a16:creationId xmlns:a16="http://schemas.microsoft.com/office/drawing/2014/main" id="{37764F61-CFAB-8885-350F-42AC5FEBCCCE}"/>
              </a:ext>
            </a:extLst>
          </p:cNvPr>
          <p:cNvSpPr>
            <a:spLocks/>
          </p:cNvSpPr>
          <p:nvPr/>
        </p:nvSpPr>
        <p:spPr>
          <a:xfrm>
            <a:off x="6049033" y="2390461"/>
            <a:ext cx="138472" cy="123896"/>
          </a:xfrm>
          <a:prstGeom prst="rect">
            <a:avLst/>
          </a:prstGeom>
          <a:solidFill>
            <a:srgbClr val="9B5890"/>
          </a:solidFill>
          <a:ln w="2915">
            <a:solidFill>
              <a:srgbClr val="FFFFFF"/>
            </a:solidFill>
            <a:prstDash val="solid"/>
          </a:ln>
        </p:spPr>
      </p:sp>
      <p:sp>
        <p:nvSpPr>
          <p:cNvPr id="233" name="p1_fformpp_rect_116">
            <a:extLst>
              <a:ext uri="{FF2B5EF4-FFF2-40B4-BE49-F238E27FC236}">
                <a16:creationId xmlns:a16="http://schemas.microsoft.com/office/drawing/2014/main" id="{F4439220-3657-9F60-D3FA-05FC4644D30D}"/>
              </a:ext>
            </a:extLst>
          </p:cNvPr>
          <p:cNvSpPr>
            <a:spLocks/>
          </p:cNvSpPr>
          <p:nvPr/>
        </p:nvSpPr>
        <p:spPr>
          <a:xfrm>
            <a:off x="6187505" y="2390461"/>
            <a:ext cx="138472" cy="123896"/>
          </a:xfrm>
          <a:prstGeom prst="rect">
            <a:avLst/>
          </a:prstGeom>
          <a:solidFill>
            <a:srgbClr val="D6B1CD"/>
          </a:solidFill>
          <a:ln w="2915">
            <a:solidFill>
              <a:srgbClr val="FFFFFF"/>
            </a:solidFill>
            <a:prstDash val="solid"/>
          </a:ln>
        </p:spPr>
      </p:sp>
      <p:sp>
        <p:nvSpPr>
          <p:cNvPr id="235" name="p1_fformpp_rect_117">
            <a:extLst>
              <a:ext uri="{FF2B5EF4-FFF2-40B4-BE49-F238E27FC236}">
                <a16:creationId xmlns:a16="http://schemas.microsoft.com/office/drawing/2014/main" id="{BBBA4C98-9A83-1EF5-EB1C-17AE87D76AE4}"/>
              </a:ext>
            </a:extLst>
          </p:cNvPr>
          <p:cNvSpPr>
            <a:spLocks/>
          </p:cNvSpPr>
          <p:nvPr/>
        </p:nvSpPr>
        <p:spPr>
          <a:xfrm>
            <a:off x="6325977" y="2390461"/>
            <a:ext cx="138472" cy="123896"/>
          </a:xfrm>
          <a:prstGeom prst="rect">
            <a:avLst/>
          </a:prstGeom>
          <a:solidFill>
            <a:srgbClr val="F0DFEB"/>
          </a:solidFill>
          <a:ln w="2915">
            <a:solidFill>
              <a:srgbClr val="FFFFFF"/>
            </a:solidFill>
            <a:prstDash val="solid"/>
          </a:ln>
        </p:spPr>
      </p:sp>
      <p:sp>
        <p:nvSpPr>
          <p:cNvPr id="237" name="p1_fformpp_rect_118">
            <a:extLst>
              <a:ext uri="{FF2B5EF4-FFF2-40B4-BE49-F238E27FC236}">
                <a16:creationId xmlns:a16="http://schemas.microsoft.com/office/drawing/2014/main" id="{5A29F201-1D88-64FA-E65A-6AEDF0EFDD24}"/>
              </a:ext>
            </a:extLst>
          </p:cNvPr>
          <p:cNvSpPr>
            <a:spLocks/>
          </p:cNvSpPr>
          <p:nvPr/>
        </p:nvSpPr>
        <p:spPr>
          <a:xfrm>
            <a:off x="5633617" y="2514357"/>
            <a:ext cx="138472" cy="123896"/>
          </a:xfrm>
          <a:prstGeom prst="rect">
            <a:avLst/>
          </a:prstGeom>
          <a:solidFill>
            <a:srgbClr val="BECBE8"/>
          </a:solidFill>
          <a:ln w="2915">
            <a:solidFill>
              <a:srgbClr val="FFFFFF"/>
            </a:solidFill>
            <a:prstDash val="solid"/>
          </a:ln>
        </p:spPr>
      </p:sp>
      <p:sp>
        <p:nvSpPr>
          <p:cNvPr id="239" name="p1_fformpp_rect_119">
            <a:extLst>
              <a:ext uri="{FF2B5EF4-FFF2-40B4-BE49-F238E27FC236}">
                <a16:creationId xmlns:a16="http://schemas.microsoft.com/office/drawing/2014/main" id="{4A75156E-1C51-AE0F-2819-420791174537}"/>
              </a:ext>
            </a:extLst>
          </p:cNvPr>
          <p:cNvSpPr>
            <a:spLocks/>
          </p:cNvSpPr>
          <p:nvPr/>
        </p:nvSpPr>
        <p:spPr>
          <a:xfrm>
            <a:off x="5772089" y="2514357"/>
            <a:ext cx="138472" cy="123896"/>
          </a:xfrm>
          <a:prstGeom prst="rect">
            <a:avLst/>
          </a:prstGeom>
          <a:solidFill>
            <a:srgbClr val="7891BF"/>
          </a:solidFill>
          <a:ln w="2915">
            <a:solidFill>
              <a:srgbClr val="FFFFFF"/>
            </a:solidFill>
            <a:prstDash val="solid"/>
          </a:ln>
        </p:spPr>
      </p:sp>
      <p:sp>
        <p:nvSpPr>
          <p:cNvPr id="241" name="p1_fformpp_rect_120">
            <a:extLst>
              <a:ext uri="{FF2B5EF4-FFF2-40B4-BE49-F238E27FC236}">
                <a16:creationId xmlns:a16="http://schemas.microsoft.com/office/drawing/2014/main" id="{70A45104-34FD-7BD8-CCF9-4E045887E4FE}"/>
              </a:ext>
            </a:extLst>
          </p:cNvPr>
          <p:cNvSpPr>
            <a:spLocks/>
          </p:cNvSpPr>
          <p:nvPr/>
        </p:nvSpPr>
        <p:spPr>
          <a:xfrm>
            <a:off x="5910561" y="2514357"/>
            <a:ext cx="138472" cy="123896"/>
          </a:xfrm>
          <a:prstGeom prst="rect">
            <a:avLst/>
          </a:prstGeom>
          <a:solidFill>
            <a:srgbClr val="BECBE8"/>
          </a:solidFill>
          <a:ln w="2915">
            <a:solidFill>
              <a:srgbClr val="FFFFFF"/>
            </a:solidFill>
            <a:prstDash val="solid"/>
          </a:ln>
        </p:spPr>
      </p:sp>
      <p:sp>
        <p:nvSpPr>
          <p:cNvPr id="243" name="p1_fformpp_rect_121">
            <a:extLst>
              <a:ext uri="{FF2B5EF4-FFF2-40B4-BE49-F238E27FC236}">
                <a16:creationId xmlns:a16="http://schemas.microsoft.com/office/drawing/2014/main" id="{4581A92D-19F0-5F91-2100-13C0F2BCEE9F}"/>
              </a:ext>
            </a:extLst>
          </p:cNvPr>
          <p:cNvSpPr>
            <a:spLocks/>
          </p:cNvSpPr>
          <p:nvPr/>
        </p:nvSpPr>
        <p:spPr>
          <a:xfrm>
            <a:off x="6049033" y="2514357"/>
            <a:ext cx="138472" cy="123896"/>
          </a:xfrm>
          <a:prstGeom prst="rect">
            <a:avLst/>
          </a:prstGeom>
          <a:solidFill>
            <a:srgbClr val="7891BF"/>
          </a:solidFill>
          <a:ln w="2915">
            <a:solidFill>
              <a:srgbClr val="FFFFFF"/>
            </a:solidFill>
            <a:prstDash val="solid"/>
          </a:ln>
        </p:spPr>
      </p:sp>
      <p:sp>
        <p:nvSpPr>
          <p:cNvPr id="245" name="p1_fformpp_rect_122">
            <a:extLst>
              <a:ext uri="{FF2B5EF4-FFF2-40B4-BE49-F238E27FC236}">
                <a16:creationId xmlns:a16="http://schemas.microsoft.com/office/drawing/2014/main" id="{6C71A51C-454C-60EC-CCD1-AF7401986280}"/>
              </a:ext>
            </a:extLst>
          </p:cNvPr>
          <p:cNvSpPr>
            <a:spLocks/>
          </p:cNvSpPr>
          <p:nvPr/>
        </p:nvSpPr>
        <p:spPr>
          <a:xfrm>
            <a:off x="6187505" y="2514357"/>
            <a:ext cx="138472" cy="123896"/>
          </a:xfrm>
          <a:prstGeom prst="rect">
            <a:avLst/>
          </a:prstGeom>
          <a:solidFill>
            <a:srgbClr val="9B5890"/>
          </a:solidFill>
          <a:ln w="2915">
            <a:solidFill>
              <a:srgbClr val="FFFFFF"/>
            </a:solidFill>
            <a:prstDash val="solid"/>
          </a:ln>
        </p:spPr>
      </p:sp>
      <p:sp>
        <p:nvSpPr>
          <p:cNvPr id="247" name="p1_fformpp_rect_123">
            <a:extLst>
              <a:ext uri="{FF2B5EF4-FFF2-40B4-BE49-F238E27FC236}">
                <a16:creationId xmlns:a16="http://schemas.microsoft.com/office/drawing/2014/main" id="{16561227-7690-B16C-C34E-015E8CA3310B}"/>
              </a:ext>
            </a:extLst>
          </p:cNvPr>
          <p:cNvSpPr>
            <a:spLocks/>
          </p:cNvSpPr>
          <p:nvPr/>
        </p:nvSpPr>
        <p:spPr>
          <a:xfrm>
            <a:off x="6325977" y="2514357"/>
            <a:ext cx="138472" cy="123896"/>
          </a:xfrm>
          <a:prstGeom prst="rect">
            <a:avLst/>
          </a:prstGeom>
          <a:solidFill>
            <a:srgbClr val="D6B1CD"/>
          </a:solidFill>
          <a:ln w="2915">
            <a:solidFill>
              <a:srgbClr val="FFFFFF"/>
            </a:solidFill>
            <a:prstDash val="solid"/>
          </a:ln>
        </p:spPr>
      </p:sp>
      <p:sp>
        <p:nvSpPr>
          <p:cNvPr id="249" name="p1_fformpp_rect_124">
            <a:extLst>
              <a:ext uri="{FF2B5EF4-FFF2-40B4-BE49-F238E27FC236}">
                <a16:creationId xmlns:a16="http://schemas.microsoft.com/office/drawing/2014/main" id="{A9FEF3CB-0C13-C1D8-C84B-12090AFC3B96}"/>
              </a:ext>
            </a:extLst>
          </p:cNvPr>
          <p:cNvSpPr>
            <a:spLocks/>
          </p:cNvSpPr>
          <p:nvPr/>
        </p:nvSpPr>
        <p:spPr>
          <a:xfrm>
            <a:off x="5633617" y="2638253"/>
            <a:ext cx="138472" cy="123896"/>
          </a:xfrm>
          <a:prstGeom prst="rect">
            <a:avLst/>
          </a:prstGeom>
          <a:solidFill>
            <a:srgbClr val="7891BF"/>
          </a:solidFill>
          <a:ln w="2915">
            <a:solidFill>
              <a:srgbClr val="FFFFFF"/>
            </a:solidFill>
            <a:prstDash val="solid"/>
          </a:ln>
        </p:spPr>
      </p:sp>
      <p:sp>
        <p:nvSpPr>
          <p:cNvPr id="251" name="p1_fformpp_rect_125">
            <a:extLst>
              <a:ext uri="{FF2B5EF4-FFF2-40B4-BE49-F238E27FC236}">
                <a16:creationId xmlns:a16="http://schemas.microsoft.com/office/drawing/2014/main" id="{D24E72DA-6CB7-979B-F1C9-EEFC1508631A}"/>
              </a:ext>
            </a:extLst>
          </p:cNvPr>
          <p:cNvSpPr>
            <a:spLocks/>
          </p:cNvSpPr>
          <p:nvPr/>
        </p:nvSpPr>
        <p:spPr>
          <a:xfrm>
            <a:off x="5772089" y="2638253"/>
            <a:ext cx="138472" cy="123896"/>
          </a:xfrm>
          <a:prstGeom prst="rect">
            <a:avLst/>
          </a:prstGeom>
          <a:solidFill>
            <a:srgbClr val="BECBE8"/>
          </a:solidFill>
          <a:ln w="2915">
            <a:solidFill>
              <a:srgbClr val="FFFFFF"/>
            </a:solidFill>
            <a:prstDash val="solid"/>
          </a:ln>
        </p:spPr>
      </p:sp>
      <p:sp>
        <p:nvSpPr>
          <p:cNvPr id="253" name="p1_fformpp_rect_126">
            <a:extLst>
              <a:ext uri="{FF2B5EF4-FFF2-40B4-BE49-F238E27FC236}">
                <a16:creationId xmlns:a16="http://schemas.microsoft.com/office/drawing/2014/main" id="{AEAA9E28-DE21-DCA1-C375-A8FA12E6ABA5}"/>
              </a:ext>
            </a:extLst>
          </p:cNvPr>
          <p:cNvSpPr>
            <a:spLocks/>
          </p:cNvSpPr>
          <p:nvPr/>
        </p:nvSpPr>
        <p:spPr>
          <a:xfrm>
            <a:off x="5910561" y="2638253"/>
            <a:ext cx="138472" cy="123896"/>
          </a:xfrm>
          <a:prstGeom prst="rect">
            <a:avLst/>
          </a:prstGeom>
          <a:solidFill>
            <a:srgbClr val="7891BF"/>
          </a:solidFill>
          <a:ln w="2915">
            <a:solidFill>
              <a:srgbClr val="FFFFFF"/>
            </a:solidFill>
            <a:prstDash val="solid"/>
          </a:ln>
        </p:spPr>
      </p:sp>
      <p:sp>
        <p:nvSpPr>
          <p:cNvPr id="255" name="p1_fformpp_rect_127">
            <a:extLst>
              <a:ext uri="{FF2B5EF4-FFF2-40B4-BE49-F238E27FC236}">
                <a16:creationId xmlns:a16="http://schemas.microsoft.com/office/drawing/2014/main" id="{8F27A425-C0EB-963F-F535-2811764ED119}"/>
              </a:ext>
            </a:extLst>
          </p:cNvPr>
          <p:cNvSpPr>
            <a:spLocks/>
          </p:cNvSpPr>
          <p:nvPr/>
        </p:nvSpPr>
        <p:spPr>
          <a:xfrm>
            <a:off x="6049033" y="2638253"/>
            <a:ext cx="138472" cy="123896"/>
          </a:xfrm>
          <a:prstGeom prst="rect">
            <a:avLst/>
          </a:prstGeom>
          <a:solidFill>
            <a:srgbClr val="BECBE8"/>
          </a:solidFill>
          <a:ln w="2915">
            <a:solidFill>
              <a:srgbClr val="FFFFFF"/>
            </a:solidFill>
            <a:prstDash val="solid"/>
          </a:ln>
        </p:spPr>
      </p:sp>
      <p:sp>
        <p:nvSpPr>
          <p:cNvPr id="257" name="p1_fformpp_rect_128">
            <a:extLst>
              <a:ext uri="{FF2B5EF4-FFF2-40B4-BE49-F238E27FC236}">
                <a16:creationId xmlns:a16="http://schemas.microsoft.com/office/drawing/2014/main" id="{82AE1495-AED4-D7A1-415E-FCF694069B74}"/>
              </a:ext>
            </a:extLst>
          </p:cNvPr>
          <p:cNvSpPr>
            <a:spLocks/>
          </p:cNvSpPr>
          <p:nvPr/>
        </p:nvSpPr>
        <p:spPr>
          <a:xfrm>
            <a:off x="6187505" y="2638253"/>
            <a:ext cx="138472" cy="123896"/>
          </a:xfrm>
          <a:prstGeom prst="rect">
            <a:avLst/>
          </a:prstGeom>
          <a:solidFill>
            <a:srgbClr val="7891BF"/>
          </a:solidFill>
          <a:ln w="2915">
            <a:solidFill>
              <a:srgbClr val="FFFFFF"/>
            </a:solidFill>
            <a:prstDash val="solid"/>
          </a:ln>
        </p:spPr>
      </p:sp>
      <p:sp>
        <p:nvSpPr>
          <p:cNvPr id="259" name="p1_fformpp_rect_129">
            <a:extLst>
              <a:ext uri="{FF2B5EF4-FFF2-40B4-BE49-F238E27FC236}">
                <a16:creationId xmlns:a16="http://schemas.microsoft.com/office/drawing/2014/main" id="{EE2DCF3C-F96D-23B2-A8A1-5C33594A2A77}"/>
              </a:ext>
            </a:extLst>
          </p:cNvPr>
          <p:cNvSpPr>
            <a:spLocks/>
          </p:cNvSpPr>
          <p:nvPr/>
        </p:nvSpPr>
        <p:spPr>
          <a:xfrm>
            <a:off x="6325977" y="2638253"/>
            <a:ext cx="138472" cy="123896"/>
          </a:xfrm>
          <a:prstGeom prst="rect">
            <a:avLst/>
          </a:prstGeom>
          <a:solidFill>
            <a:srgbClr val="9B5890"/>
          </a:solidFill>
          <a:ln w="2915">
            <a:solidFill>
              <a:srgbClr val="FFFFFF"/>
            </a:solidFill>
            <a:prstDash val="solid"/>
          </a:ln>
        </p:spPr>
      </p:sp>
      <p:sp>
        <p:nvSpPr>
          <p:cNvPr id="261" name="p1_fformpp_rect_130">
            <a:extLst>
              <a:ext uri="{FF2B5EF4-FFF2-40B4-BE49-F238E27FC236}">
                <a16:creationId xmlns:a16="http://schemas.microsoft.com/office/drawing/2014/main" id="{ADC043AB-DC56-2BC2-469E-E65FE6BA5087}"/>
              </a:ext>
            </a:extLst>
          </p:cNvPr>
          <p:cNvSpPr>
            <a:spLocks/>
          </p:cNvSpPr>
          <p:nvPr/>
        </p:nvSpPr>
        <p:spPr>
          <a:xfrm>
            <a:off x="5633617" y="2762149"/>
            <a:ext cx="138472" cy="123896"/>
          </a:xfrm>
          <a:prstGeom prst="rect">
            <a:avLst/>
          </a:prstGeom>
          <a:solidFill>
            <a:srgbClr val="9B5890"/>
          </a:solidFill>
          <a:ln w="2915">
            <a:solidFill>
              <a:srgbClr val="FFFFFF"/>
            </a:solidFill>
            <a:prstDash val="solid"/>
          </a:ln>
        </p:spPr>
      </p:sp>
      <p:sp>
        <p:nvSpPr>
          <p:cNvPr id="263" name="p1_fformpp_rect_131">
            <a:extLst>
              <a:ext uri="{FF2B5EF4-FFF2-40B4-BE49-F238E27FC236}">
                <a16:creationId xmlns:a16="http://schemas.microsoft.com/office/drawing/2014/main" id="{D7ADCC7E-0FF3-D733-4D6F-3B6EAAECD30C}"/>
              </a:ext>
            </a:extLst>
          </p:cNvPr>
          <p:cNvSpPr>
            <a:spLocks/>
          </p:cNvSpPr>
          <p:nvPr/>
        </p:nvSpPr>
        <p:spPr>
          <a:xfrm>
            <a:off x="5772089" y="2762149"/>
            <a:ext cx="138472" cy="123896"/>
          </a:xfrm>
          <a:prstGeom prst="rect">
            <a:avLst/>
          </a:prstGeom>
          <a:solidFill>
            <a:srgbClr val="7891BF"/>
          </a:solidFill>
          <a:ln w="2915">
            <a:solidFill>
              <a:srgbClr val="FFFFFF"/>
            </a:solidFill>
            <a:prstDash val="solid"/>
          </a:ln>
        </p:spPr>
      </p:sp>
      <p:sp>
        <p:nvSpPr>
          <p:cNvPr id="265" name="p1_fformpp_rect_132">
            <a:extLst>
              <a:ext uri="{FF2B5EF4-FFF2-40B4-BE49-F238E27FC236}">
                <a16:creationId xmlns:a16="http://schemas.microsoft.com/office/drawing/2014/main" id="{BF3E2ACC-DF43-88D6-6981-869B7221D570}"/>
              </a:ext>
            </a:extLst>
          </p:cNvPr>
          <p:cNvSpPr>
            <a:spLocks/>
          </p:cNvSpPr>
          <p:nvPr/>
        </p:nvSpPr>
        <p:spPr>
          <a:xfrm>
            <a:off x="5910561" y="2762149"/>
            <a:ext cx="138472" cy="123896"/>
          </a:xfrm>
          <a:prstGeom prst="rect">
            <a:avLst/>
          </a:prstGeom>
          <a:solidFill>
            <a:srgbClr val="BECBE8"/>
          </a:solidFill>
          <a:ln w="2915">
            <a:solidFill>
              <a:srgbClr val="FFFFFF"/>
            </a:solidFill>
            <a:prstDash val="solid"/>
          </a:ln>
        </p:spPr>
      </p:sp>
      <p:sp>
        <p:nvSpPr>
          <p:cNvPr id="267" name="p1_fformpp_rect_133">
            <a:extLst>
              <a:ext uri="{FF2B5EF4-FFF2-40B4-BE49-F238E27FC236}">
                <a16:creationId xmlns:a16="http://schemas.microsoft.com/office/drawing/2014/main" id="{B077A905-25BD-0B97-D6D9-0315E8E9C3F7}"/>
              </a:ext>
            </a:extLst>
          </p:cNvPr>
          <p:cNvSpPr>
            <a:spLocks/>
          </p:cNvSpPr>
          <p:nvPr/>
        </p:nvSpPr>
        <p:spPr>
          <a:xfrm>
            <a:off x="6049033" y="2762149"/>
            <a:ext cx="138472" cy="123896"/>
          </a:xfrm>
          <a:prstGeom prst="rect">
            <a:avLst/>
          </a:prstGeom>
          <a:solidFill>
            <a:srgbClr val="7891BF"/>
          </a:solidFill>
          <a:ln w="2915">
            <a:solidFill>
              <a:srgbClr val="FFFFFF"/>
            </a:solidFill>
            <a:prstDash val="solid"/>
          </a:ln>
        </p:spPr>
      </p:sp>
      <p:sp>
        <p:nvSpPr>
          <p:cNvPr id="269" name="p1_fformpp_rect_134">
            <a:extLst>
              <a:ext uri="{FF2B5EF4-FFF2-40B4-BE49-F238E27FC236}">
                <a16:creationId xmlns:a16="http://schemas.microsoft.com/office/drawing/2014/main" id="{D92455A1-D51F-A2A5-0A54-80C344CB6404}"/>
              </a:ext>
            </a:extLst>
          </p:cNvPr>
          <p:cNvSpPr>
            <a:spLocks/>
          </p:cNvSpPr>
          <p:nvPr/>
        </p:nvSpPr>
        <p:spPr>
          <a:xfrm>
            <a:off x="6187505" y="2762149"/>
            <a:ext cx="138472" cy="123896"/>
          </a:xfrm>
          <a:prstGeom prst="rect">
            <a:avLst/>
          </a:prstGeom>
          <a:solidFill>
            <a:srgbClr val="BECBE8"/>
          </a:solidFill>
          <a:ln w="2915">
            <a:solidFill>
              <a:srgbClr val="FFFFFF"/>
            </a:solidFill>
            <a:prstDash val="solid"/>
          </a:ln>
        </p:spPr>
      </p:sp>
      <p:sp>
        <p:nvSpPr>
          <p:cNvPr id="271" name="p1_fformpp_rect_135">
            <a:extLst>
              <a:ext uri="{FF2B5EF4-FFF2-40B4-BE49-F238E27FC236}">
                <a16:creationId xmlns:a16="http://schemas.microsoft.com/office/drawing/2014/main" id="{99C45630-9534-5FB3-4270-A6B7A4B5F7A9}"/>
              </a:ext>
            </a:extLst>
          </p:cNvPr>
          <p:cNvSpPr>
            <a:spLocks/>
          </p:cNvSpPr>
          <p:nvPr/>
        </p:nvSpPr>
        <p:spPr>
          <a:xfrm>
            <a:off x="6325977" y="2762149"/>
            <a:ext cx="138472" cy="123896"/>
          </a:xfrm>
          <a:prstGeom prst="rect">
            <a:avLst/>
          </a:prstGeom>
          <a:solidFill>
            <a:srgbClr val="7891BF"/>
          </a:solidFill>
          <a:ln w="2915">
            <a:solidFill>
              <a:srgbClr val="FFFFFF"/>
            </a:solidFill>
            <a:prstDash val="solid"/>
          </a:ln>
        </p:spPr>
      </p:sp>
      <p:sp>
        <p:nvSpPr>
          <p:cNvPr id="273" name="p1_fformpp_rect_136">
            <a:extLst>
              <a:ext uri="{FF2B5EF4-FFF2-40B4-BE49-F238E27FC236}">
                <a16:creationId xmlns:a16="http://schemas.microsoft.com/office/drawing/2014/main" id="{7A090748-90C1-1674-D3EA-04DF4E52BCB8}"/>
              </a:ext>
            </a:extLst>
          </p:cNvPr>
          <p:cNvSpPr>
            <a:spLocks/>
          </p:cNvSpPr>
          <p:nvPr/>
        </p:nvSpPr>
        <p:spPr>
          <a:xfrm>
            <a:off x="5633617" y="2886045"/>
            <a:ext cx="138472" cy="123896"/>
          </a:xfrm>
          <a:prstGeom prst="rect">
            <a:avLst/>
          </a:prstGeom>
          <a:solidFill>
            <a:srgbClr val="D6B1CD"/>
          </a:solidFill>
          <a:ln w="2915">
            <a:solidFill>
              <a:srgbClr val="FFFFFF"/>
            </a:solidFill>
            <a:prstDash val="solid"/>
          </a:ln>
        </p:spPr>
      </p:sp>
      <p:sp>
        <p:nvSpPr>
          <p:cNvPr id="275" name="p1_fformpp_rect_137">
            <a:extLst>
              <a:ext uri="{FF2B5EF4-FFF2-40B4-BE49-F238E27FC236}">
                <a16:creationId xmlns:a16="http://schemas.microsoft.com/office/drawing/2014/main" id="{DF3087C8-7B58-B0EB-488A-7048FB58F8E9}"/>
              </a:ext>
            </a:extLst>
          </p:cNvPr>
          <p:cNvSpPr>
            <a:spLocks/>
          </p:cNvSpPr>
          <p:nvPr/>
        </p:nvSpPr>
        <p:spPr>
          <a:xfrm>
            <a:off x="5772089" y="2886045"/>
            <a:ext cx="138472" cy="123896"/>
          </a:xfrm>
          <a:prstGeom prst="rect">
            <a:avLst/>
          </a:prstGeom>
          <a:solidFill>
            <a:srgbClr val="9B5890"/>
          </a:solidFill>
          <a:ln w="2915">
            <a:solidFill>
              <a:srgbClr val="FFFFFF"/>
            </a:solidFill>
            <a:prstDash val="solid"/>
          </a:ln>
        </p:spPr>
      </p:sp>
      <p:sp>
        <p:nvSpPr>
          <p:cNvPr id="277" name="p1_fformpp_rect_138">
            <a:extLst>
              <a:ext uri="{FF2B5EF4-FFF2-40B4-BE49-F238E27FC236}">
                <a16:creationId xmlns:a16="http://schemas.microsoft.com/office/drawing/2014/main" id="{E6C08C75-13CB-4C0E-2124-981EC85BA7B2}"/>
              </a:ext>
            </a:extLst>
          </p:cNvPr>
          <p:cNvSpPr>
            <a:spLocks/>
          </p:cNvSpPr>
          <p:nvPr/>
        </p:nvSpPr>
        <p:spPr>
          <a:xfrm>
            <a:off x="5910561" y="2886045"/>
            <a:ext cx="138472" cy="123896"/>
          </a:xfrm>
          <a:prstGeom prst="rect">
            <a:avLst/>
          </a:prstGeom>
          <a:solidFill>
            <a:srgbClr val="7891BF"/>
          </a:solidFill>
          <a:ln w="2915">
            <a:solidFill>
              <a:srgbClr val="FFFFFF"/>
            </a:solidFill>
            <a:prstDash val="solid"/>
          </a:ln>
        </p:spPr>
      </p:sp>
      <p:sp>
        <p:nvSpPr>
          <p:cNvPr id="279" name="p1_fformpp_rect_139">
            <a:extLst>
              <a:ext uri="{FF2B5EF4-FFF2-40B4-BE49-F238E27FC236}">
                <a16:creationId xmlns:a16="http://schemas.microsoft.com/office/drawing/2014/main" id="{B52337F8-94C4-4F1E-3C84-D0E2C4F9C1DB}"/>
              </a:ext>
            </a:extLst>
          </p:cNvPr>
          <p:cNvSpPr>
            <a:spLocks/>
          </p:cNvSpPr>
          <p:nvPr/>
        </p:nvSpPr>
        <p:spPr>
          <a:xfrm>
            <a:off x="6049033" y="2886045"/>
            <a:ext cx="138472" cy="123896"/>
          </a:xfrm>
          <a:prstGeom prst="rect">
            <a:avLst/>
          </a:prstGeom>
          <a:solidFill>
            <a:srgbClr val="BECBE8"/>
          </a:solidFill>
          <a:ln w="2915">
            <a:solidFill>
              <a:srgbClr val="FFFFFF"/>
            </a:solidFill>
            <a:prstDash val="solid"/>
          </a:ln>
        </p:spPr>
      </p:sp>
      <p:sp>
        <p:nvSpPr>
          <p:cNvPr id="281" name="p1_fformpp_rect_140">
            <a:extLst>
              <a:ext uri="{FF2B5EF4-FFF2-40B4-BE49-F238E27FC236}">
                <a16:creationId xmlns:a16="http://schemas.microsoft.com/office/drawing/2014/main" id="{8E306895-34AB-64EB-01ED-2DDA7DCC520C}"/>
              </a:ext>
            </a:extLst>
          </p:cNvPr>
          <p:cNvSpPr>
            <a:spLocks/>
          </p:cNvSpPr>
          <p:nvPr/>
        </p:nvSpPr>
        <p:spPr>
          <a:xfrm>
            <a:off x="6187505" y="2886045"/>
            <a:ext cx="138472" cy="123896"/>
          </a:xfrm>
          <a:prstGeom prst="rect">
            <a:avLst/>
          </a:prstGeom>
          <a:solidFill>
            <a:srgbClr val="7891BF"/>
          </a:solidFill>
          <a:ln w="2915">
            <a:solidFill>
              <a:srgbClr val="FFFFFF"/>
            </a:solidFill>
            <a:prstDash val="solid"/>
          </a:ln>
        </p:spPr>
      </p:sp>
      <p:sp>
        <p:nvSpPr>
          <p:cNvPr id="283" name="p1_fformpp_rect_141">
            <a:extLst>
              <a:ext uri="{FF2B5EF4-FFF2-40B4-BE49-F238E27FC236}">
                <a16:creationId xmlns:a16="http://schemas.microsoft.com/office/drawing/2014/main" id="{8C5C0E4A-49DB-3E92-E617-1C3566953A21}"/>
              </a:ext>
            </a:extLst>
          </p:cNvPr>
          <p:cNvSpPr>
            <a:spLocks/>
          </p:cNvSpPr>
          <p:nvPr/>
        </p:nvSpPr>
        <p:spPr>
          <a:xfrm>
            <a:off x="6325977" y="2886045"/>
            <a:ext cx="138472" cy="123896"/>
          </a:xfrm>
          <a:prstGeom prst="rect">
            <a:avLst/>
          </a:prstGeom>
          <a:solidFill>
            <a:srgbClr val="BECBE8"/>
          </a:solidFill>
          <a:ln w="2915">
            <a:solidFill>
              <a:srgbClr val="FFFFFF"/>
            </a:solidFill>
            <a:prstDash val="solid"/>
          </a:ln>
        </p:spPr>
      </p:sp>
      <p:sp>
        <p:nvSpPr>
          <p:cNvPr id="285" name="p1_fformpp_rect_142">
            <a:extLst>
              <a:ext uri="{FF2B5EF4-FFF2-40B4-BE49-F238E27FC236}">
                <a16:creationId xmlns:a16="http://schemas.microsoft.com/office/drawing/2014/main" id="{82D27884-FD61-3A73-90D2-030127138788}"/>
              </a:ext>
            </a:extLst>
          </p:cNvPr>
          <p:cNvSpPr>
            <a:spLocks/>
          </p:cNvSpPr>
          <p:nvPr/>
        </p:nvSpPr>
        <p:spPr>
          <a:xfrm>
            <a:off x="5633617" y="3009940"/>
            <a:ext cx="138472" cy="123896"/>
          </a:xfrm>
          <a:prstGeom prst="rect">
            <a:avLst/>
          </a:prstGeom>
          <a:solidFill>
            <a:srgbClr val="F0DFEB"/>
          </a:solidFill>
          <a:ln w="2915">
            <a:solidFill>
              <a:srgbClr val="FFFFFF"/>
            </a:solidFill>
            <a:prstDash val="solid"/>
          </a:ln>
        </p:spPr>
      </p:sp>
      <p:sp>
        <p:nvSpPr>
          <p:cNvPr id="287" name="p1_fformpp_rect_143">
            <a:extLst>
              <a:ext uri="{FF2B5EF4-FFF2-40B4-BE49-F238E27FC236}">
                <a16:creationId xmlns:a16="http://schemas.microsoft.com/office/drawing/2014/main" id="{9E74845E-EC8E-5B34-3770-B30B115104E3}"/>
              </a:ext>
            </a:extLst>
          </p:cNvPr>
          <p:cNvSpPr>
            <a:spLocks/>
          </p:cNvSpPr>
          <p:nvPr/>
        </p:nvSpPr>
        <p:spPr>
          <a:xfrm>
            <a:off x="5772089" y="3009940"/>
            <a:ext cx="138472" cy="123896"/>
          </a:xfrm>
          <a:prstGeom prst="rect">
            <a:avLst/>
          </a:prstGeom>
          <a:solidFill>
            <a:srgbClr val="D6B1CD"/>
          </a:solidFill>
          <a:ln w="2915">
            <a:solidFill>
              <a:srgbClr val="FFFFFF"/>
            </a:solidFill>
            <a:prstDash val="solid"/>
          </a:ln>
        </p:spPr>
      </p:sp>
      <p:sp>
        <p:nvSpPr>
          <p:cNvPr id="289" name="p1_fformpp_rect_144">
            <a:extLst>
              <a:ext uri="{FF2B5EF4-FFF2-40B4-BE49-F238E27FC236}">
                <a16:creationId xmlns:a16="http://schemas.microsoft.com/office/drawing/2014/main" id="{95924D9E-60A4-02FB-A50D-70E7A1ADE5E0}"/>
              </a:ext>
            </a:extLst>
          </p:cNvPr>
          <p:cNvSpPr>
            <a:spLocks/>
          </p:cNvSpPr>
          <p:nvPr/>
        </p:nvSpPr>
        <p:spPr>
          <a:xfrm>
            <a:off x="5910561" y="3009940"/>
            <a:ext cx="138472" cy="123896"/>
          </a:xfrm>
          <a:prstGeom prst="rect">
            <a:avLst/>
          </a:prstGeom>
          <a:solidFill>
            <a:srgbClr val="9B5890"/>
          </a:solidFill>
          <a:ln w="2915">
            <a:solidFill>
              <a:srgbClr val="FFFFFF"/>
            </a:solidFill>
            <a:prstDash val="solid"/>
          </a:ln>
        </p:spPr>
      </p:sp>
      <p:sp>
        <p:nvSpPr>
          <p:cNvPr id="291" name="p1_fformpp_rect_145">
            <a:extLst>
              <a:ext uri="{FF2B5EF4-FFF2-40B4-BE49-F238E27FC236}">
                <a16:creationId xmlns:a16="http://schemas.microsoft.com/office/drawing/2014/main" id="{4F5AB8AE-FEFD-FE78-9675-9FE3C11FE3A1}"/>
              </a:ext>
            </a:extLst>
          </p:cNvPr>
          <p:cNvSpPr>
            <a:spLocks/>
          </p:cNvSpPr>
          <p:nvPr/>
        </p:nvSpPr>
        <p:spPr>
          <a:xfrm>
            <a:off x="6049033" y="3009940"/>
            <a:ext cx="138472" cy="123896"/>
          </a:xfrm>
          <a:prstGeom prst="rect">
            <a:avLst/>
          </a:prstGeom>
          <a:solidFill>
            <a:srgbClr val="7891BF"/>
          </a:solidFill>
          <a:ln w="2915">
            <a:solidFill>
              <a:srgbClr val="FFFFFF"/>
            </a:solidFill>
            <a:prstDash val="solid"/>
          </a:ln>
        </p:spPr>
      </p:sp>
      <p:sp>
        <p:nvSpPr>
          <p:cNvPr id="293" name="p1_fformpp_rect_146">
            <a:extLst>
              <a:ext uri="{FF2B5EF4-FFF2-40B4-BE49-F238E27FC236}">
                <a16:creationId xmlns:a16="http://schemas.microsoft.com/office/drawing/2014/main" id="{63245D47-A02F-16BF-123C-8984DB76CAD1}"/>
              </a:ext>
            </a:extLst>
          </p:cNvPr>
          <p:cNvSpPr>
            <a:spLocks/>
          </p:cNvSpPr>
          <p:nvPr/>
        </p:nvSpPr>
        <p:spPr>
          <a:xfrm>
            <a:off x="6187505" y="3009940"/>
            <a:ext cx="138472" cy="123896"/>
          </a:xfrm>
          <a:prstGeom prst="rect">
            <a:avLst/>
          </a:prstGeom>
          <a:solidFill>
            <a:srgbClr val="BECBE8"/>
          </a:solidFill>
          <a:ln w="2915">
            <a:solidFill>
              <a:srgbClr val="FFFFFF"/>
            </a:solidFill>
            <a:prstDash val="solid"/>
          </a:ln>
        </p:spPr>
      </p:sp>
      <p:sp>
        <p:nvSpPr>
          <p:cNvPr id="295" name="p1_fformpp_rect_147">
            <a:extLst>
              <a:ext uri="{FF2B5EF4-FFF2-40B4-BE49-F238E27FC236}">
                <a16:creationId xmlns:a16="http://schemas.microsoft.com/office/drawing/2014/main" id="{74D31F73-A3B5-B457-298D-57C61A5F16B6}"/>
              </a:ext>
            </a:extLst>
          </p:cNvPr>
          <p:cNvSpPr>
            <a:spLocks/>
          </p:cNvSpPr>
          <p:nvPr/>
        </p:nvSpPr>
        <p:spPr>
          <a:xfrm>
            <a:off x="6325977" y="3009940"/>
            <a:ext cx="138472" cy="123896"/>
          </a:xfrm>
          <a:prstGeom prst="rect">
            <a:avLst/>
          </a:prstGeom>
          <a:solidFill>
            <a:srgbClr val="7891BF"/>
          </a:solidFill>
          <a:ln w="2915">
            <a:solidFill>
              <a:srgbClr val="FFFFFF"/>
            </a:solidFill>
            <a:prstDash val="solid"/>
          </a:ln>
        </p:spPr>
      </p:sp>
      <p:sp>
        <p:nvSpPr>
          <p:cNvPr id="297" name="p1_fformpp_rect_148">
            <a:extLst>
              <a:ext uri="{FF2B5EF4-FFF2-40B4-BE49-F238E27FC236}">
                <a16:creationId xmlns:a16="http://schemas.microsoft.com/office/drawing/2014/main" id="{C1247C0B-0E0B-5E48-70FC-77E98F8CAED1}"/>
              </a:ext>
            </a:extLst>
          </p:cNvPr>
          <p:cNvSpPr>
            <a:spLocks/>
          </p:cNvSpPr>
          <p:nvPr/>
        </p:nvSpPr>
        <p:spPr>
          <a:xfrm>
            <a:off x="6799696" y="1494038"/>
            <a:ext cx="728799" cy="1858438"/>
          </a:xfrm>
          <a:prstGeom prst="roundRect">
            <a:avLst>
              <a:gd name="adj" fmla="val 6000"/>
            </a:avLst>
          </a:prstGeom>
          <a:solidFill>
            <a:srgbClr val="FFFFFF"/>
          </a:solidFill>
          <a:ln w="7288">
            <a:solidFill>
              <a:srgbClr val="C3CEE7"/>
            </a:solidFill>
            <a:prstDash val="solid"/>
          </a:ln>
        </p:spPr>
      </p:sp>
      <p:sp>
        <p:nvSpPr>
          <p:cNvPr id="299" name="p1_fformpp_rect_149">
            <a:extLst>
              <a:ext uri="{FF2B5EF4-FFF2-40B4-BE49-F238E27FC236}">
                <a16:creationId xmlns:a16="http://schemas.microsoft.com/office/drawing/2014/main" id="{56B1BA6E-7E21-85C7-C92D-7558638A8B06}"/>
              </a:ext>
            </a:extLst>
          </p:cNvPr>
          <p:cNvSpPr>
            <a:spLocks/>
          </p:cNvSpPr>
          <p:nvPr/>
        </p:nvSpPr>
        <p:spPr>
          <a:xfrm>
            <a:off x="6887152" y="1880302"/>
            <a:ext cx="553887" cy="255080"/>
          </a:xfrm>
          <a:prstGeom prst="roundRect">
            <a:avLst>
              <a:gd name="adj" fmla="val 11429"/>
            </a:avLst>
          </a:prstGeom>
          <a:gradFill>
            <a:gsLst>
              <a:gs pos="0">
                <a:srgbClr val="FEFEFF"/>
              </a:gs>
              <a:gs pos="100000">
                <a:srgbClr val="EDF0F8"/>
              </a:gs>
            </a:gsLst>
            <a:lin ang="5400000"/>
          </a:gradFill>
          <a:ln w="5830">
            <a:solidFill>
              <a:srgbClr val="8599C3"/>
            </a:solidFill>
            <a:prstDash val="solid"/>
          </a:ln>
        </p:spPr>
      </p:sp>
      <p:sp>
        <p:nvSpPr>
          <p:cNvPr id="301" name="p1_fformpp_rect_150">
            <a:extLst>
              <a:ext uri="{FF2B5EF4-FFF2-40B4-BE49-F238E27FC236}">
                <a16:creationId xmlns:a16="http://schemas.microsoft.com/office/drawing/2014/main" id="{6278A870-A7F4-8DD4-32FB-74700FAAA162}"/>
              </a:ext>
            </a:extLst>
          </p:cNvPr>
          <p:cNvSpPr>
            <a:spLocks/>
          </p:cNvSpPr>
          <p:nvPr/>
        </p:nvSpPr>
        <p:spPr>
          <a:xfrm>
            <a:off x="6887152" y="2215549"/>
            <a:ext cx="553887" cy="255080"/>
          </a:xfrm>
          <a:prstGeom prst="roundRect">
            <a:avLst>
              <a:gd name="adj" fmla="val 11429"/>
            </a:avLst>
          </a:prstGeom>
          <a:gradFill>
            <a:gsLst>
              <a:gs pos="0">
                <a:srgbClr val="FEFEFF"/>
              </a:gs>
              <a:gs pos="100000">
                <a:srgbClr val="EDF0F8"/>
              </a:gs>
            </a:gsLst>
            <a:lin ang="5400000"/>
          </a:gradFill>
          <a:ln w="5830">
            <a:solidFill>
              <a:srgbClr val="8599C3"/>
            </a:solidFill>
            <a:prstDash val="solid"/>
          </a:ln>
        </p:spPr>
      </p:sp>
      <p:sp>
        <p:nvSpPr>
          <p:cNvPr id="303" name="p1_fformpp_rect_151">
            <a:extLst>
              <a:ext uri="{FF2B5EF4-FFF2-40B4-BE49-F238E27FC236}">
                <a16:creationId xmlns:a16="http://schemas.microsoft.com/office/drawing/2014/main" id="{D927E471-2A5F-8C58-D4F8-B640F682370C}"/>
              </a:ext>
            </a:extLst>
          </p:cNvPr>
          <p:cNvSpPr>
            <a:spLocks/>
          </p:cNvSpPr>
          <p:nvPr/>
        </p:nvSpPr>
        <p:spPr>
          <a:xfrm>
            <a:off x="6887152" y="2550797"/>
            <a:ext cx="553887" cy="255080"/>
          </a:xfrm>
          <a:prstGeom prst="roundRect">
            <a:avLst>
              <a:gd name="adj" fmla="val 11429"/>
            </a:avLst>
          </a:prstGeom>
          <a:gradFill>
            <a:gsLst>
              <a:gs pos="0">
                <a:srgbClr val="FEFEFF"/>
              </a:gs>
              <a:gs pos="100000">
                <a:srgbClr val="EDF0F8"/>
              </a:gs>
            </a:gsLst>
            <a:lin ang="5400000"/>
          </a:gradFill>
          <a:ln w="5830">
            <a:solidFill>
              <a:srgbClr val="8599C3"/>
            </a:solidFill>
            <a:prstDash val="solid"/>
          </a:ln>
        </p:spPr>
      </p:sp>
      <p:sp>
        <p:nvSpPr>
          <p:cNvPr id="305" name="p1_fformpp_rect_152">
            <a:extLst>
              <a:ext uri="{FF2B5EF4-FFF2-40B4-BE49-F238E27FC236}">
                <a16:creationId xmlns:a16="http://schemas.microsoft.com/office/drawing/2014/main" id="{28AFD5F3-549C-7FFF-87FB-4809C0B68785}"/>
              </a:ext>
            </a:extLst>
          </p:cNvPr>
          <p:cNvSpPr>
            <a:spLocks/>
          </p:cNvSpPr>
          <p:nvPr/>
        </p:nvSpPr>
        <p:spPr>
          <a:xfrm>
            <a:off x="6887152" y="2886045"/>
            <a:ext cx="553887" cy="255080"/>
          </a:xfrm>
          <a:prstGeom prst="roundRect">
            <a:avLst>
              <a:gd name="adj" fmla="val 11429"/>
            </a:avLst>
          </a:prstGeom>
          <a:gradFill>
            <a:gsLst>
              <a:gs pos="0">
                <a:srgbClr val="FEFEFF"/>
              </a:gs>
              <a:gs pos="100000">
                <a:srgbClr val="EDF0F8"/>
              </a:gs>
            </a:gsLst>
            <a:lin ang="5400000"/>
          </a:gradFill>
          <a:ln w="5830">
            <a:solidFill>
              <a:srgbClr val="8599C3"/>
            </a:solidFill>
            <a:prstDash val="solid"/>
          </a:ln>
        </p:spPr>
      </p:sp>
      <p:sp>
        <p:nvSpPr>
          <p:cNvPr id="307" name="p1_fformpp_rect_153">
            <a:extLst>
              <a:ext uri="{FF2B5EF4-FFF2-40B4-BE49-F238E27FC236}">
                <a16:creationId xmlns:a16="http://schemas.microsoft.com/office/drawing/2014/main" id="{845D0111-EE0F-D50F-56D9-2A4F9982C324}"/>
              </a:ext>
            </a:extLst>
          </p:cNvPr>
          <p:cNvSpPr>
            <a:spLocks/>
          </p:cNvSpPr>
          <p:nvPr/>
        </p:nvSpPr>
        <p:spPr>
          <a:xfrm>
            <a:off x="7674255" y="1494038"/>
            <a:ext cx="925575" cy="1858438"/>
          </a:xfrm>
          <a:prstGeom prst="roundRect">
            <a:avLst>
              <a:gd name="adj" fmla="val 4724"/>
            </a:avLst>
          </a:prstGeom>
          <a:solidFill>
            <a:srgbClr val="FFFFFF"/>
          </a:solidFill>
          <a:ln w="7288">
            <a:solidFill>
              <a:srgbClr val="C3CEE7"/>
            </a:solidFill>
            <a:prstDash val="solid"/>
          </a:ln>
        </p:spPr>
      </p:sp>
      <p:sp>
        <p:nvSpPr>
          <p:cNvPr id="309" name="p1_fformpp_rect_154">
            <a:extLst>
              <a:ext uri="{FF2B5EF4-FFF2-40B4-BE49-F238E27FC236}">
                <a16:creationId xmlns:a16="http://schemas.microsoft.com/office/drawing/2014/main" id="{5F31E1C9-FDCB-97E4-E5A8-287E04BD386F}"/>
              </a:ext>
            </a:extLst>
          </p:cNvPr>
          <p:cNvSpPr>
            <a:spLocks/>
          </p:cNvSpPr>
          <p:nvPr/>
        </p:nvSpPr>
        <p:spPr>
          <a:xfrm>
            <a:off x="7761711" y="1894878"/>
            <a:ext cx="750663" cy="284232"/>
          </a:xfrm>
          <a:prstGeom prst="roundRect">
            <a:avLst>
              <a:gd name="adj" fmla="val 10256"/>
            </a:avLst>
          </a:prstGeom>
          <a:gradFill>
            <a:gsLst>
              <a:gs pos="0">
                <a:srgbClr val="E5EAF8"/>
              </a:gs>
              <a:gs pos="100000">
                <a:srgbClr val="C4CEEB"/>
              </a:gs>
            </a:gsLst>
            <a:lin ang="5400000"/>
          </a:gradFill>
          <a:ln w="5830">
            <a:solidFill>
              <a:srgbClr val="8599C3"/>
            </a:solidFill>
            <a:prstDash val="solid"/>
          </a:ln>
        </p:spPr>
      </p:sp>
      <p:sp>
        <p:nvSpPr>
          <p:cNvPr id="311" name="p1_fformpp_rect_155">
            <a:extLst>
              <a:ext uri="{FF2B5EF4-FFF2-40B4-BE49-F238E27FC236}">
                <a16:creationId xmlns:a16="http://schemas.microsoft.com/office/drawing/2014/main" id="{BE3D186D-7DE8-189C-C7AB-52A5D14E19D0}"/>
              </a:ext>
            </a:extLst>
          </p:cNvPr>
          <p:cNvSpPr>
            <a:spLocks/>
          </p:cNvSpPr>
          <p:nvPr/>
        </p:nvSpPr>
        <p:spPr>
          <a:xfrm>
            <a:off x="7761711" y="2281141"/>
            <a:ext cx="750663" cy="284232"/>
          </a:xfrm>
          <a:prstGeom prst="roundRect">
            <a:avLst>
              <a:gd name="adj" fmla="val 10256"/>
            </a:avLst>
          </a:prstGeom>
          <a:gradFill>
            <a:gsLst>
              <a:gs pos="0">
                <a:srgbClr val="E5EAF8"/>
              </a:gs>
              <a:gs pos="100000">
                <a:srgbClr val="C4CEEB"/>
              </a:gs>
            </a:gsLst>
            <a:lin ang="5400000"/>
          </a:gradFill>
          <a:ln w="5830">
            <a:solidFill>
              <a:srgbClr val="8599C3"/>
            </a:solidFill>
            <a:prstDash val="solid"/>
          </a:ln>
        </p:spPr>
      </p:sp>
      <p:sp>
        <p:nvSpPr>
          <p:cNvPr id="313" name="p1_fformpp_rect_156">
            <a:extLst>
              <a:ext uri="{FF2B5EF4-FFF2-40B4-BE49-F238E27FC236}">
                <a16:creationId xmlns:a16="http://schemas.microsoft.com/office/drawing/2014/main" id="{0BDE0A9D-55A4-8357-C231-A3DDFD40AF77}"/>
              </a:ext>
            </a:extLst>
          </p:cNvPr>
          <p:cNvSpPr>
            <a:spLocks/>
          </p:cNvSpPr>
          <p:nvPr/>
        </p:nvSpPr>
        <p:spPr>
          <a:xfrm>
            <a:off x="7761711" y="2667405"/>
            <a:ext cx="750663" cy="284232"/>
          </a:xfrm>
          <a:prstGeom prst="roundRect">
            <a:avLst>
              <a:gd name="adj" fmla="val 10256"/>
            </a:avLst>
          </a:prstGeom>
          <a:solidFill>
            <a:srgbClr val="FFFFFF"/>
          </a:solidFill>
          <a:ln w="5830">
            <a:solidFill>
              <a:srgbClr val="8599C3"/>
            </a:solidFill>
            <a:prstDash val="solid"/>
          </a:ln>
        </p:spPr>
      </p:sp>
      <p:sp>
        <p:nvSpPr>
          <p:cNvPr id="315" name="p1_fformpp_path_157">
            <a:extLst>
              <a:ext uri="{FF2B5EF4-FFF2-40B4-BE49-F238E27FC236}">
                <a16:creationId xmlns:a16="http://schemas.microsoft.com/office/drawing/2014/main" id="{3D9E05FF-A999-0A70-765D-F4C0F16E41C3}"/>
              </a:ext>
            </a:extLst>
          </p:cNvPr>
          <p:cNvSpPr>
            <a:spLocks/>
          </p:cNvSpPr>
          <p:nvPr/>
        </p:nvSpPr>
        <p:spPr>
          <a:xfrm>
            <a:off x="5400402" y="2426901"/>
            <a:ext cx="72880" cy="729"/>
          </a:xfrm>
          <a:custGeom>
            <a:avLst/>
            <a:gdLst/>
            <a:ahLst/>
            <a:cxnLst/>
            <a:rect l="0" t="0" r="0" b="0"/>
            <a:pathLst>
              <a:path w="95250" h="953">
                <a:moveTo>
                  <a:pt x="0" y="0"/>
                </a:moveTo>
                <a:lnTo>
                  <a:pt x="95250" y="0"/>
                </a:lnTo>
              </a:path>
            </a:pathLst>
          </a:custGeom>
          <a:noFill/>
          <a:ln w="10932">
            <a:solidFill>
              <a:srgbClr val="394D93"/>
            </a:solidFill>
            <a:prstDash val="solid"/>
          </a:ln>
        </p:spPr>
      </p:sp>
      <p:sp>
        <p:nvSpPr>
          <p:cNvPr id="317" name="p1_fformpp_path_158">
            <a:extLst>
              <a:ext uri="{FF2B5EF4-FFF2-40B4-BE49-F238E27FC236}">
                <a16:creationId xmlns:a16="http://schemas.microsoft.com/office/drawing/2014/main" id="{C2DA8785-BB0E-EDBD-7BAD-43DE7DB5ED87}"/>
              </a:ext>
            </a:extLst>
          </p:cNvPr>
          <p:cNvSpPr>
            <a:spLocks/>
          </p:cNvSpPr>
          <p:nvPr/>
        </p:nvSpPr>
        <p:spPr>
          <a:xfrm>
            <a:off x="5385826" y="238842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319" name="p1_fformpp_path_159">
            <a:extLst>
              <a:ext uri="{FF2B5EF4-FFF2-40B4-BE49-F238E27FC236}">
                <a16:creationId xmlns:a16="http://schemas.microsoft.com/office/drawing/2014/main" id="{4D8F5799-4035-D742-F4F2-EEE6162ED632}"/>
              </a:ext>
            </a:extLst>
          </p:cNvPr>
          <p:cNvSpPr>
            <a:spLocks/>
          </p:cNvSpPr>
          <p:nvPr/>
        </p:nvSpPr>
        <p:spPr>
          <a:xfrm>
            <a:off x="6668512" y="2426901"/>
            <a:ext cx="102032" cy="729"/>
          </a:xfrm>
          <a:custGeom>
            <a:avLst/>
            <a:gdLst/>
            <a:ahLst/>
            <a:cxnLst/>
            <a:rect l="0" t="0" r="0" b="0"/>
            <a:pathLst>
              <a:path w="133350" h="953">
                <a:moveTo>
                  <a:pt x="0" y="0"/>
                </a:moveTo>
                <a:lnTo>
                  <a:pt x="133350" y="0"/>
                </a:lnTo>
              </a:path>
            </a:pathLst>
          </a:custGeom>
          <a:noFill/>
          <a:ln w="10932">
            <a:solidFill>
              <a:srgbClr val="394D93"/>
            </a:solidFill>
            <a:prstDash val="solid"/>
          </a:ln>
        </p:spPr>
      </p:sp>
      <p:sp>
        <p:nvSpPr>
          <p:cNvPr id="321" name="p1_fformpp_path_160">
            <a:extLst>
              <a:ext uri="{FF2B5EF4-FFF2-40B4-BE49-F238E27FC236}">
                <a16:creationId xmlns:a16="http://schemas.microsoft.com/office/drawing/2014/main" id="{9642B83F-D04B-2424-63A6-E8CB886D4B38}"/>
              </a:ext>
            </a:extLst>
          </p:cNvPr>
          <p:cNvSpPr>
            <a:spLocks/>
          </p:cNvSpPr>
          <p:nvPr/>
        </p:nvSpPr>
        <p:spPr>
          <a:xfrm>
            <a:off x="6683088" y="238842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323" name="p1_fformpp_path_161">
            <a:extLst>
              <a:ext uri="{FF2B5EF4-FFF2-40B4-BE49-F238E27FC236}">
                <a16:creationId xmlns:a16="http://schemas.microsoft.com/office/drawing/2014/main" id="{A09E55A1-6031-B483-5710-3AE9DAF6458A}"/>
              </a:ext>
            </a:extLst>
          </p:cNvPr>
          <p:cNvSpPr>
            <a:spLocks/>
          </p:cNvSpPr>
          <p:nvPr/>
        </p:nvSpPr>
        <p:spPr>
          <a:xfrm>
            <a:off x="7557647" y="2426901"/>
            <a:ext cx="87456" cy="729"/>
          </a:xfrm>
          <a:custGeom>
            <a:avLst/>
            <a:gdLst/>
            <a:ahLst/>
            <a:cxnLst/>
            <a:rect l="0" t="0" r="0" b="0"/>
            <a:pathLst>
              <a:path w="114300" h="953">
                <a:moveTo>
                  <a:pt x="0" y="0"/>
                </a:moveTo>
                <a:lnTo>
                  <a:pt x="114300" y="0"/>
                </a:lnTo>
              </a:path>
            </a:pathLst>
          </a:custGeom>
          <a:noFill/>
          <a:ln w="10932">
            <a:solidFill>
              <a:srgbClr val="394D93"/>
            </a:solidFill>
            <a:prstDash val="solid"/>
          </a:ln>
        </p:spPr>
      </p:sp>
      <p:sp>
        <p:nvSpPr>
          <p:cNvPr id="325" name="p1_fformpp_path_162">
            <a:extLst>
              <a:ext uri="{FF2B5EF4-FFF2-40B4-BE49-F238E27FC236}">
                <a16:creationId xmlns:a16="http://schemas.microsoft.com/office/drawing/2014/main" id="{2DDDCB68-02A3-CB44-EAF7-BD25F017E988}"/>
              </a:ext>
            </a:extLst>
          </p:cNvPr>
          <p:cNvSpPr>
            <a:spLocks/>
          </p:cNvSpPr>
          <p:nvPr/>
        </p:nvSpPr>
        <p:spPr>
          <a:xfrm>
            <a:off x="7557647" y="238842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327" name="p1_moeini_rect_163">
            <a:extLst>
              <a:ext uri="{FF2B5EF4-FFF2-40B4-BE49-F238E27FC236}">
                <a16:creationId xmlns:a16="http://schemas.microsoft.com/office/drawing/2014/main" id="{68E04CBD-A7AD-5443-F603-AA2351C73A83}"/>
              </a:ext>
            </a:extLst>
          </p:cNvPr>
          <p:cNvSpPr>
            <a:spLocks/>
          </p:cNvSpPr>
          <p:nvPr/>
        </p:nvSpPr>
        <p:spPr>
          <a:xfrm>
            <a:off x="8840334" y="852695"/>
            <a:ext cx="3243156" cy="2864181"/>
          </a:xfrm>
          <a:prstGeom prst="roundRect">
            <a:avLst>
              <a:gd name="adj" fmla="val 3053"/>
            </a:avLst>
          </a:prstGeom>
          <a:gradFill>
            <a:gsLst>
              <a:gs pos="0">
                <a:srgbClr val="FEFEFF"/>
              </a:gs>
              <a:gs pos="100000">
                <a:srgbClr val="EDF0F8"/>
              </a:gs>
            </a:gsLst>
            <a:lin ang="5400000"/>
          </a:gradFill>
          <a:ln w="9839">
            <a:solidFill>
              <a:srgbClr val="172956"/>
            </a:solidFill>
            <a:prstDash val="solid"/>
          </a:ln>
        </p:spPr>
      </p:sp>
      <p:sp>
        <p:nvSpPr>
          <p:cNvPr id="329" name="p1_moeini_rect_164">
            <a:extLst>
              <a:ext uri="{FF2B5EF4-FFF2-40B4-BE49-F238E27FC236}">
                <a16:creationId xmlns:a16="http://schemas.microsoft.com/office/drawing/2014/main" id="{ED38ED7E-CC88-4502-D558-9C4C258244FD}"/>
              </a:ext>
            </a:extLst>
          </p:cNvPr>
          <p:cNvSpPr>
            <a:spLocks/>
          </p:cNvSpPr>
          <p:nvPr/>
        </p:nvSpPr>
        <p:spPr>
          <a:xfrm>
            <a:off x="8942366" y="940151"/>
            <a:ext cx="262368" cy="269656"/>
          </a:xfrm>
          <a:prstGeom prst="roundRect">
            <a:avLst>
              <a:gd name="adj" fmla="val 13889"/>
            </a:avLst>
          </a:prstGeom>
          <a:solidFill>
            <a:srgbClr val="DFE7F8"/>
          </a:solidFill>
          <a:ln w="0">
            <a:noFill/>
            <a:prstDash val="solid"/>
          </a:ln>
        </p:spPr>
      </p:sp>
      <p:sp>
        <p:nvSpPr>
          <p:cNvPr id="331" name="p1_moeini_rect_165">
            <a:extLst>
              <a:ext uri="{FF2B5EF4-FFF2-40B4-BE49-F238E27FC236}">
                <a16:creationId xmlns:a16="http://schemas.microsoft.com/office/drawing/2014/main" id="{96FC0EEF-67B6-FF4A-4B68-B0971AB0548B}"/>
              </a:ext>
            </a:extLst>
          </p:cNvPr>
          <p:cNvSpPr>
            <a:spLocks/>
          </p:cNvSpPr>
          <p:nvPr/>
        </p:nvSpPr>
        <p:spPr>
          <a:xfrm>
            <a:off x="8942366" y="1494038"/>
            <a:ext cx="932863" cy="881847"/>
          </a:xfrm>
          <a:prstGeom prst="roundRect">
            <a:avLst>
              <a:gd name="adj" fmla="val 4959"/>
            </a:avLst>
          </a:prstGeom>
          <a:solidFill>
            <a:srgbClr val="FFFFFF"/>
          </a:solidFill>
          <a:ln w="7288">
            <a:solidFill>
              <a:srgbClr val="C3CEE7"/>
            </a:solidFill>
            <a:prstDash val="solid"/>
          </a:ln>
        </p:spPr>
      </p:sp>
      <p:sp>
        <p:nvSpPr>
          <p:cNvPr id="333" name="p1_moeini_path_166">
            <a:extLst>
              <a:ext uri="{FF2B5EF4-FFF2-40B4-BE49-F238E27FC236}">
                <a16:creationId xmlns:a16="http://schemas.microsoft.com/office/drawing/2014/main" id="{5035B763-73BB-D960-1A39-090B7CA756EE}"/>
              </a:ext>
            </a:extLst>
          </p:cNvPr>
          <p:cNvSpPr>
            <a:spLocks/>
          </p:cNvSpPr>
          <p:nvPr/>
        </p:nvSpPr>
        <p:spPr>
          <a:xfrm>
            <a:off x="9037109" y="1897598"/>
            <a:ext cx="736087" cy="124871"/>
          </a:xfrm>
          <a:custGeom>
            <a:avLst/>
            <a:gdLst/>
            <a:ahLst/>
            <a:cxnLst/>
            <a:rect l="0" t="0" r="0" b="0"/>
            <a:pathLst>
              <a:path w="962025" h="163199">
                <a:moveTo>
                  <a:pt x="0" y="61885"/>
                </a:moveTo>
                <a:lnTo>
                  <a:pt x="9717" y="80235"/>
                </a:lnTo>
                <a:lnTo>
                  <a:pt x="19435" y="120979"/>
                </a:lnTo>
                <a:lnTo>
                  <a:pt x="29152" y="127684"/>
                </a:lnTo>
                <a:lnTo>
                  <a:pt x="38870" y="145479"/>
                </a:lnTo>
                <a:lnTo>
                  <a:pt x="48587" y="91976"/>
                </a:lnTo>
                <a:lnTo>
                  <a:pt x="58305" y="108988"/>
                </a:lnTo>
                <a:lnTo>
                  <a:pt x="68022" y="58844"/>
                </a:lnTo>
                <a:lnTo>
                  <a:pt x="77739" y="85198"/>
                </a:lnTo>
                <a:lnTo>
                  <a:pt x="87457" y="7280"/>
                </a:lnTo>
                <a:lnTo>
                  <a:pt x="97174" y="63384"/>
                </a:lnTo>
                <a:lnTo>
                  <a:pt x="106892" y="36196"/>
                </a:lnTo>
                <a:lnTo>
                  <a:pt x="116609" y="74840"/>
                </a:lnTo>
                <a:lnTo>
                  <a:pt x="126327" y="27236"/>
                </a:lnTo>
                <a:lnTo>
                  <a:pt x="136044" y="82456"/>
                </a:lnTo>
                <a:lnTo>
                  <a:pt x="145761" y="84715"/>
                </a:lnTo>
                <a:lnTo>
                  <a:pt x="155479" y="110744"/>
                </a:lnTo>
                <a:lnTo>
                  <a:pt x="165196" y="121159"/>
                </a:lnTo>
                <a:lnTo>
                  <a:pt x="174914" y="116133"/>
                </a:lnTo>
                <a:lnTo>
                  <a:pt x="184631" y="163199"/>
                </a:lnTo>
                <a:lnTo>
                  <a:pt x="194348" y="134945"/>
                </a:lnTo>
                <a:lnTo>
                  <a:pt x="204066" y="131292"/>
                </a:lnTo>
                <a:lnTo>
                  <a:pt x="213783" y="32522"/>
                </a:lnTo>
                <a:lnTo>
                  <a:pt x="223501" y="84198"/>
                </a:lnTo>
                <a:lnTo>
                  <a:pt x="233218" y="5051"/>
                </a:lnTo>
                <a:lnTo>
                  <a:pt x="242936" y="19746"/>
                </a:lnTo>
                <a:lnTo>
                  <a:pt x="252653" y="7256"/>
                </a:lnTo>
                <a:lnTo>
                  <a:pt x="262370" y="66562"/>
                </a:lnTo>
                <a:lnTo>
                  <a:pt x="272088" y="94409"/>
                </a:lnTo>
                <a:lnTo>
                  <a:pt x="281805" y="99875"/>
                </a:lnTo>
                <a:lnTo>
                  <a:pt x="291523" y="111240"/>
                </a:lnTo>
                <a:lnTo>
                  <a:pt x="301240" y="160667"/>
                </a:lnTo>
                <a:lnTo>
                  <a:pt x="310958" y="130554"/>
                </a:lnTo>
                <a:lnTo>
                  <a:pt x="320675" y="87309"/>
                </a:lnTo>
                <a:lnTo>
                  <a:pt x="330392" y="127235"/>
                </a:lnTo>
                <a:lnTo>
                  <a:pt x="340110" y="120977"/>
                </a:lnTo>
                <a:lnTo>
                  <a:pt x="349827" y="92499"/>
                </a:lnTo>
                <a:lnTo>
                  <a:pt x="359545" y="64525"/>
                </a:lnTo>
                <a:lnTo>
                  <a:pt x="369262" y="20233"/>
                </a:lnTo>
                <a:lnTo>
                  <a:pt x="378980" y="73285"/>
                </a:lnTo>
                <a:lnTo>
                  <a:pt x="388697" y="50922"/>
                </a:lnTo>
                <a:lnTo>
                  <a:pt x="398414" y="53022"/>
                </a:lnTo>
                <a:lnTo>
                  <a:pt x="408132" y="74830"/>
                </a:lnTo>
                <a:lnTo>
                  <a:pt x="417849" y="91396"/>
                </a:lnTo>
                <a:lnTo>
                  <a:pt x="427567" y="102546"/>
                </a:lnTo>
                <a:lnTo>
                  <a:pt x="437284" y="74708"/>
                </a:lnTo>
                <a:lnTo>
                  <a:pt x="447002" y="138331"/>
                </a:lnTo>
                <a:lnTo>
                  <a:pt x="456719" y="133265"/>
                </a:lnTo>
                <a:lnTo>
                  <a:pt x="466436" y="98889"/>
                </a:lnTo>
                <a:lnTo>
                  <a:pt x="476154" y="137982"/>
                </a:lnTo>
                <a:lnTo>
                  <a:pt x="485871" y="136210"/>
                </a:lnTo>
                <a:lnTo>
                  <a:pt x="495589" y="63972"/>
                </a:lnTo>
                <a:lnTo>
                  <a:pt x="505306" y="84536"/>
                </a:lnTo>
                <a:lnTo>
                  <a:pt x="515023" y="57746"/>
                </a:lnTo>
                <a:lnTo>
                  <a:pt x="524741" y="827"/>
                </a:lnTo>
                <a:lnTo>
                  <a:pt x="534458" y="20585"/>
                </a:lnTo>
                <a:lnTo>
                  <a:pt x="544176" y="72930"/>
                </a:lnTo>
                <a:lnTo>
                  <a:pt x="553893" y="108405"/>
                </a:lnTo>
                <a:lnTo>
                  <a:pt x="563611" y="91793"/>
                </a:lnTo>
                <a:lnTo>
                  <a:pt x="573328" y="73410"/>
                </a:lnTo>
                <a:lnTo>
                  <a:pt x="583045" y="162855"/>
                </a:lnTo>
                <a:lnTo>
                  <a:pt x="592763" y="160385"/>
                </a:lnTo>
                <a:lnTo>
                  <a:pt x="602480" y="91150"/>
                </a:lnTo>
                <a:lnTo>
                  <a:pt x="612198" y="110694"/>
                </a:lnTo>
                <a:lnTo>
                  <a:pt x="621915" y="100331"/>
                </a:lnTo>
                <a:lnTo>
                  <a:pt x="631633" y="127297"/>
                </a:lnTo>
                <a:lnTo>
                  <a:pt x="641350" y="42590"/>
                </a:lnTo>
                <a:lnTo>
                  <a:pt x="651067" y="46999"/>
                </a:lnTo>
                <a:lnTo>
                  <a:pt x="660785" y="66919"/>
                </a:lnTo>
                <a:lnTo>
                  <a:pt x="670502" y="65425"/>
                </a:lnTo>
                <a:lnTo>
                  <a:pt x="680220" y="67140"/>
                </a:lnTo>
                <a:lnTo>
                  <a:pt x="689937" y="62486"/>
                </a:lnTo>
                <a:lnTo>
                  <a:pt x="699655" y="72327"/>
                </a:lnTo>
                <a:lnTo>
                  <a:pt x="709372" y="98760"/>
                </a:lnTo>
                <a:lnTo>
                  <a:pt x="719089" y="147826"/>
                </a:lnTo>
                <a:lnTo>
                  <a:pt x="728807" y="124906"/>
                </a:lnTo>
                <a:lnTo>
                  <a:pt x="738524" y="152693"/>
                </a:lnTo>
                <a:lnTo>
                  <a:pt x="748242" y="90280"/>
                </a:lnTo>
                <a:lnTo>
                  <a:pt x="757959" y="111569"/>
                </a:lnTo>
                <a:lnTo>
                  <a:pt x="767677" y="109928"/>
                </a:lnTo>
                <a:lnTo>
                  <a:pt x="777394" y="79970"/>
                </a:lnTo>
                <a:lnTo>
                  <a:pt x="787111" y="64909"/>
                </a:lnTo>
                <a:lnTo>
                  <a:pt x="796829" y="8135"/>
                </a:lnTo>
                <a:lnTo>
                  <a:pt x="806546" y="71464"/>
                </a:lnTo>
                <a:lnTo>
                  <a:pt x="816264" y="0"/>
                </a:lnTo>
                <a:lnTo>
                  <a:pt x="825981" y="15156"/>
                </a:lnTo>
                <a:lnTo>
                  <a:pt x="835698" y="90579"/>
                </a:lnTo>
                <a:lnTo>
                  <a:pt x="845416" y="71059"/>
                </a:lnTo>
                <a:lnTo>
                  <a:pt x="855133" y="140773"/>
                </a:lnTo>
                <a:lnTo>
                  <a:pt x="864851" y="132874"/>
                </a:lnTo>
                <a:lnTo>
                  <a:pt x="874568" y="126865"/>
                </a:lnTo>
                <a:lnTo>
                  <a:pt x="884286" y="106812"/>
                </a:lnTo>
                <a:lnTo>
                  <a:pt x="894003" y="162306"/>
                </a:lnTo>
                <a:lnTo>
                  <a:pt x="903720" y="137837"/>
                </a:lnTo>
                <a:lnTo>
                  <a:pt x="913438" y="81633"/>
                </a:lnTo>
                <a:lnTo>
                  <a:pt x="923155" y="106524"/>
                </a:lnTo>
                <a:lnTo>
                  <a:pt x="932873" y="51419"/>
                </a:lnTo>
                <a:lnTo>
                  <a:pt x="942590" y="25262"/>
                </a:lnTo>
                <a:lnTo>
                  <a:pt x="952308" y="68236"/>
                </a:lnTo>
                <a:lnTo>
                  <a:pt x="962025" y="40650"/>
                </a:lnTo>
              </a:path>
            </a:pathLst>
          </a:custGeom>
          <a:noFill/>
          <a:ln w="13847">
            <a:solidFill>
              <a:srgbClr val="394D93"/>
            </a:solidFill>
            <a:prstDash val="solid"/>
          </a:ln>
        </p:spPr>
      </p:sp>
      <p:sp>
        <p:nvSpPr>
          <p:cNvPr id="335" name="p1_moeini_rect_167">
            <a:extLst>
              <a:ext uri="{FF2B5EF4-FFF2-40B4-BE49-F238E27FC236}">
                <a16:creationId xmlns:a16="http://schemas.microsoft.com/office/drawing/2014/main" id="{511F0B58-8C45-C446-1E17-D3AAF521A5F5}"/>
              </a:ext>
            </a:extLst>
          </p:cNvPr>
          <p:cNvSpPr>
            <a:spLocks/>
          </p:cNvSpPr>
          <p:nvPr/>
        </p:nvSpPr>
        <p:spPr>
          <a:xfrm>
            <a:off x="8942366" y="2499781"/>
            <a:ext cx="932863" cy="852695"/>
          </a:xfrm>
          <a:prstGeom prst="roundRect">
            <a:avLst>
              <a:gd name="adj" fmla="val 5128"/>
            </a:avLst>
          </a:prstGeom>
          <a:solidFill>
            <a:srgbClr val="FFFFFF"/>
          </a:solidFill>
          <a:ln w="7288">
            <a:solidFill>
              <a:srgbClr val="C3CEE7"/>
            </a:solidFill>
            <a:prstDash val="solid"/>
          </a:ln>
        </p:spPr>
      </p:sp>
      <p:sp>
        <p:nvSpPr>
          <p:cNvPr id="337" name="p1_moeini_path_168">
            <a:extLst>
              <a:ext uri="{FF2B5EF4-FFF2-40B4-BE49-F238E27FC236}">
                <a16:creationId xmlns:a16="http://schemas.microsoft.com/office/drawing/2014/main" id="{12D11578-11ED-0DBC-925E-FDFB41B27BAA}"/>
              </a:ext>
            </a:extLst>
          </p:cNvPr>
          <p:cNvSpPr>
            <a:spLocks/>
          </p:cNvSpPr>
          <p:nvPr/>
        </p:nvSpPr>
        <p:spPr>
          <a:xfrm>
            <a:off x="9037109" y="2876935"/>
            <a:ext cx="255080" cy="729"/>
          </a:xfrm>
          <a:custGeom>
            <a:avLst/>
            <a:gdLst/>
            <a:ahLst/>
            <a:cxnLst/>
            <a:rect l="0" t="0" r="0" b="0"/>
            <a:pathLst>
              <a:path w="333375" h="953">
                <a:moveTo>
                  <a:pt x="0" y="0"/>
                </a:moveTo>
                <a:lnTo>
                  <a:pt x="333375" y="0"/>
                </a:lnTo>
              </a:path>
            </a:pathLst>
          </a:custGeom>
          <a:noFill/>
          <a:ln w="8746">
            <a:solidFill>
              <a:srgbClr val="394D93"/>
            </a:solidFill>
            <a:prstDash val="solid"/>
          </a:ln>
        </p:spPr>
      </p:sp>
      <p:sp>
        <p:nvSpPr>
          <p:cNvPr id="339" name="p1_moeini_path_169">
            <a:extLst>
              <a:ext uri="{FF2B5EF4-FFF2-40B4-BE49-F238E27FC236}">
                <a16:creationId xmlns:a16="http://schemas.microsoft.com/office/drawing/2014/main" id="{46BF6840-3D3D-EB36-3069-F83CE767C5FF}"/>
              </a:ext>
            </a:extLst>
          </p:cNvPr>
          <p:cNvSpPr>
            <a:spLocks/>
          </p:cNvSpPr>
          <p:nvPr/>
        </p:nvSpPr>
        <p:spPr>
          <a:xfrm>
            <a:off x="9292189" y="2876935"/>
            <a:ext cx="255080" cy="729"/>
          </a:xfrm>
          <a:custGeom>
            <a:avLst/>
            <a:gdLst/>
            <a:ahLst/>
            <a:cxnLst/>
            <a:rect l="0" t="0" r="0" b="0"/>
            <a:pathLst>
              <a:path w="333375" h="953">
                <a:moveTo>
                  <a:pt x="0" y="0"/>
                </a:moveTo>
                <a:lnTo>
                  <a:pt x="333375" y="0"/>
                </a:lnTo>
              </a:path>
            </a:pathLst>
          </a:custGeom>
          <a:noFill/>
          <a:ln w="8746">
            <a:solidFill>
              <a:srgbClr val="394D93"/>
            </a:solidFill>
            <a:prstDash val="solid"/>
          </a:ln>
        </p:spPr>
      </p:sp>
      <p:sp>
        <p:nvSpPr>
          <p:cNvPr id="341" name="p1_moeini_path_170">
            <a:extLst>
              <a:ext uri="{FF2B5EF4-FFF2-40B4-BE49-F238E27FC236}">
                <a16:creationId xmlns:a16="http://schemas.microsoft.com/office/drawing/2014/main" id="{24A69AD2-D3E1-11F2-CD2D-C924CF468370}"/>
              </a:ext>
            </a:extLst>
          </p:cNvPr>
          <p:cNvSpPr>
            <a:spLocks/>
          </p:cNvSpPr>
          <p:nvPr/>
        </p:nvSpPr>
        <p:spPr>
          <a:xfrm>
            <a:off x="9547269" y="2876935"/>
            <a:ext cx="218640" cy="729"/>
          </a:xfrm>
          <a:custGeom>
            <a:avLst/>
            <a:gdLst/>
            <a:ahLst/>
            <a:cxnLst/>
            <a:rect l="0" t="0" r="0" b="0"/>
            <a:pathLst>
              <a:path w="285750" h="953">
                <a:moveTo>
                  <a:pt x="0" y="0"/>
                </a:moveTo>
                <a:lnTo>
                  <a:pt x="285750" y="0"/>
                </a:lnTo>
              </a:path>
            </a:pathLst>
          </a:custGeom>
          <a:noFill/>
          <a:ln w="8746">
            <a:solidFill>
              <a:srgbClr val="394D93"/>
            </a:solidFill>
            <a:prstDash val="solid"/>
          </a:ln>
        </p:spPr>
      </p:sp>
      <p:sp>
        <p:nvSpPr>
          <p:cNvPr id="343" name="p1_moeini_path_171">
            <a:extLst>
              <a:ext uri="{FF2B5EF4-FFF2-40B4-BE49-F238E27FC236}">
                <a16:creationId xmlns:a16="http://schemas.microsoft.com/office/drawing/2014/main" id="{7928227F-E9B5-A11E-2BA1-283965EC317D}"/>
              </a:ext>
            </a:extLst>
          </p:cNvPr>
          <p:cNvSpPr>
            <a:spLocks/>
          </p:cNvSpPr>
          <p:nvPr/>
        </p:nvSpPr>
        <p:spPr>
          <a:xfrm>
            <a:off x="9037109" y="3017228"/>
            <a:ext cx="255080" cy="729"/>
          </a:xfrm>
          <a:custGeom>
            <a:avLst/>
            <a:gdLst/>
            <a:ahLst/>
            <a:cxnLst/>
            <a:rect l="0" t="0" r="0" b="0"/>
            <a:pathLst>
              <a:path w="333375" h="953">
                <a:moveTo>
                  <a:pt x="0" y="0"/>
                </a:moveTo>
                <a:lnTo>
                  <a:pt x="333375" y="0"/>
                </a:lnTo>
              </a:path>
            </a:pathLst>
          </a:custGeom>
          <a:noFill/>
          <a:ln w="8746">
            <a:solidFill>
              <a:srgbClr val="394D93"/>
            </a:solidFill>
            <a:prstDash val="solid"/>
          </a:ln>
        </p:spPr>
      </p:sp>
      <p:sp>
        <p:nvSpPr>
          <p:cNvPr id="345" name="p1_moeini_path_172">
            <a:extLst>
              <a:ext uri="{FF2B5EF4-FFF2-40B4-BE49-F238E27FC236}">
                <a16:creationId xmlns:a16="http://schemas.microsoft.com/office/drawing/2014/main" id="{7622B197-666A-6C80-BB8A-CB1F74FC79B6}"/>
              </a:ext>
            </a:extLst>
          </p:cNvPr>
          <p:cNvSpPr>
            <a:spLocks/>
          </p:cNvSpPr>
          <p:nvPr/>
        </p:nvSpPr>
        <p:spPr>
          <a:xfrm>
            <a:off x="9292189" y="3017228"/>
            <a:ext cx="255080" cy="729"/>
          </a:xfrm>
          <a:custGeom>
            <a:avLst/>
            <a:gdLst/>
            <a:ahLst/>
            <a:cxnLst/>
            <a:rect l="0" t="0" r="0" b="0"/>
            <a:pathLst>
              <a:path w="333375" h="953">
                <a:moveTo>
                  <a:pt x="0" y="0"/>
                </a:moveTo>
                <a:lnTo>
                  <a:pt x="333375" y="0"/>
                </a:lnTo>
              </a:path>
            </a:pathLst>
          </a:custGeom>
          <a:noFill/>
          <a:ln w="8746">
            <a:solidFill>
              <a:srgbClr val="394D93"/>
            </a:solidFill>
            <a:prstDash val="solid"/>
          </a:ln>
        </p:spPr>
      </p:sp>
      <p:sp>
        <p:nvSpPr>
          <p:cNvPr id="347" name="p1_moeini_path_173">
            <a:extLst>
              <a:ext uri="{FF2B5EF4-FFF2-40B4-BE49-F238E27FC236}">
                <a16:creationId xmlns:a16="http://schemas.microsoft.com/office/drawing/2014/main" id="{39EBDC07-7B34-CDC3-E243-40D8953F8697}"/>
              </a:ext>
            </a:extLst>
          </p:cNvPr>
          <p:cNvSpPr>
            <a:spLocks/>
          </p:cNvSpPr>
          <p:nvPr/>
        </p:nvSpPr>
        <p:spPr>
          <a:xfrm>
            <a:off x="9547269" y="3017228"/>
            <a:ext cx="218640" cy="729"/>
          </a:xfrm>
          <a:custGeom>
            <a:avLst/>
            <a:gdLst/>
            <a:ahLst/>
            <a:cxnLst/>
            <a:rect l="0" t="0" r="0" b="0"/>
            <a:pathLst>
              <a:path w="285750" h="953">
                <a:moveTo>
                  <a:pt x="0" y="0"/>
                </a:moveTo>
                <a:lnTo>
                  <a:pt x="285750" y="0"/>
                </a:lnTo>
              </a:path>
            </a:pathLst>
          </a:custGeom>
          <a:noFill/>
          <a:ln w="8746">
            <a:solidFill>
              <a:srgbClr val="394D93"/>
            </a:solidFill>
            <a:prstDash val="solid"/>
          </a:ln>
        </p:spPr>
      </p:sp>
      <p:sp>
        <p:nvSpPr>
          <p:cNvPr id="349" name="p1_moeini_path_174">
            <a:extLst>
              <a:ext uri="{FF2B5EF4-FFF2-40B4-BE49-F238E27FC236}">
                <a16:creationId xmlns:a16="http://schemas.microsoft.com/office/drawing/2014/main" id="{4A435CC8-FB19-D6D6-F0BD-7DFDD00878E0}"/>
              </a:ext>
            </a:extLst>
          </p:cNvPr>
          <p:cNvSpPr>
            <a:spLocks/>
          </p:cNvSpPr>
          <p:nvPr/>
        </p:nvSpPr>
        <p:spPr>
          <a:xfrm>
            <a:off x="9037109" y="2876935"/>
            <a:ext cx="255080" cy="140294"/>
          </a:xfrm>
          <a:custGeom>
            <a:avLst/>
            <a:gdLst/>
            <a:ahLst/>
            <a:cxnLst/>
            <a:rect l="0" t="0" r="0" b="0"/>
            <a:pathLst>
              <a:path w="333375" h="183356">
                <a:moveTo>
                  <a:pt x="0" y="0"/>
                </a:moveTo>
                <a:lnTo>
                  <a:pt x="333375" y="183356"/>
                </a:lnTo>
              </a:path>
            </a:pathLst>
          </a:custGeom>
          <a:noFill/>
          <a:ln w="8746">
            <a:solidFill>
              <a:srgbClr val="394D93"/>
            </a:solidFill>
            <a:prstDash val="solid"/>
          </a:ln>
        </p:spPr>
      </p:sp>
      <p:sp>
        <p:nvSpPr>
          <p:cNvPr id="351" name="p1_moeini_path_175">
            <a:extLst>
              <a:ext uri="{FF2B5EF4-FFF2-40B4-BE49-F238E27FC236}">
                <a16:creationId xmlns:a16="http://schemas.microsoft.com/office/drawing/2014/main" id="{CCF47257-CE47-061F-C3EF-8FB30D5C22BD}"/>
              </a:ext>
            </a:extLst>
          </p:cNvPr>
          <p:cNvSpPr>
            <a:spLocks/>
          </p:cNvSpPr>
          <p:nvPr/>
        </p:nvSpPr>
        <p:spPr>
          <a:xfrm>
            <a:off x="9292189" y="2876935"/>
            <a:ext cx="255080" cy="140294"/>
          </a:xfrm>
          <a:custGeom>
            <a:avLst/>
            <a:gdLst/>
            <a:ahLst/>
            <a:cxnLst/>
            <a:rect l="0" t="0" r="0" b="0"/>
            <a:pathLst>
              <a:path w="333375" h="183356">
                <a:moveTo>
                  <a:pt x="0" y="0"/>
                </a:moveTo>
                <a:lnTo>
                  <a:pt x="333375" y="183356"/>
                </a:lnTo>
              </a:path>
            </a:pathLst>
          </a:custGeom>
          <a:noFill/>
          <a:ln w="8746">
            <a:solidFill>
              <a:srgbClr val="394D93"/>
            </a:solidFill>
            <a:prstDash val="solid"/>
          </a:ln>
        </p:spPr>
      </p:sp>
      <p:sp>
        <p:nvSpPr>
          <p:cNvPr id="353" name="p1_moeini_path_176">
            <a:extLst>
              <a:ext uri="{FF2B5EF4-FFF2-40B4-BE49-F238E27FC236}">
                <a16:creationId xmlns:a16="http://schemas.microsoft.com/office/drawing/2014/main" id="{461ACFA4-6CFF-80D4-4CEB-5654A779AD58}"/>
              </a:ext>
            </a:extLst>
          </p:cNvPr>
          <p:cNvSpPr>
            <a:spLocks/>
          </p:cNvSpPr>
          <p:nvPr/>
        </p:nvSpPr>
        <p:spPr>
          <a:xfrm>
            <a:off x="9547269" y="2876935"/>
            <a:ext cx="218640" cy="140294"/>
          </a:xfrm>
          <a:custGeom>
            <a:avLst/>
            <a:gdLst/>
            <a:ahLst/>
            <a:cxnLst/>
            <a:rect l="0" t="0" r="0" b="0"/>
            <a:pathLst>
              <a:path w="285750" h="183356">
                <a:moveTo>
                  <a:pt x="0" y="0"/>
                </a:moveTo>
                <a:lnTo>
                  <a:pt x="285750" y="183356"/>
                </a:lnTo>
              </a:path>
            </a:pathLst>
          </a:custGeom>
          <a:noFill/>
          <a:ln w="8746">
            <a:solidFill>
              <a:srgbClr val="394D93"/>
            </a:solidFill>
            <a:prstDash val="solid"/>
          </a:ln>
        </p:spPr>
      </p:sp>
      <p:sp>
        <p:nvSpPr>
          <p:cNvPr id="355" name="p1_moeini_ellipse_177">
            <a:extLst>
              <a:ext uri="{FF2B5EF4-FFF2-40B4-BE49-F238E27FC236}">
                <a16:creationId xmlns:a16="http://schemas.microsoft.com/office/drawing/2014/main" id="{9830D26C-7F46-653C-402A-A5311181E8FC}"/>
              </a:ext>
            </a:extLst>
          </p:cNvPr>
          <p:cNvSpPr>
            <a:spLocks/>
          </p:cNvSpPr>
          <p:nvPr/>
        </p:nvSpPr>
        <p:spPr>
          <a:xfrm>
            <a:off x="9009415" y="2849240"/>
            <a:ext cx="55389" cy="55389"/>
          </a:xfrm>
          <a:prstGeom prst="ellipse">
            <a:avLst/>
          </a:prstGeom>
          <a:solidFill>
            <a:srgbClr val="FFFFFF"/>
          </a:solidFill>
          <a:ln w="8746">
            <a:solidFill>
              <a:srgbClr val="394D93"/>
            </a:solidFill>
            <a:prstDash val="solid"/>
          </a:ln>
        </p:spPr>
      </p:sp>
      <p:sp>
        <p:nvSpPr>
          <p:cNvPr id="357" name="p1_moeini_ellipse_178">
            <a:extLst>
              <a:ext uri="{FF2B5EF4-FFF2-40B4-BE49-F238E27FC236}">
                <a16:creationId xmlns:a16="http://schemas.microsoft.com/office/drawing/2014/main" id="{5FD21C74-9200-1B22-59DA-34A225534520}"/>
              </a:ext>
            </a:extLst>
          </p:cNvPr>
          <p:cNvSpPr>
            <a:spLocks/>
          </p:cNvSpPr>
          <p:nvPr/>
        </p:nvSpPr>
        <p:spPr>
          <a:xfrm>
            <a:off x="9264495" y="2849240"/>
            <a:ext cx="55389" cy="55389"/>
          </a:xfrm>
          <a:prstGeom prst="ellipse">
            <a:avLst/>
          </a:prstGeom>
          <a:solidFill>
            <a:srgbClr val="E1E7F7"/>
          </a:solidFill>
          <a:ln w="8746">
            <a:solidFill>
              <a:srgbClr val="394D93"/>
            </a:solidFill>
            <a:prstDash val="solid"/>
          </a:ln>
        </p:spPr>
      </p:sp>
      <p:sp>
        <p:nvSpPr>
          <p:cNvPr id="359" name="p1_moeini_ellipse_179">
            <a:extLst>
              <a:ext uri="{FF2B5EF4-FFF2-40B4-BE49-F238E27FC236}">
                <a16:creationId xmlns:a16="http://schemas.microsoft.com/office/drawing/2014/main" id="{8647C1AC-6A0E-B649-1AAD-13E6BC321127}"/>
              </a:ext>
            </a:extLst>
          </p:cNvPr>
          <p:cNvSpPr>
            <a:spLocks/>
          </p:cNvSpPr>
          <p:nvPr/>
        </p:nvSpPr>
        <p:spPr>
          <a:xfrm>
            <a:off x="9519574" y="2849240"/>
            <a:ext cx="55389" cy="55389"/>
          </a:xfrm>
          <a:prstGeom prst="ellipse">
            <a:avLst/>
          </a:prstGeom>
          <a:solidFill>
            <a:srgbClr val="FFFFFF"/>
          </a:solidFill>
          <a:ln w="8746">
            <a:solidFill>
              <a:srgbClr val="394D93"/>
            </a:solidFill>
            <a:prstDash val="solid"/>
          </a:ln>
        </p:spPr>
      </p:sp>
      <p:sp>
        <p:nvSpPr>
          <p:cNvPr id="361" name="p1_moeini_ellipse_180">
            <a:extLst>
              <a:ext uri="{FF2B5EF4-FFF2-40B4-BE49-F238E27FC236}">
                <a16:creationId xmlns:a16="http://schemas.microsoft.com/office/drawing/2014/main" id="{D080D7B4-0C6C-2BF8-6FBA-0BFDD2DC9C04}"/>
              </a:ext>
            </a:extLst>
          </p:cNvPr>
          <p:cNvSpPr>
            <a:spLocks/>
          </p:cNvSpPr>
          <p:nvPr/>
        </p:nvSpPr>
        <p:spPr>
          <a:xfrm>
            <a:off x="9738214" y="2849240"/>
            <a:ext cx="55389" cy="55389"/>
          </a:xfrm>
          <a:prstGeom prst="ellipse">
            <a:avLst/>
          </a:prstGeom>
          <a:solidFill>
            <a:srgbClr val="E1E7F7"/>
          </a:solidFill>
          <a:ln w="8746">
            <a:solidFill>
              <a:srgbClr val="394D93"/>
            </a:solidFill>
            <a:prstDash val="solid"/>
          </a:ln>
        </p:spPr>
      </p:sp>
      <p:sp>
        <p:nvSpPr>
          <p:cNvPr id="363" name="p1_moeini_ellipse_181">
            <a:extLst>
              <a:ext uri="{FF2B5EF4-FFF2-40B4-BE49-F238E27FC236}">
                <a16:creationId xmlns:a16="http://schemas.microsoft.com/office/drawing/2014/main" id="{B701D3AC-0F72-93CA-65D3-23C70A5653DF}"/>
              </a:ext>
            </a:extLst>
          </p:cNvPr>
          <p:cNvSpPr>
            <a:spLocks/>
          </p:cNvSpPr>
          <p:nvPr/>
        </p:nvSpPr>
        <p:spPr>
          <a:xfrm>
            <a:off x="9009415" y="2989534"/>
            <a:ext cx="55389" cy="55389"/>
          </a:xfrm>
          <a:prstGeom prst="ellipse">
            <a:avLst/>
          </a:prstGeom>
          <a:solidFill>
            <a:srgbClr val="FFFFFF"/>
          </a:solidFill>
          <a:ln w="8746">
            <a:solidFill>
              <a:srgbClr val="394D93"/>
            </a:solidFill>
            <a:prstDash val="solid"/>
          </a:ln>
        </p:spPr>
      </p:sp>
      <p:sp>
        <p:nvSpPr>
          <p:cNvPr id="365" name="p1_moeini_ellipse_182">
            <a:extLst>
              <a:ext uri="{FF2B5EF4-FFF2-40B4-BE49-F238E27FC236}">
                <a16:creationId xmlns:a16="http://schemas.microsoft.com/office/drawing/2014/main" id="{A29AB898-DDC1-87C9-653C-54F1BC8D426B}"/>
              </a:ext>
            </a:extLst>
          </p:cNvPr>
          <p:cNvSpPr>
            <a:spLocks/>
          </p:cNvSpPr>
          <p:nvPr/>
        </p:nvSpPr>
        <p:spPr>
          <a:xfrm>
            <a:off x="9264495" y="2989534"/>
            <a:ext cx="55389" cy="55389"/>
          </a:xfrm>
          <a:prstGeom prst="ellipse">
            <a:avLst/>
          </a:prstGeom>
          <a:solidFill>
            <a:srgbClr val="E1E7F7"/>
          </a:solidFill>
          <a:ln w="8746">
            <a:solidFill>
              <a:srgbClr val="394D93"/>
            </a:solidFill>
            <a:prstDash val="solid"/>
          </a:ln>
        </p:spPr>
      </p:sp>
      <p:sp>
        <p:nvSpPr>
          <p:cNvPr id="367" name="p1_moeini_ellipse_183">
            <a:extLst>
              <a:ext uri="{FF2B5EF4-FFF2-40B4-BE49-F238E27FC236}">
                <a16:creationId xmlns:a16="http://schemas.microsoft.com/office/drawing/2014/main" id="{4DD6D53B-F36F-7714-590E-75CA2C0E7FA3}"/>
              </a:ext>
            </a:extLst>
          </p:cNvPr>
          <p:cNvSpPr>
            <a:spLocks/>
          </p:cNvSpPr>
          <p:nvPr/>
        </p:nvSpPr>
        <p:spPr>
          <a:xfrm>
            <a:off x="9519574" y="2989534"/>
            <a:ext cx="55389" cy="55389"/>
          </a:xfrm>
          <a:prstGeom prst="ellipse">
            <a:avLst/>
          </a:prstGeom>
          <a:solidFill>
            <a:srgbClr val="FFFFFF"/>
          </a:solidFill>
          <a:ln w="8746">
            <a:solidFill>
              <a:srgbClr val="394D93"/>
            </a:solidFill>
            <a:prstDash val="solid"/>
          </a:ln>
        </p:spPr>
      </p:sp>
      <p:sp>
        <p:nvSpPr>
          <p:cNvPr id="369" name="p1_moeini_ellipse_184">
            <a:extLst>
              <a:ext uri="{FF2B5EF4-FFF2-40B4-BE49-F238E27FC236}">
                <a16:creationId xmlns:a16="http://schemas.microsoft.com/office/drawing/2014/main" id="{23EE771A-6803-F098-D07E-0FCCE0C5E463}"/>
              </a:ext>
            </a:extLst>
          </p:cNvPr>
          <p:cNvSpPr>
            <a:spLocks/>
          </p:cNvSpPr>
          <p:nvPr/>
        </p:nvSpPr>
        <p:spPr>
          <a:xfrm>
            <a:off x="9738214" y="2989534"/>
            <a:ext cx="55389" cy="55389"/>
          </a:xfrm>
          <a:prstGeom prst="ellipse">
            <a:avLst/>
          </a:prstGeom>
          <a:solidFill>
            <a:srgbClr val="E1E7F7"/>
          </a:solidFill>
          <a:ln w="8746">
            <a:solidFill>
              <a:srgbClr val="394D93"/>
            </a:solidFill>
            <a:prstDash val="solid"/>
          </a:ln>
        </p:spPr>
      </p:sp>
      <p:sp>
        <p:nvSpPr>
          <p:cNvPr id="371" name="p1_moeini_rect_185">
            <a:extLst>
              <a:ext uri="{FF2B5EF4-FFF2-40B4-BE49-F238E27FC236}">
                <a16:creationId xmlns:a16="http://schemas.microsoft.com/office/drawing/2014/main" id="{2CC3EC5A-FAFB-AA7E-10E3-46FB4FBE8711}"/>
              </a:ext>
            </a:extLst>
          </p:cNvPr>
          <p:cNvSpPr>
            <a:spLocks/>
          </p:cNvSpPr>
          <p:nvPr/>
        </p:nvSpPr>
        <p:spPr>
          <a:xfrm>
            <a:off x="10020988" y="1494038"/>
            <a:ext cx="1071335" cy="1858438"/>
          </a:xfrm>
          <a:prstGeom prst="roundRect">
            <a:avLst>
              <a:gd name="adj" fmla="val 4082"/>
            </a:avLst>
          </a:prstGeom>
          <a:solidFill>
            <a:srgbClr val="FFFFFF"/>
          </a:solidFill>
          <a:ln w="7288">
            <a:solidFill>
              <a:srgbClr val="C3CEE7"/>
            </a:solidFill>
            <a:prstDash val="solid"/>
          </a:ln>
        </p:spPr>
      </p:sp>
      <p:sp>
        <p:nvSpPr>
          <p:cNvPr id="373" name="p1_moeini_path_186">
            <a:extLst>
              <a:ext uri="{FF2B5EF4-FFF2-40B4-BE49-F238E27FC236}">
                <a16:creationId xmlns:a16="http://schemas.microsoft.com/office/drawing/2014/main" id="{9E5F637C-0E5C-7784-2262-168F285E5821}"/>
              </a:ext>
            </a:extLst>
          </p:cNvPr>
          <p:cNvSpPr>
            <a:spLocks/>
          </p:cNvSpPr>
          <p:nvPr/>
        </p:nvSpPr>
        <p:spPr>
          <a:xfrm>
            <a:off x="10168206" y="1945894"/>
            <a:ext cx="280588" cy="150133"/>
          </a:xfrm>
          <a:custGeom>
            <a:avLst/>
            <a:gdLst/>
            <a:ahLst/>
            <a:cxnLst/>
            <a:rect l="0" t="0" r="0" b="0"/>
            <a:pathLst>
              <a:path w="366713" h="196215">
                <a:moveTo>
                  <a:pt x="0" y="196215"/>
                </a:moveTo>
                <a:lnTo>
                  <a:pt x="366713" y="0"/>
                </a:lnTo>
              </a:path>
            </a:pathLst>
          </a:custGeom>
          <a:noFill/>
          <a:ln w="7288">
            <a:solidFill>
              <a:srgbClr val="A6B5D6"/>
            </a:solidFill>
            <a:prstDash val="solid"/>
          </a:ln>
        </p:spPr>
      </p:sp>
      <p:sp>
        <p:nvSpPr>
          <p:cNvPr id="375" name="p1_moeini_path_187">
            <a:extLst>
              <a:ext uri="{FF2B5EF4-FFF2-40B4-BE49-F238E27FC236}">
                <a16:creationId xmlns:a16="http://schemas.microsoft.com/office/drawing/2014/main" id="{2D75AC65-A6A9-9E4A-C303-0195EB5AF4DF}"/>
              </a:ext>
            </a:extLst>
          </p:cNvPr>
          <p:cNvSpPr>
            <a:spLocks/>
          </p:cNvSpPr>
          <p:nvPr/>
        </p:nvSpPr>
        <p:spPr>
          <a:xfrm>
            <a:off x="10168206" y="2096026"/>
            <a:ext cx="280588" cy="97586"/>
          </a:xfrm>
          <a:custGeom>
            <a:avLst/>
            <a:gdLst/>
            <a:ahLst/>
            <a:cxnLst/>
            <a:rect l="0" t="0" r="0" b="0"/>
            <a:pathLst>
              <a:path w="366713" h="127540">
                <a:moveTo>
                  <a:pt x="0" y="0"/>
                </a:moveTo>
                <a:lnTo>
                  <a:pt x="366713" y="127540"/>
                </a:lnTo>
              </a:path>
            </a:pathLst>
          </a:custGeom>
          <a:noFill/>
          <a:ln w="7288">
            <a:solidFill>
              <a:srgbClr val="A6B5D6"/>
            </a:solidFill>
            <a:prstDash val="solid"/>
          </a:ln>
        </p:spPr>
      </p:sp>
      <p:sp>
        <p:nvSpPr>
          <p:cNvPr id="377" name="p1_moeini_path_188">
            <a:extLst>
              <a:ext uri="{FF2B5EF4-FFF2-40B4-BE49-F238E27FC236}">
                <a16:creationId xmlns:a16="http://schemas.microsoft.com/office/drawing/2014/main" id="{F1EDF661-4B4B-32B0-BEA1-1EF1CEFE6916}"/>
              </a:ext>
            </a:extLst>
          </p:cNvPr>
          <p:cNvSpPr>
            <a:spLocks/>
          </p:cNvSpPr>
          <p:nvPr/>
        </p:nvSpPr>
        <p:spPr>
          <a:xfrm>
            <a:off x="10168206" y="2096026"/>
            <a:ext cx="280588" cy="345305"/>
          </a:xfrm>
          <a:custGeom>
            <a:avLst/>
            <a:gdLst/>
            <a:ahLst/>
            <a:cxnLst/>
            <a:rect l="0" t="0" r="0" b="0"/>
            <a:pathLst>
              <a:path w="366713" h="451294">
                <a:moveTo>
                  <a:pt x="0" y="0"/>
                </a:moveTo>
                <a:lnTo>
                  <a:pt x="366713" y="451294"/>
                </a:lnTo>
              </a:path>
            </a:pathLst>
          </a:custGeom>
          <a:noFill/>
          <a:ln w="7288">
            <a:solidFill>
              <a:srgbClr val="A6B5D6"/>
            </a:solidFill>
            <a:prstDash val="solid"/>
          </a:ln>
        </p:spPr>
      </p:sp>
      <p:sp>
        <p:nvSpPr>
          <p:cNvPr id="379" name="p1_moeini_path_189">
            <a:extLst>
              <a:ext uri="{FF2B5EF4-FFF2-40B4-BE49-F238E27FC236}">
                <a16:creationId xmlns:a16="http://schemas.microsoft.com/office/drawing/2014/main" id="{98DD6D03-34E0-020C-009F-D3C3123314E0}"/>
              </a:ext>
            </a:extLst>
          </p:cNvPr>
          <p:cNvSpPr>
            <a:spLocks/>
          </p:cNvSpPr>
          <p:nvPr/>
        </p:nvSpPr>
        <p:spPr>
          <a:xfrm>
            <a:off x="10168206" y="2096026"/>
            <a:ext cx="280588" cy="593024"/>
          </a:xfrm>
          <a:custGeom>
            <a:avLst/>
            <a:gdLst/>
            <a:ahLst/>
            <a:cxnLst/>
            <a:rect l="0" t="0" r="0" b="0"/>
            <a:pathLst>
              <a:path w="366713" h="775049">
                <a:moveTo>
                  <a:pt x="0" y="0"/>
                </a:moveTo>
                <a:lnTo>
                  <a:pt x="366713" y="775049"/>
                </a:lnTo>
              </a:path>
            </a:pathLst>
          </a:custGeom>
          <a:noFill/>
          <a:ln w="7288">
            <a:solidFill>
              <a:srgbClr val="A6B5D6"/>
            </a:solidFill>
            <a:prstDash val="solid"/>
          </a:ln>
        </p:spPr>
      </p:sp>
      <p:sp>
        <p:nvSpPr>
          <p:cNvPr id="381" name="p1_moeini_path_190">
            <a:extLst>
              <a:ext uri="{FF2B5EF4-FFF2-40B4-BE49-F238E27FC236}">
                <a16:creationId xmlns:a16="http://schemas.microsoft.com/office/drawing/2014/main" id="{EDD1C62C-CA99-71C2-B83F-448F82565BB2}"/>
              </a:ext>
            </a:extLst>
          </p:cNvPr>
          <p:cNvSpPr>
            <a:spLocks/>
          </p:cNvSpPr>
          <p:nvPr/>
        </p:nvSpPr>
        <p:spPr>
          <a:xfrm>
            <a:off x="10168206" y="1945894"/>
            <a:ext cx="280588" cy="450398"/>
          </a:xfrm>
          <a:custGeom>
            <a:avLst/>
            <a:gdLst/>
            <a:ahLst/>
            <a:cxnLst/>
            <a:rect l="0" t="0" r="0" b="0"/>
            <a:pathLst>
              <a:path w="366713" h="588645">
                <a:moveTo>
                  <a:pt x="0" y="588645"/>
                </a:moveTo>
                <a:lnTo>
                  <a:pt x="366713" y="0"/>
                </a:lnTo>
              </a:path>
            </a:pathLst>
          </a:custGeom>
          <a:noFill/>
          <a:ln w="7288">
            <a:solidFill>
              <a:srgbClr val="A6B5D6"/>
            </a:solidFill>
            <a:prstDash val="solid"/>
          </a:ln>
        </p:spPr>
      </p:sp>
      <p:sp>
        <p:nvSpPr>
          <p:cNvPr id="383" name="p1_moeini_path_191">
            <a:extLst>
              <a:ext uri="{FF2B5EF4-FFF2-40B4-BE49-F238E27FC236}">
                <a16:creationId xmlns:a16="http://schemas.microsoft.com/office/drawing/2014/main" id="{B42D8193-BDC1-7665-218E-527F4114CD1C}"/>
              </a:ext>
            </a:extLst>
          </p:cNvPr>
          <p:cNvSpPr>
            <a:spLocks/>
          </p:cNvSpPr>
          <p:nvPr/>
        </p:nvSpPr>
        <p:spPr>
          <a:xfrm>
            <a:off x="10168206" y="2193613"/>
            <a:ext cx="280588" cy="202679"/>
          </a:xfrm>
          <a:custGeom>
            <a:avLst/>
            <a:gdLst/>
            <a:ahLst/>
            <a:cxnLst/>
            <a:rect l="0" t="0" r="0" b="0"/>
            <a:pathLst>
              <a:path w="366713" h="264890">
                <a:moveTo>
                  <a:pt x="0" y="264890"/>
                </a:moveTo>
                <a:lnTo>
                  <a:pt x="366713" y="0"/>
                </a:lnTo>
              </a:path>
            </a:pathLst>
          </a:custGeom>
          <a:noFill/>
          <a:ln w="7288">
            <a:solidFill>
              <a:srgbClr val="A6B5D6"/>
            </a:solidFill>
            <a:prstDash val="solid"/>
          </a:ln>
        </p:spPr>
      </p:sp>
      <p:sp>
        <p:nvSpPr>
          <p:cNvPr id="385" name="p1_moeini_path_192">
            <a:extLst>
              <a:ext uri="{FF2B5EF4-FFF2-40B4-BE49-F238E27FC236}">
                <a16:creationId xmlns:a16="http://schemas.microsoft.com/office/drawing/2014/main" id="{B6BC6E49-EAD2-33A8-BD84-DE2AE3F95108}"/>
              </a:ext>
            </a:extLst>
          </p:cNvPr>
          <p:cNvSpPr>
            <a:spLocks/>
          </p:cNvSpPr>
          <p:nvPr/>
        </p:nvSpPr>
        <p:spPr>
          <a:xfrm>
            <a:off x="10168206" y="2396292"/>
            <a:ext cx="280588" cy="45040"/>
          </a:xfrm>
          <a:custGeom>
            <a:avLst/>
            <a:gdLst/>
            <a:ahLst/>
            <a:cxnLst/>
            <a:rect l="0" t="0" r="0" b="0"/>
            <a:pathLst>
              <a:path w="366713" h="58865">
                <a:moveTo>
                  <a:pt x="0" y="0"/>
                </a:moveTo>
                <a:lnTo>
                  <a:pt x="366713" y="58865"/>
                </a:lnTo>
              </a:path>
            </a:pathLst>
          </a:custGeom>
          <a:noFill/>
          <a:ln w="7288">
            <a:solidFill>
              <a:srgbClr val="A6B5D6"/>
            </a:solidFill>
            <a:prstDash val="solid"/>
          </a:ln>
        </p:spPr>
      </p:sp>
      <p:sp>
        <p:nvSpPr>
          <p:cNvPr id="387" name="p1_moeini_path_193">
            <a:extLst>
              <a:ext uri="{FF2B5EF4-FFF2-40B4-BE49-F238E27FC236}">
                <a16:creationId xmlns:a16="http://schemas.microsoft.com/office/drawing/2014/main" id="{2DF77105-F1F4-42BB-3A9B-18740D2B621A}"/>
              </a:ext>
            </a:extLst>
          </p:cNvPr>
          <p:cNvSpPr>
            <a:spLocks/>
          </p:cNvSpPr>
          <p:nvPr/>
        </p:nvSpPr>
        <p:spPr>
          <a:xfrm>
            <a:off x="10168206" y="2396292"/>
            <a:ext cx="280588" cy="292759"/>
          </a:xfrm>
          <a:custGeom>
            <a:avLst/>
            <a:gdLst/>
            <a:ahLst/>
            <a:cxnLst/>
            <a:rect l="0" t="0" r="0" b="0"/>
            <a:pathLst>
              <a:path w="366713" h="382619">
                <a:moveTo>
                  <a:pt x="0" y="0"/>
                </a:moveTo>
                <a:lnTo>
                  <a:pt x="366713" y="382619"/>
                </a:lnTo>
              </a:path>
            </a:pathLst>
          </a:custGeom>
          <a:noFill/>
          <a:ln w="7288">
            <a:solidFill>
              <a:srgbClr val="A6B5D6"/>
            </a:solidFill>
            <a:prstDash val="solid"/>
          </a:ln>
        </p:spPr>
      </p:sp>
      <p:sp>
        <p:nvSpPr>
          <p:cNvPr id="389" name="p1_moeini_path_194">
            <a:extLst>
              <a:ext uri="{FF2B5EF4-FFF2-40B4-BE49-F238E27FC236}">
                <a16:creationId xmlns:a16="http://schemas.microsoft.com/office/drawing/2014/main" id="{B7B26979-CCB5-2FDB-C8C4-B440129A197B}"/>
              </a:ext>
            </a:extLst>
          </p:cNvPr>
          <p:cNvSpPr>
            <a:spLocks/>
          </p:cNvSpPr>
          <p:nvPr/>
        </p:nvSpPr>
        <p:spPr>
          <a:xfrm>
            <a:off x="10168206" y="1945894"/>
            <a:ext cx="280588" cy="750663"/>
          </a:xfrm>
          <a:custGeom>
            <a:avLst/>
            <a:gdLst/>
            <a:ahLst/>
            <a:cxnLst/>
            <a:rect l="0" t="0" r="0" b="0"/>
            <a:pathLst>
              <a:path w="366713" h="981075">
                <a:moveTo>
                  <a:pt x="0" y="981075"/>
                </a:moveTo>
                <a:lnTo>
                  <a:pt x="366713" y="0"/>
                </a:lnTo>
              </a:path>
            </a:pathLst>
          </a:custGeom>
          <a:noFill/>
          <a:ln w="7288">
            <a:solidFill>
              <a:srgbClr val="A6B5D6"/>
            </a:solidFill>
            <a:prstDash val="solid"/>
          </a:ln>
        </p:spPr>
      </p:sp>
      <p:sp>
        <p:nvSpPr>
          <p:cNvPr id="391" name="p1_moeini_path_195">
            <a:extLst>
              <a:ext uri="{FF2B5EF4-FFF2-40B4-BE49-F238E27FC236}">
                <a16:creationId xmlns:a16="http://schemas.microsoft.com/office/drawing/2014/main" id="{4DF1A086-1CFA-F991-4C75-7FB9E2186C70}"/>
              </a:ext>
            </a:extLst>
          </p:cNvPr>
          <p:cNvSpPr>
            <a:spLocks/>
          </p:cNvSpPr>
          <p:nvPr/>
        </p:nvSpPr>
        <p:spPr>
          <a:xfrm>
            <a:off x="10168206" y="2193613"/>
            <a:ext cx="280588" cy="502944"/>
          </a:xfrm>
          <a:custGeom>
            <a:avLst/>
            <a:gdLst/>
            <a:ahLst/>
            <a:cxnLst/>
            <a:rect l="0" t="0" r="0" b="0"/>
            <a:pathLst>
              <a:path w="366713" h="657320">
                <a:moveTo>
                  <a:pt x="0" y="657320"/>
                </a:moveTo>
                <a:lnTo>
                  <a:pt x="366713" y="0"/>
                </a:lnTo>
              </a:path>
            </a:pathLst>
          </a:custGeom>
          <a:noFill/>
          <a:ln w="7288">
            <a:solidFill>
              <a:srgbClr val="A6B5D6"/>
            </a:solidFill>
            <a:prstDash val="solid"/>
          </a:ln>
        </p:spPr>
      </p:sp>
      <p:sp>
        <p:nvSpPr>
          <p:cNvPr id="393" name="p1_moeini_path_196">
            <a:extLst>
              <a:ext uri="{FF2B5EF4-FFF2-40B4-BE49-F238E27FC236}">
                <a16:creationId xmlns:a16="http://schemas.microsoft.com/office/drawing/2014/main" id="{5ACE1E91-27C2-DD5E-DEBA-8D4FE9BDBB3F}"/>
              </a:ext>
            </a:extLst>
          </p:cNvPr>
          <p:cNvSpPr>
            <a:spLocks/>
          </p:cNvSpPr>
          <p:nvPr/>
        </p:nvSpPr>
        <p:spPr>
          <a:xfrm>
            <a:off x="10168206" y="2441331"/>
            <a:ext cx="280588" cy="255225"/>
          </a:xfrm>
          <a:custGeom>
            <a:avLst/>
            <a:gdLst/>
            <a:ahLst/>
            <a:cxnLst/>
            <a:rect l="0" t="0" r="0" b="0"/>
            <a:pathLst>
              <a:path w="366713" h="333565">
                <a:moveTo>
                  <a:pt x="0" y="333565"/>
                </a:moveTo>
                <a:lnTo>
                  <a:pt x="366713" y="0"/>
                </a:lnTo>
              </a:path>
            </a:pathLst>
          </a:custGeom>
          <a:noFill/>
          <a:ln w="7288">
            <a:solidFill>
              <a:srgbClr val="A6B5D6"/>
            </a:solidFill>
            <a:prstDash val="solid"/>
          </a:ln>
        </p:spPr>
      </p:sp>
      <p:sp>
        <p:nvSpPr>
          <p:cNvPr id="395" name="p1_moeini_path_197">
            <a:extLst>
              <a:ext uri="{FF2B5EF4-FFF2-40B4-BE49-F238E27FC236}">
                <a16:creationId xmlns:a16="http://schemas.microsoft.com/office/drawing/2014/main" id="{C870AD2C-646E-6137-469F-2406075F0B38}"/>
              </a:ext>
            </a:extLst>
          </p:cNvPr>
          <p:cNvSpPr>
            <a:spLocks/>
          </p:cNvSpPr>
          <p:nvPr/>
        </p:nvSpPr>
        <p:spPr>
          <a:xfrm>
            <a:off x="10168206" y="2689050"/>
            <a:ext cx="280588" cy="7507"/>
          </a:xfrm>
          <a:custGeom>
            <a:avLst/>
            <a:gdLst/>
            <a:ahLst/>
            <a:cxnLst/>
            <a:rect l="0" t="0" r="0" b="0"/>
            <a:pathLst>
              <a:path w="366713" h="9811">
                <a:moveTo>
                  <a:pt x="0" y="9811"/>
                </a:moveTo>
                <a:lnTo>
                  <a:pt x="366713" y="0"/>
                </a:lnTo>
              </a:path>
            </a:pathLst>
          </a:custGeom>
          <a:noFill/>
          <a:ln w="7288">
            <a:solidFill>
              <a:srgbClr val="A6B5D6"/>
            </a:solidFill>
            <a:prstDash val="solid"/>
          </a:ln>
        </p:spPr>
      </p:sp>
      <p:sp>
        <p:nvSpPr>
          <p:cNvPr id="397" name="p1_moeini_path_198">
            <a:extLst>
              <a:ext uri="{FF2B5EF4-FFF2-40B4-BE49-F238E27FC236}">
                <a16:creationId xmlns:a16="http://schemas.microsoft.com/office/drawing/2014/main" id="{669A14FA-6F0A-AC8F-2B9F-43B43D312598}"/>
              </a:ext>
            </a:extLst>
          </p:cNvPr>
          <p:cNvSpPr>
            <a:spLocks/>
          </p:cNvSpPr>
          <p:nvPr/>
        </p:nvSpPr>
        <p:spPr>
          <a:xfrm>
            <a:off x="10448793" y="1945894"/>
            <a:ext cx="272571" cy="150133"/>
          </a:xfrm>
          <a:custGeom>
            <a:avLst/>
            <a:gdLst/>
            <a:ahLst/>
            <a:cxnLst/>
            <a:rect l="0" t="0" r="0" b="0"/>
            <a:pathLst>
              <a:path w="356235" h="196215">
                <a:moveTo>
                  <a:pt x="0" y="0"/>
                </a:moveTo>
                <a:lnTo>
                  <a:pt x="356235" y="196215"/>
                </a:lnTo>
              </a:path>
            </a:pathLst>
          </a:custGeom>
          <a:noFill/>
          <a:ln w="7288">
            <a:solidFill>
              <a:srgbClr val="A6B5D6"/>
            </a:solidFill>
            <a:prstDash val="solid"/>
          </a:ln>
        </p:spPr>
      </p:sp>
      <p:sp>
        <p:nvSpPr>
          <p:cNvPr id="399" name="p1_moeini_path_199">
            <a:extLst>
              <a:ext uri="{FF2B5EF4-FFF2-40B4-BE49-F238E27FC236}">
                <a16:creationId xmlns:a16="http://schemas.microsoft.com/office/drawing/2014/main" id="{394E47D0-0B3A-06EB-BF5D-22AAC0EC9DE6}"/>
              </a:ext>
            </a:extLst>
          </p:cNvPr>
          <p:cNvSpPr>
            <a:spLocks/>
          </p:cNvSpPr>
          <p:nvPr/>
        </p:nvSpPr>
        <p:spPr>
          <a:xfrm>
            <a:off x="10448793" y="1945894"/>
            <a:ext cx="272571" cy="450398"/>
          </a:xfrm>
          <a:custGeom>
            <a:avLst/>
            <a:gdLst/>
            <a:ahLst/>
            <a:cxnLst/>
            <a:rect l="0" t="0" r="0" b="0"/>
            <a:pathLst>
              <a:path w="356235" h="588645">
                <a:moveTo>
                  <a:pt x="0" y="0"/>
                </a:moveTo>
                <a:lnTo>
                  <a:pt x="356235" y="588645"/>
                </a:lnTo>
              </a:path>
            </a:pathLst>
          </a:custGeom>
          <a:noFill/>
          <a:ln w="7288">
            <a:solidFill>
              <a:srgbClr val="A6B5D6"/>
            </a:solidFill>
            <a:prstDash val="solid"/>
          </a:ln>
        </p:spPr>
      </p:sp>
      <p:sp>
        <p:nvSpPr>
          <p:cNvPr id="401" name="p1_moeini_path_200">
            <a:extLst>
              <a:ext uri="{FF2B5EF4-FFF2-40B4-BE49-F238E27FC236}">
                <a16:creationId xmlns:a16="http://schemas.microsoft.com/office/drawing/2014/main" id="{B5ED022E-453E-E422-0556-E106D8BB1C7E}"/>
              </a:ext>
            </a:extLst>
          </p:cNvPr>
          <p:cNvSpPr>
            <a:spLocks/>
          </p:cNvSpPr>
          <p:nvPr/>
        </p:nvSpPr>
        <p:spPr>
          <a:xfrm>
            <a:off x="10448793" y="2096026"/>
            <a:ext cx="272571" cy="97586"/>
          </a:xfrm>
          <a:custGeom>
            <a:avLst/>
            <a:gdLst/>
            <a:ahLst/>
            <a:cxnLst/>
            <a:rect l="0" t="0" r="0" b="0"/>
            <a:pathLst>
              <a:path w="356235" h="127540">
                <a:moveTo>
                  <a:pt x="0" y="127540"/>
                </a:moveTo>
                <a:lnTo>
                  <a:pt x="356235" y="0"/>
                </a:lnTo>
              </a:path>
            </a:pathLst>
          </a:custGeom>
          <a:noFill/>
          <a:ln w="7288">
            <a:solidFill>
              <a:srgbClr val="A6B5D6"/>
            </a:solidFill>
            <a:prstDash val="solid"/>
          </a:ln>
        </p:spPr>
      </p:sp>
      <p:sp>
        <p:nvSpPr>
          <p:cNvPr id="403" name="p1_moeini_path_201">
            <a:extLst>
              <a:ext uri="{FF2B5EF4-FFF2-40B4-BE49-F238E27FC236}">
                <a16:creationId xmlns:a16="http://schemas.microsoft.com/office/drawing/2014/main" id="{F09C5C11-62E6-1919-958A-B1FD2D9359AA}"/>
              </a:ext>
            </a:extLst>
          </p:cNvPr>
          <p:cNvSpPr>
            <a:spLocks/>
          </p:cNvSpPr>
          <p:nvPr/>
        </p:nvSpPr>
        <p:spPr>
          <a:xfrm>
            <a:off x="10448793" y="2193613"/>
            <a:ext cx="272571" cy="202679"/>
          </a:xfrm>
          <a:custGeom>
            <a:avLst/>
            <a:gdLst/>
            <a:ahLst/>
            <a:cxnLst/>
            <a:rect l="0" t="0" r="0" b="0"/>
            <a:pathLst>
              <a:path w="356235" h="264890">
                <a:moveTo>
                  <a:pt x="0" y="0"/>
                </a:moveTo>
                <a:lnTo>
                  <a:pt x="356235" y="264890"/>
                </a:lnTo>
              </a:path>
            </a:pathLst>
          </a:custGeom>
          <a:noFill/>
          <a:ln w="7288">
            <a:solidFill>
              <a:srgbClr val="A6B5D6"/>
            </a:solidFill>
            <a:prstDash val="solid"/>
          </a:ln>
        </p:spPr>
      </p:sp>
      <p:sp>
        <p:nvSpPr>
          <p:cNvPr id="405" name="p1_moeini_path_202">
            <a:extLst>
              <a:ext uri="{FF2B5EF4-FFF2-40B4-BE49-F238E27FC236}">
                <a16:creationId xmlns:a16="http://schemas.microsoft.com/office/drawing/2014/main" id="{0F8565B8-4B90-ED8F-E14D-A4440550EF80}"/>
              </a:ext>
            </a:extLst>
          </p:cNvPr>
          <p:cNvSpPr>
            <a:spLocks/>
          </p:cNvSpPr>
          <p:nvPr/>
        </p:nvSpPr>
        <p:spPr>
          <a:xfrm>
            <a:off x="10448793" y="2096026"/>
            <a:ext cx="272571" cy="345305"/>
          </a:xfrm>
          <a:custGeom>
            <a:avLst/>
            <a:gdLst/>
            <a:ahLst/>
            <a:cxnLst/>
            <a:rect l="0" t="0" r="0" b="0"/>
            <a:pathLst>
              <a:path w="356235" h="451294">
                <a:moveTo>
                  <a:pt x="0" y="451294"/>
                </a:moveTo>
                <a:lnTo>
                  <a:pt x="356235" y="0"/>
                </a:lnTo>
              </a:path>
            </a:pathLst>
          </a:custGeom>
          <a:noFill/>
          <a:ln w="7288">
            <a:solidFill>
              <a:srgbClr val="A6B5D6"/>
            </a:solidFill>
            <a:prstDash val="solid"/>
          </a:ln>
        </p:spPr>
      </p:sp>
      <p:sp>
        <p:nvSpPr>
          <p:cNvPr id="407" name="p1_moeini_path_203">
            <a:extLst>
              <a:ext uri="{FF2B5EF4-FFF2-40B4-BE49-F238E27FC236}">
                <a16:creationId xmlns:a16="http://schemas.microsoft.com/office/drawing/2014/main" id="{0E23211F-1365-A112-4375-5655E085C3E3}"/>
              </a:ext>
            </a:extLst>
          </p:cNvPr>
          <p:cNvSpPr>
            <a:spLocks/>
          </p:cNvSpPr>
          <p:nvPr/>
        </p:nvSpPr>
        <p:spPr>
          <a:xfrm>
            <a:off x="10448793" y="2396292"/>
            <a:ext cx="272571" cy="45040"/>
          </a:xfrm>
          <a:custGeom>
            <a:avLst/>
            <a:gdLst/>
            <a:ahLst/>
            <a:cxnLst/>
            <a:rect l="0" t="0" r="0" b="0"/>
            <a:pathLst>
              <a:path w="356235" h="58865">
                <a:moveTo>
                  <a:pt x="0" y="58865"/>
                </a:moveTo>
                <a:lnTo>
                  <a:pt x="356235" y="0"/>
                </a:lnTo>
              </a:path>
            </a:pathLst>
          </a:custGeom>
          <a:noFill/>
          <a:ln w="7288">
            <a:solidFill>
              <a:srgbClr val="A6B5D6"/>
            </a:solidFill>
            <a:prstDash val="solid"/>
          </a:ln>
        </p:spPr>
      </p:sp>
      <p:sp>
        <p:nvSpPr>
          <p:cNvPr id="409" name="p1_moeini_path_204">
            <a:extLst>
              <a:ext uri="{FF2B5EF4-FFF2-40B4-BE49-F238E27FC236}">
                <a16:creationId xmlns:a16="http://schemas.microsoft.com/office/drawing/2014/main" id="{630A9494-6B68-9505-431E-AAD04AE598F2}"/>
              </a:ext>
            </a:extLst>
          </p:cNvPr>
          <p:cNvSpPr>
            <a:spLocks/>
          </p:cNvSpPr>
          <p:nvPr/>
        </p:nvSpPr>
        <p:spPr>
          <a:xfrm>
            <a:off x="10448793" y="2096026"/>
            <a:ext cx="272571" cy="593024"/>
          </a:xfrm>
          <a:custGeom>
            <a:avLst/>
            <a:gdLst/>
            <a:ahLst/>
            <a:cxnLst/>
            <a:rect l="0" t="0" r="0" b="0"/>
            <a:pathLst>
              <a:path w="356235" h="775049">
                <a:moveTo>
                  <a:pt x="0" y="775049"/>
                </a:moveTo>
                <a:lnTo>
                  <a:pt x="356235" y="0"/>
                </a:lnTo>
              </a:path>
            </a:pathLst>
          </a:custGeom>
          <a:noFill/>
          <a:ln w="7288">
            <a:solidFill>
              <a:srgbClr val="A6B5D6"/>
            </a:solidFill>
            <a:prstDash val="solid"/>
          </a:ln>
        </p:spPr>
      </p:sp>
      <p:sp>
        <p:nvSpPr>
          <p:cNvPr id="411" name="p1_moeini_path_205">
            <a:extLst>
              <a:ext uri="{FF2B5EF4-FFF2-40B4-BE49-F238E27FC236}">
                <a16:creationId xmlns:a16="http://schemas.microsoft.com/office/drawing/2014/main" id="{4DECCFFF-E6F2-D7C8-4461-3B585DB403C9}"/>
              </a:ext>
            </a:extLst>
          </p:cNvPr>
          <p:cNvSpPr>
            <a:spLocks/>
          </p:cNvSpPr>
          <p:nvPr/>
        </p:nvSpPr>
        <p:spPr>
          <a:xfrm>
            <a:off x="10448793" y="2396292"/>
            <a:ext cx="272571" cy="292759"/>
          </a:xfrm>
          <a:custGeom>
            <a:avLst/>
            <a:gdLst/>
            <a:ahLst/>
            <a:cxnLst/>
            <a:rect l="0" t="0" r="0" b="0"/>
            <a:pathLst>
              <a:path w="356235" h="382619">
                <a:moveTo>
                  <a:pt x="0" y="382619"/>
                </a:moveTo>
                <a:lnTo>
                  <a:pt x="356235" y="0"/>
                </a:lnTo>
              </a:path>
            </a:pathLst>
          </a:custGeom>
          <a:noFill/>
          <a:ln w="7288">
            <a:solidFill>
              <a:srgbClr val="A6B5D6"/>
            </a:solidFill>
            <a:prstDash val="solid"/>
          </a:ln>
        </p:spPr>
      </p:sp>
      <p:sp>
        <p:nvSpPr>
          <p:cNvPr id="413" name="p1_moeini_path_206">
            <a:extLst>
              <a:ext uri="{FF2B5EF4-FFF2-40B4-BE49-F238E27FC236}">
                <a16:creationId xmlns:a16="http://schemas.microsoft.com/office/drawing/2014/main" id="{4A24D7B1-7AB8-1FA9-82EF-1C979C2AE2AE}"/>
              </a:ext>
            </a:extLst>
          </p:cNvPr>
          <p:cNvSpPr>
            <a:spLocks/>
          </p:cNvSpPr>
          <p:nvPr/>
        </p:nvSpPr>
        <p:spPr>
          <a:xfrm>
            <a:off x="10721364" y="2096026"/>
            <a:ext cx="232487" cy="172653"/>
          </a:xfrm>
          <a:custGeom>
            <a:avLst/>
            <a:gdLst/>
            <a:ahLst/>
            <a:cxnLst/>
            <a:rect l="0" t="0" r="0" b="0"/>
            <a:pathLst>
              <a:path w="303848" h="225647">
                <a:moveTo>
                  <a:pt x="0" y="0"/>
                </a:moveTo>
                <a:lnTo>
                  <a:pt x="303848" y="225647"/>
                </a:lnTo>
              </a:path>
            </a:pathLst>
          </a:custGeom>
          <a:noFill/>
          <a:ln w="7288">
            <a:solidFill>
              <a:srgbClr val="A6B5D6"/>
            </a:solidFill>
            <a:prstDash val="solid"/>
          </a:ln>
        </p:spPr>
      </p:sp>
      <p:sp>
        <p:nvSpPr>
          <p:cNvPr id="415" name="p1_moeini_path_207">
            <a:extLst>
              <a:ext uri="{FF2B5EF4-FFF2-40B4-BE49-F238E27FC236}">
                <a16:creationId xmlns:a16="http://schemas.microsoft.com/office/drawing/2014/main" id="{B3226F39-0B09-1B74-1CAD-505EA5D83DA0}"/>
              </a:ext>
            </a:extLst>
          </p:cNvPr>
          <p:cNvSpPr>
            <a:spLocks/>
          </p:cNvSpPr>
          <p:nvPr/>
        </p:nvSpPr>
        <p:spPr>
          <a:xfrm>
            <a:off x="10721364" y="2268679"/>
            <a:ext cx="232487" cy="127613"/>
          </a:xfrm>
          <a:custGeom>
            <a:avLst/>
            <a:gdLst/>
            <a:ahLst/>
            <a:cxnLst/>
            <a:rect l="0" t="0" r="0" b="0"/>
            <a:pathLst>
              <a:path w="303848" h="166783">
                <a:moveTo>
                  <a:pt x="0" y="166783"/>
                </a:moveTo>
                <a:lnTo>
                  <a:pt x="303848" y="0"/>
                </a:lnTo>
              </a:path>
            </a:pathLst>
          </a:custGeom>
          <a:noFill/>
          <a:ln w="7288">
            <a:solidFill>
              <a:srgbClr val="A6B5D6"/>
            </a:solidFill>
            <a:prstDash val="solid"/>
          </a:ln>
        </p:spPr>
      </p:sp>
      <p:sp>
        <p:nvSpPr>
          <p:cNvPr id="417" name="p1_moeini_ellipse_208">
            <a:extLst>
              <a:ext uri="{FF2B5EF4-FFF2-40B4-BE49-F238E27FC236}">
                <a16:creationId xmlns:a16="http://schemas.microsoft.com/office/drawing/2014/main" id="{942A4367-40AC-95F7-F992-AAA33FDBE349}"/>
              </a:ext>
            </a:extLst>
          </p:cNvPr>
          <p:cNvSpPr>
            <a:spLocks/>
          </p:cNvSpPr>
          <p:nvPr/>
        </p:nvSpPr>
        <p:spPr>
          <a:xfrm>
            <a:off x="10124478" y="2052298"/>
            <a:ext cx="87456" cy="87456"/>
          </a:xfrm>
          <a:prstGeom prst="ellipse">
            <a:avLst/>
          </a:prstGeom>
          <a:solidFill>
            <a:srgbClr val="EFDCE8"/>
          </a:solidFill>
          <a:ln w="9474">
            <a:solidFill>
              <a:srgbClr val="394D93"/>
            </a:solidFill>
            <a:prstDash val="solid"/>
          </a:ln>
        </p:spPr>
      </p:sp>
      <p:sp>
        <p:nvSpPr>
          <p:cNvPr id="419" name="p1_moeini_ellipse_209">
            <a:extLst>
              <a:ext uri="{FF2B5EF4-FFF2-40B4-BE49-F238E27FC236}">
                <a16:creationId xmlns:a16="http://schemas.microsoft.com/office/drawing/2014/main" id="{AA28FCDE-6357-6839-3A40-969A48921FB2}"/>
              </a:ext>
            </a:extLst>
          </p:cNvPr>
          <p:cNvSpPr>
            <a:spLocks/>
          </p:cNvSpPr>
          <p:nvPr/>
        </p:nvSpPr>
        <p:spPr>
          <a:xfrm>
            <a:off x="10124478" y="2352564"/>
            <a:ext cx="87456" cy="87456"/>
          </a:xfrm>
          <a:prstGeom prst="ellipse">
            <a:avLst/>
          </a:prstGeom>
          <a:solidFill>
            <a:srgbClr val="E1E7F4"/>
          </a:solidFill>
          <a:ln w="9474">
            <a:solidFill>
              <a:srgbClr val="394D93"/>
            </a:solidFill>
            <a:prstDash val="solid"/>
          </a:ln>
        </p:spPr>
      </p:sp>
      <p:sp>
        <p:nvSpPr>
          <p:cNvPr id="421" name="p1_moeini_ellipse_210">
            <a:extLst>
              <a:ext uri="{FF2B5EF4-FFF2-40B4-BE49-F238E27FC236}">
                <a16:creationId xmlns:a16="http://schemas.microsoft.com/office/drawing/2014/main" id="{9092A977-8A5A-8DAA-852E-172F1E2000AB}"/>
              </a:ext>
            </a:extLst>
          </p:cNvPr>
          <p:cNvSpPr>
            <a:spLocks/>
          </p:cNvSpPr>
          <p:nvPr/>
        </p:nvSpPr>
        <p:spPr>
          <a:xfrm>
            <a:off x="10124478" y="2652829"/>
            <a:ext cx="87456" cy="87456"/>
          </a:xfrm>
          <a:prstGeom prst="ellipse">
            <a:avLst/>
          </a:prstGeom>
          <a:solidFill>
            <a:srgbClr val="E1E7F4"/>
          </a:solidFill>
          <a:ln w="9474">
            <a:solidFill>
              <a:srgbClr val="394D93"/>
            </a:solidFill>
            <a:prstDash val="solid"/>
          </a:ln>
        </p:spPr>
      </p:sp>
      <p:sp>
        <p:nvSpPr>
          <p:cNvPr id="423" name="p1_moeini_ellipse_211">
            <a:extLst>
              <a:ext uri="{FF2B5EF4-FFF2-40B4-BE49-F238E27FC236}">
                <a16:creationId xmlns:a16="http://schemas.microsoft.com/office/drawing/2014/main" id="{1A17A4D6-6CC7-E663-075F-CC7CCD335C9E}"/>
              </a:ext>
            </a:extLst>
          </p:cNvPr>
          <p:cNvSpPr>
            <a:spLocks/>
          </p:cNvSpPr>
          <p:nvPr/>
        </p:nvSpPr>
        <p:spPr>
          <a:xfrm>
            <a:off x="10405065" y="1902166"/>
            <a:ext cx="87456" cy="87456"/>
          </a:xfrm>
          <a:prstGeom prst="ellipse">
            <a:avLst/>
          </a:prstGeom>
          <a:solidFill>
            <a:srgbClr val="EFDCE8"/>
          </a:solidFill>
          <a:ln w="9474">
            <a:solidFill>
              <a:srgbClr val="394D93"/>
            </a:solidFill>
            <a:prstDash val="solid"/>
          </a:ln>
        </p:spPr>
      </p:sp>
      <p:sp>
        <p:nvSpPr>
          <p:cNvPr id="425" name="p1_moeini_ellipse_212">
            <a:extLst>
              <a:ext uri="{FF2B5EF4-FFF2-40B4-BE49-F238E27FC236}">
                <a16:creationId xmlns:a16="http://schemas.microsoft.com/office/drawing/2014/main" id="{5ABEDE64-D380-C94D-970B-A3D9D22C7CAC}"/>
              </a:ext>
            </a:extLst>
          </p:cNvPr>
          <p:cNvSpPr>
            <a:spLocks/>
          </p:cNvSpPr>
          <p:nvPr/>
        </p:nvSpPr>
        <p:spPr>
          <a:xfrm>
            <a:off x="10405065" y="2149885"/>
            <a:ext cx="87456" cy="87456"/>
          </a:xfrm>
          <a:prstGeom prst="ellipse">
            <a:avLst/>
          </a:prstGeom>
          <a:solidFill>
            <a:srgbClr val="E1E7F4"/>
          </a:solidFill>
          <a:ln w="9474">
            <a:solidFill>
              <a:srgbClr val="394D93"/>
            </a:solidFill>
            <a:prstDash val="solid"/>
          </a:ln>
        </p:spPr>
      </p:sp>
      <p:sp>
        <p:nvSpPr>
          <p:cNvPr id="427" name="p1_moeini_ellipse_213">
            <a:extLst>
              <a:ext uri="{FF2B5EF4-FFF2-40B4-BE49-F238E27FC236}">
                <a16:creationId xmlns:a16="http://schemas.microsoft.com/office/drawing/2014/main" id="{118D7DBC-64CC-301C-6F38-05FDDB30D446}"/>
              </a:ext>
            </a:extLst>
          </p:cNvPr>
          <p:cNvSpPr>
            <a:spLocks/>
          </p:cNvSpPr>
          <p:nvPr/>
        </p:nvSpPr>
        <p:spPr>
          <a:xfrm>
            <a:off x="10405065" y="2397603"/>
            <a:ext cx="87456" cy="87456"/>
          </a:xfrm>
          <a:prstGeom prst="ellipse">
            <a:avLst/>
          </a:prstGeom>
          <a:solidFill>
            <a:srgbClr val="E1E7F4"/>
          </a:solidFill>
          <a:ln w="9474">
            <a:solidFill>
              <a:srgbClr val="394D93"/>
            </a:solidFill>
            <a:prstDash val="solid"/>
          </a:ln>
        </p:spPr>
      </p:sp>
      <p:sp>
        <p:nvSpPr>
          <p:cNvPr id="429" name="p1_moeini_ellipse_214">
            <a:extLst>
              <a:ext uri="{FF2B5EF4-FFF2-40B4-BE49-F238E27FC236}">
                <a16:creationId xmlns:a16="http://schemas.microsoft.com/office/drawing/2014/main" id="{D60BEC74-0686-F0E8-3CB7-82522E4A82B8}"/>
              </a:ext>
            </a:extLst>
          </p:cNvPr>
          <p:cNvSpPr>
            <a:spLocks/>
          </p:cNvSpPr>
          <p:nvPr/>
        </p:nvSpPr>
        <p:spPr>
          <a:xfrm>
            <a:off x="10405065" y="2645322"/>
            <a:ext cx="87456" cy="87456"/>
          </a:xfrm>
          <a:prstGeom prst="ellipse">
            <a:avLst/>
          </a:prstGeom>
          <a:solidFill>
            <a:srgbClr val="EFDCE8"/>
          </a:solidFill>
          <a:ln w="9474">
            <a:solidFill>
              <a:srgbClr val="394D93"/>
            </a:solidFill>
            <a:prstDash val="solid"/>
          </a:ln>
        </p:spPr>
      </p:sp>
      <p:sp>
        <p:nvSpPr>
          <p:cNvPr id="431" name="p1_moeini_ellipse_215">
            <a:extLst>
              <a:ext uri="{FF2B5EF4-FFF2-40B4-BE49-F238E27FC236}">
                <a16:creationId xmlns:a16="http://schemas.microsoft.com/office/drawing/2014/main" id="{F0903A25-7396-C36F-E53D-A7219803BE9F}"/>
              </a:ext>
            </a:extLst>
          </p:cNvPr>
          <p:cNvSpPr>
            <a:spLocks/>
          </p:cNvSpPr>
          <p:nvPr/>
        </p:nvSpPr>
        <p:spPr>
          <a:xfrm>
            <a:off x="10677636" y="2052298"/>
            <a:ext cx="87456" cy="87456"/>
          </a:xfrm>
          <a:prstGeom prst="ellipse">
            <a:avLst/>
          </a:prstGeom>
          <a:solidFill>
            <a:srgbClr val="E1E7F4"/>
          </a:solidFill>
          <a:ln w="9474">
            <a:solidFill>
              <a:srgbClr val="394D93"/>
            </a:solidFill>
            <a:prstDash val="solid"/>
          </a:ln>
        </p:spPr>
      </p:sp>
      <p:sp>
        <p:nvSpPr>
          <p:cNvPr id="433" name="p1_moeini_ellipse_216">
            <a:extLst>
              <a:ext uri="{FF2B5EF4-FFF2-40B4-BE49-F238E27FC236}">
                <a16:creationId xmlns:a16="http://schemas.microsoft.com/office/drawing/2014/main" id="{161AF12C-6BDA-8AAF-FF18-BCBAB2FE01D6}"/>
              </a:ext>
            </a:extLst>
          </p:cNvPr>
          <p:cNvSpPr>
            <a:spLocks/>
          </p:cNvSpPr>
          <p:nvPr/>
        </p:nvSpPr>
        <p:spPr>
          <a:xfrm>
            <a:off x="10677636" y="2352564"/>
            <a:ext cx="87456" cy="87456"/>
          </a:xfrm>
          <a:prstGeom prst="ellipse">
            <a:avLst/>
          </a:prstGeom>
          <a:solidFill>
            <a:srgbClr val="E1E7F4"/>
          </a:solidFill>
          <a:ln w="9474">
            <a:solidFill>
              <a:srgbClr val="394D93"/>
            </a:solidFill>
            <a:prstDash val="solid"/>
          </a:ln>
        </p:spPr>
      </p:sp>
      <p:sp>
        <p:nvSpPr>
          <p:cNvPr id="435" name="p1_moeini_ellipse_217">
            <a:extLst>
              <a:ext uri="{FF2B5EF4-FFF2-40B4-BE49-F238E27FC236}">
                <a16:creationId xmlns:a16="http://schemas.microsoft.com/office/drawing/2014/main" id="{77AA979E-6A91-E62A-24FF-C565596F4FF3}"/>
              </a:ext>
            </a:extLst>
          </p:cNvPr>
          <p:cNvSpPr>
            <a:spLocks/>
          </p:cNvSpPr>
          <p:nvPr/>
        </p:nvSpPr>
        <p:spPr>
          <a:xfrm>
            <a:off x="10910123" y="2224951"/>
            <a:ext cx="87456" cy="87456"/>
          </a:xfrm>
          <a:prstGeom prst="ellipse">
            <a:avLst/>
          </a:prstGeom>
          <a:solidFill>
            <a:srgbClr val="EFDCE8"/>
          </a:solidFill>
          <a:ln w="9474">
            <a:solidFill>
              <a:srgbClr val="394D93"/>
            </a:solidFill>
            <a:prstDash val="solid"/>
          </a:ln>
        </p:spPr>
      </p:sp>
      <p:sp>
        <p:nvSpPr>
          <p:cNvPr id="437" name="p1_moeini_rect_218">
            <a:extLst>
              <a:ext uri="{FF2B5EF4-FFF2-40B4-BE49-F238E27FC236}">
                <a16:creationId xmlns:a16="http://schemas.microsoft.com/office/drawing/2014/main" id="{F4FE02A3-2C65-DD61-8B8B-2AC2DA7531DC}"/>
              </a:ext>
            </a:extLst>
          </p:cNvPr>
          <p:cNvSpPr>
            <a:spLocks/>
          </p:cNvSpPr>
          <p:nvPr/>
        </p:nvSpPr>
        <p:spPr>
          <a:xfrm>
            <a:off x="11238083" y="1494038"/>
            <a:ext cx="743375" cy="1858438"/>
          </a:xfrm>
          <a:prstGeom prst="roundRect">
            <a:avLst>
              <a:gd name="adj" fmla="val 5882"/>
            </a:avLst>
          </a:prstGeom>
          <a:solidFill>
            <a:srgbClr val="FFFFFF"/>
          </a:solidFill>
          <a:ln w="7288">
            <a:solidFill>
              <a:srgbClr val="C3CEE7"/>
            </a:solidFill>
            <a:prstDash val="solid"/>
          </a:ln>
        </p:spPr>
      </p:sp>
      <p:sp>
        <p:nvSpPr>
          <p:cNvPr id="439" name="p1_moeini_path_219">
            <a:extLst>
              <a:ext uri="{FF2B5EF4-FFF2-40B4-BE49-F238E27FC236}">
                <a16:creationId xmlns:a16="http://schemas.microsoft.com/office/drawing/2014/main" id="{01016F29-95A4-0958-73B2-812364114DB8}"/>
              </a:ext>
            </a:extLst>
          </p:cNvPr>
          <p:cNvSpPr>
            <a:spLocks/>
          </p:cNvSpPr>
          <p:nvPr/>
        </p:nvSpPr>
        <p:spPr>
          <a:xfrm>
            <a:off x="11332827" y="1993266"/>
            <a:ext cx="183657" cy="729"/>
          </a:xfrm>
          <a:custGeom>
            <a:avLst/>
            <a:gdLst/>
            <a:ahLst/>
            <a:cxnLst/>
            <a:rect l="0" t="0" r="0" b="0"/>
            <a:pathLst>
              <a:path w="240030" h="953">
                <a:moveTo>
                  <a:pt x="0" y="0"/>
                </a:moveTo>
                <a:lnTo>
                  <a:pt x="240030" y="0"/>
                </a:lnTo>
              </a:path>
            </a:pathLst>
          </a:custGeom>
          <a:noFill/>
          <a:ln w="8746">
            <a:solidFill>
              <a:srgbClr val="394D93"/>
            </a:solidFill>
            <a:prstDash val="solid"/>
          </a:ln>
        </p:spPr>
      </p:sp>
      <p:sp>
        <p:nvSpPr>
          <p:cNvPr id="441" name="p1_moeini_path_220">
            <a:extLst>
              <a:ext uri="{FF2B5EF4-FFF2-40B4-BE49-F238E27FC236}">
                <a16:creationId xmlns:a16="http://schemas.microsoft.com/office/drawing/2014/main" id="{05E9B8AE-C587-BC95-D2D0-96B1A09810E9}"/>
              </a:ext>
            </a:extLst>
          </p:cNvPr>
          <p:cNvSpPr>
            <a:spLocks/>
          </p:cNvSpPr>
          <p:nvPr/>
        </p:nvSpPr>
        <p:spPr>
          <a:xfrm>
            <a:off x="11516484" y="1993266"/>
            <a:ext cx="183657" cy="729"/>
          </a:xfrm>
          <a:custGeom>
            <a:avLst/>
            <a:gdLst/>
            <a:ahLst/>
            <a:cxnLst/>
            <a:rect l="0" t="0" r="0" b="0"/>
            <a:pathLst>
              <a:path w="240030" h="953">
                <a:moveTo>
                  <a:pt x="0" y="0"/>
                </a:moveTo>
                <a:lnTo>
                  <a:pt x="240030" y="0"/>
                </a:lnTo>
              </a:path>
            </a:pathLst>
          </a:custGeom>
          <a:noFill/>
          <a:ln w="8746">
            <a:solidFill>
              <a:srgbClr val="394D93"/>
            </a:solidFill>
            <a:prstDash val="solid"/>
          </a:ln>
        </p:spPr>
      </p:sp>
      <p:sp>
        <p:nvSpPr>
          <p:cNvPr id="443" name="p1_moeini_path_221">
            <a:extLst>
              <a:ext uri="{FF2B5EF4-FFF2-40B4-BE49-F238E27FC236}">
                <a16:creationId xmlns:a16="http://schemas.microsoft.com/office/drawing/2014/main" id="{61264304-9FD5-BB7D-05E3-4E9653C864BD}"/>
              </a:ext>
            </a:extLst>
          </p:cNvPr>
          <p:cNvSpPr>
            <a:spLocks/>
          </p:cNvSpPr>
          <p:nvPr/>
        </p:nvSpPr>
        <p:spPr>
          <a:xfrm>
            <a:off x="11700142" y="1993266"/>
            <a:ext cx="157421" cy="729"/>
          </a:xfrm>
          <a:custGeom>
            <a:avLst/>
            <a:gdLst/>
            <a:ahLst/>
            <a:cxnLst/>
            <a:rect l="0" t="0" r="0" b="0"/>
            <a:pathLst>
              <a:path w="205740" h="953">
                <a:moveTo>
                  <a:pt x="0" y="0"/>
                </a:moveTo>
                <a:lnTo>
                  <a:pt x="205740" y="0"/>
                </a:lnTo>
              </a:path>
            </a:pathLst>
          </a:custGeom>
          <a:noFill/>
          <a:ln w="8746">
            <a:solidFill>
              <a:srgbClr val="394D93"/>
            </a:solidFill>
            <a:prstDash val="solid"/>
          </a:ln>
        </p:spPr>
      </p:sp>
      <p:sp>
        <p:nvSpPr>
          <p:cNvPr id="445" name="p1_moeini_path_222">
            <a:extLst>
              <a:ext uri="{FF2B5EF4-FFF2-40B4-BE49-F238E27FC236}">
                <a16:creationId xmlns:a16="http://schemas.microsoft.com/office/drawing/2014/main" id="{61003835-0171-A63A-10F8-F85CC5F8A415}"/>
              </a:ext>
            </a:extLst>
          </p:cNvPr>
          <p:cNvSpPr>
            <a:spLocks/>
          </p:cNvSpPr>
          <p:nvPr/>
        </p:nvSpPr>
        <p:spPr>
          <a:xfrm>
            <a:off x="11332827" y="2161618"/>
            <a:ext cx="183657" cy="729"/>
          </a:xfrm>
          <a:custGeom>
            <a:avLst/>
            <a:gdLst/>
            <a:ahLst/>
            <a:cxnLst/>
            <a:rect l="0" t="0" r="0" b="0"/>
            <a:pathLst>
              <a:path w="240030" h="953">
                <a:moveTo>
                  <a:pt x="0" y="0"/>
                </a:moveTo>
                <a:lnTo>
                  <a:pt x="240030" y="0"/>
                </a:lnTo>
              </a:path>
            </a:pathLst>
          </a:custGeom>
          <a:noFill/>
          <a:ln w="8746">
            <a:solidFill>
              <a:srgbClr val="394D93"/>
            </a:solidFill>
            <a:prstDash val="solid"/>
          </a:ln>
        </p:spPr>
      </p:sp>
      <p:sp>
        <p:nvSpPr>
          <p:cNvPr id="447" name="p1_moeini_path_223">
            <a:extLst>
              <a:ext uri="{FF2B5EF4-FFF2-40B4-BE49-F238E27FC236}">
                <a16:creationId xmlns:a16="http://schemas.microsoft.com/office/drawing/2014/main" id="{40A4CBB0-6A55-CDFC-9617-A48BF8235566}"/>
              </a:ext>
            </a:extLst>
          </p:cNvPr>
          <p:cNvSpPr>
            <a:spLocks/>
          </p:cNvSpPr>
          <p:nvPr/>
        </p:nvSpPr>
        <p:spPr>
          <a:xfrm>
            <a:off x="11516484" y="2161618"/>
            <a:ext cx="183657" cy="729"/>
          </a:xfrm>
          <a:custGeom>
            <a:avLst/>
            <a:gdLst/>
            <a:ahLst/>
            <a:cxnLst/>
            <a:rect l="0" t="0" r="0" b="0"/>
            <a:pathLst>
              <a:path w="240030" h="953">
                <a:moveTo>
                  <a:pt x="0" y="0"/>
                </a:moveTo>
                <a:lnTo>
                  <a:pt x="240030" y="0"/>
                </a:lnTo>
              </a:path>
            </a:pathLst>
          </a:custGeom>
          <a:noFill/>
          <a:ln w="8746">
            <a:solidFill>
              <a:srgbClr val="394D93"/>
            </a:solidFill>
            <a:prstDash val="solid"/>
          </a:ln>
        </p:spPr>
      </p:sp>
      <p:sp>
        <p:nvSpPr>
          <p:cNvPr id="449" name="p1_moeini_path_224">
            <a:extLst>
              <a:ext uri="{FF2B5EF4-FFF2-40B4-BE49-F238E27FC236}">
                <a16:creationId xmlns:a16="http://schemas.microsoft.com/office/drawing/2014/main" id="{09F7E76B-8541-D5EB-2683-9E3521560AE9}"/>
              </a:ext>
            </a:extLst>
          </p:cNvPr>
          <p:cNvSpPr>
            <a:spLocks/>
          </p:cNvSpPr>
          <p:nvPr/>
        </p:nvSpPr>
        <p:spPr>
          <a:xfrm>
            <a:off x="11700142" y="2161618"/>
            <a:ext cx="157421" cy="729"/>
          </a:xfrm>
          <a:custGeom>
            <a:avLst/>
            <a:gdLst/>
            <a:ahLst/>
            <a:cxnLst/>
            <a:rect l="0" t="0" r="0" b="0"/>
            <a:pathLst>
              <a:path w="205740" h="953">
                <a:moveTo>
                  <a:pt x="0" y="0"/>
                </a:moveTo>
                <a:lnTo>
                  <a:pt x="205740" y="0"/>
                </a:lnTo>
              </a:path>
            </a:pathLst>
          </a:custGeom>
          <a:noFill/>
          <a:ln w="8746">
            <a:solidFill>
              <a:srgbClr val="394D93"/>
            </a:solidFill>
            <a:prstDash val="solid"/>
          </a:ln>
        </p:spPr>
      </p:sp>
      <p:sp>
        <p:nvSpPr>
          <p:cNvPr id="451" name="p1_moeini_path_225">
            <a:extLst>
              <a:ext uri="{FF2B5EF4-FFF2-40B4-BE49-F238E27FC236}">
                <a16:creationId xmlns:a16="http://schemas.microsoft.com/office/drawing/2014/main" id="{F0ABFAC6-39E0-E95C-4A35-0237EBECCEC3}"/>
              </a:ext>
            </a:extLst>
          </p:cNvPr>
          <p:cNvSpPr>
            <a:spLocks/>
          </p:cNvSpPr>
          <p:nvPr/>
        </p:nvSpPr>
        <p:spPr>
          <a:xfrm>
            <a:off x="11332827" y="1993266"/>
            <a:ext cx="183657" cy="168353"/>
          </a:xfrm>
          <a:custGeom>
            <a:avLst/>
            <a:gdLst/>
            <a:ahLst/>
            <a:cxnLst/>
            <a:rect l="0" t="0" r="0" b="0"/>
            <a:pathLst>
              <a:path w="240030" h="220028">
                <a:moveTo>
                  <a:pt x="0" y="0"/>
                </a:moveTo>
                <a:lnTo>
                  <a:pt x="240030" y="220028"/>
                </a:lnTo>
              </a:path>
            </a:pathLst>
          </a:custGeom>
          <a:noFill/>
          <a:ln w="8746">
            <a:solidFill>
              <a:srgbClr val="394D93"/>
            </a:solidFill>
            <a:prstDash val="solid"/>
          </a:ln>
        </p:spPr>
      </p:sp>
      <p:sp>
        <p:nvSpPr>
          <p:cNvPr id="453" name="p1_moeini_path_226">
            <a:extLst>
              <a:ext uri="{FF2B5EF4-FFF2-40B4-BE49-F238E27FC236}">
                <a16:creationId xmlns:a16="http://schemas.microsoft.com/office/drawing/2014/main" id="{00000E66-7501-6DE5-FA2C-1B2CA9C26F37}"/>
              </a:ext>
            </a:extLst>
          </p:cNvPr>
          <p:cNvSpPr>
            <a:spLocks/>
          </p:cNvSpPr>
          <p:nvPr/>
        </p:nvSpPr>
        <p:spPr>
          <a:xfrm>
            <a:off x="11516484" y="1993266"/>
            <a:ext cx="183657" cy="168353"/>
          </a:xfrm>
          <a:custGeom>
            <a:avLst/>
            <a:gdLst/>
            <a:ahLst/>
            <a:cxnLst/>
            <a:rect l="0" t="0" r="0" b="0"/>
            <a:pathLst>
              <a:path w="240030" h="220028">
                <a:moveTo>
                  <a:pt x="0" y="0"/>
                </a:moveTo>
                <a:lnTo>
                  <a:pt x="240030" y="220028"/>
                </a:lnTo>
              </a:path>
            </a:pathLst>
          </a:custGeom>
          <a:noFill/>
          <a:ln w="8746">
            <a:solidFill>
              <a:srgbClr val="394D93"/>
            </a:solidFill>
            <a:prstDash val="solid"/>
          </a:ln>
        </p:spPr>
      </p:sp>
      <p:sp>
        <p:nvSpPr>
          <p:cNvPr id="455" name="p1_moeini_path_227">
            <a:extLst>
              <a:ext uri="{FF2B5EF4-FFF2-40B4-BE49-F238E27FC236}">
                <a16:creationId xmlns:a16="http://schemas.microsoft.com/office/drawing/2014/main" id="{0509D10F-1E5F-F8B0-8867-C7F80746A619}"/>
              </a:ext>
            </a:extLst>
          </p:cNvPr>
          <p:cNvSpPr>
            <a:spLocks/>
          </p:cNvSpPr>
          <p:nvPr/>
        </p:nvSpPr>
        <p:spPr>
          <a:xfrm>
            <a:off x="11700142" y="1993266"/>
            <a:ext cx="157421" cy="168353"/>
          </a:xfrm>
          <a:custGeom>
            <a:avLst/>
            <a:gdLst/>
            <a:ahLst/>
            <a:cxnLst/>
            <a:rect l="0" t="0" r="0" b="0"/>
            <a:pathLst>
              <a:path w="205740" h="220028">
                <a:moveTo>
                  <a:pt x="0" y="0"/>
                </a:moveTo>
                <a:lnTo>
                  <a:pt x="205740" y="220028"/>
                </a:lnTo>
              </a:path>
            </a:pathLst>
          </a:custGeom>
          <a:noFill/>
          <a:ln w="8746">
            <a:solidFill>
              <a:srgbClr val="394D93"/>
            </a:solidFill>
            <a:prstDash val="solid"/>
          </a:ln>
        </p:spPr>
      </p:sp>
      <p:sp>
        <p:nvSpPr>
          <p:cNvPr id="457" name="p1_moeini_ellipse_228">
            <a:extLst>
              <a:ext uri="{FF2B5EF4-FFF2-40B4-BE49-F238E27FC236}">
                <a16:creationId xmlns:a16="http://schemas.microsoft.com/office/drawing/2014/main" id="{4DCAF84F-BA70-4C03-0C89-8179EA42FD3C}"/>
              </a:ext>
            </a:extLst>
          </p:cNvPr>
          <p:cNvSpPr>
            <a:spLocks/>
          </p:cNvSpPr>
          <p:nvPr/>
        </p:nvSpPr>
        <p:spPr>
          <a:xfrm>
            <a:off x="11305132" y="1965571"/>
            <a:ext cx="55389" cy="55389"/>
          </a:xfrm>
          <a:prstGeom prst="ellipse">
            <a:avLst/>
          </a:prstGeom>
          <a:solidFill>
            <a:srgbClr val="FFFFFF"/>
          </a:solidFill>
          <a:ln w="8746">
            <a:solidFill>
              <a:srgbClr val="394D93"/>
            </a:solidFill>
            <a:prstDash val="solid"/>
          </a:ln>
        </p:spPr>
      </p:sp>
      <p:sp>
        <p:nvSpPr>
          <p:cNvPr id="459" name="p1_moeini_ellipse_229">
            <a:extLst>
              <a:ext uri="{FF2B5EF4-FFF2-40B4-BE49-F238E27FC236}">
                <a16:creationId xmlns:a16="http://schemas.microsoft.com/office/drawing/2014/main" id="{59DB9508-24DF-B564-092E-FC645D007153}"/>
              </a:ext>
            </a:extLst>
          </p:cNvPr>
          <p:cNvSpPr>
            <a:spLocks/>
          </p:cNvSpPr>
          <p:nvPr/>
        </p:nvSpPr>
        <p:spPr>
          <a:xfrm>
            <a:off x="11488790" y="1965571"/>
            <a:ext cx="55389" cy="55389"/>
          </a:xfrm>
          <a:prstGeom prst="ellipse">
            <a:avLst/>
          </a:prstGeom>
          <a:solidFill>
            <a:srgbClr val="E1E7F7"/>
          </a:solidFill>
          <a:ln w="8746">
            <a:solidFill>
              <a:srgbClr val="394D93"/>
            </a:solidFill>
            <a:prstDash val="solid"/>
          </a:ln>
        </p:spPr>
      </p:sp>
      <p:sp>
        <p:nvSpPr>
          <p:cNvPr id="461" name="p1_moeini_ellipse_230">
            <a:extLst>
              <a:ext uri="{FF2B5EF4-FFF2-40B4-BE49-F238E27FC236}">
                <a16:creationId xmlns:a16="http://schemas.microsoft.com/office/drawing/2014/main" id="{847C1939-2BB4-1AA4-45EB-52DAD90BB8EE}"/>
              </a:ext>
            </a:extLst>
          </p:cNvPr>
          <p:cNvSpPr>
            <a:spLocks/>
          </p:cNvSpPr>
          <p:nvPr/>
        </p:nvSpPr>
        <p:spPr>
          <a:xfrm>
            <a:off x="11672447" y="1965571"/>
            <a:ext cx="55389" cy="55389"/>
          </a:xfrm>
          <a:prstGeom prst="ellipse">
            <a:avLst/>
          </a:prstGeom>
          <a:solidFill>
            <a:srgbClr val="FFFFFF"/>
          </a:solidFill>
          <a:ln w="8746">
            <a:solidFill>
              <a:srgbClr val="394D93"/>
            </a:solidFill>
            <a:prstDash val="solid"/>
          </a:ln>
        </p:spPr>
      </p:sp>
      <p:sp>
        <p:nvSpPr>
          <p:cNvPr id="463" name="p1_moeini_ellipse_231">
            <a:extLst>
              <a:ext uri="{FF2B5EF4-FFF2-40B4-BE49-F238E27FC236}">
                <a16:creationId xmlns:a16="http://schemas.microsoft.com/office/drawing/2014/main" id="{D7B74887-8EF3-CB50-632A-7DD08AC4A924}"/>
              </a:ext>
            </a:extLst>
          </p:cNvPr>
          <p:cNvSpPr>
            <a:spLocks/>
          </p:cNvSpPr>
          <p:nvPr/>
        </p:nvSpPr>
        <p:spPr>
          <a:xfrm>
            <a:off x="11829868" y="1965571"/>
            <a:ext cx="55389" cy="55389"/>
          </a:xfrm>
          <a:prstGeom prst="ellipse">
            <a:avLst/>
          </a:prstGeom>
          <a:solidFill>
            <a:srgbClr val="E1E7F7"/>
          </a:solidFill>
          <a:ln w="8746">
            <a:solidFill>
              <a:srgbClr val="394D93"/>
            </a:solidFill>
            <a:prstDash val="solid"/>
          </a:ln>
        </p:spPr>
      </p:sp>
      <p:sp>
        <p:nvSpPr>
          <p:cNvPr id="465" name="p1_moeini_ellipse_232">
            <a:extLst>
              <a:ext uri="{FF2B5EF4-FFF2-40B4-BE49-F238E27FC236}">
                <a16:creationId xmlns:a16="http://schemas.microsoft.com/office/drawing/2014/main" id="{D2CBFE3F-8DA1-AD15-A88D-D41FAB2DC219}"/>
              </a:ext>
            </a:extLst>
          </p:cNvPr>
          <p:cNvSpPr>
            <a:spLocks/>
          </p:cNvSpPr>
          <p:nvPr/>
        </p:nvSpPr>
        <p:spPr>
          <a:xfrm>
            <a:off x="11305132" y="2133924"/>
            <a:ext cx="55389" cy="55389"/>
          </a:xfrm>
          <a:prstGeom prst="ellipse">
            <a:avLst/>
          </a:prstGeom>
          <a:solidFill>
            <a:srgbClr val="FFFFFF"/>
          </a:solidFill>
          <a:ln w="8746">
            <a:solidFill>
              <a:srgbClr val="394D93"/>
            </a:solidFill>
            <a:prstDash val="solid"/>
          </a:ln>
        </p:spPr>
      </p:sp>
      <p:sp>
        <p:nvSpPr>
          <p:cNvPr id="467" name="p1_moeini_ellipse_233">
            <a:extLst>
              <a:ext uri="{FF2B5EF4-FFF2-40B4-BE49-F238E27FC236}">
                <a16:creationId xmlns:a16="http://schemas.microsoft.com/office/drawing/2014/main" id="{56DD65B1-C13D-CAFF-241F-336A43BD607D}"/>
              </a:ext>
            </a:extLst>
          </p:cNvPr>
          <p:cNvSpPr>
            <a:spLocks/>
          </p:cNvSpPr>
          <p:nvPr/>
        </p:nvSpPr>
        <p:spPr>
          <a:xfrm>
            <a:off x="11488790" y="2133924"/>
            <a:ext cx="55389" cy="55389"/>
          </a:xfrm>
          <a:prstGeom prst="ellipse">
            <a:avLst/>
          </a:prstGeom>
          <a:solidFill>
            <a:srgbClr val="E1E7F7"/>
          </a:solidFill>
          <a:ln w="8746">
            <a:solidFill>
              <a:srgbClr val="394D93"/>
            </a:solidFill>
            <a:prstDash val="solid"/>
          </a:ln>
        </p:spPr>
      </p:sp>
      <p:sp>
        <p:nvSpPr>
          <p:cNvPr id="469" name="p1_moeini_ellipse_234">
            <a:extLst>
              <a:ext uri="{FF2B5EF4-FFF2-40B4-BE49-F238E27FC236}">
                <a16:creationId xmlns:a16="http://schemas.microsoft.com/office/drawing/2014/main" id="{C52DC880-0711-0328-85CF-32244E5DDC2D}"/>
              </a:ext>
            </a:extLst>
          </p:cNvPr>
          <p:cNvSpPr>
            <a:spLocks/>
          </p:cNvSpPr>
          <p:nvPr/>
        </p:nvSpPr>
        <p:spPr>
          <a:xfrm>
            <a:off x="11672447" y="2133924"/>
            <a:ext cx="55389" cy="55389"/>
          </a:xfrm>
          <a:prstGeom prst="ellipse">
            <a:avLst/>
          </a:prstGeom>
          <a:solidFill>
            <a:srgbClr val="FFFFFF"/>
          </a:solidFill>
          <a:ln w="8746">
            <a:solidFill>
              <a:srgbClr val="394D93"/>
            </a:solidFill>
            <a:prstDash val="solid"/>
          </a:ln>
        </p:spPr>
      </p:sp>
      <p:sp>
        <p:nvSpPr>
          <p:cNvPr id="471" name="p1_moeini_ellipse_235">
            <a:extLst>
              <a:ext uri="{FF2B5EF4-FFF2-40B4-BE49-F238E27FC236}">
                <a16:creationId xmlns:a16="http://schemas.microsoft.com/office/drawing/2014/main" id="{3E866194-429C-9D25-1114-9251551BB4FE}"/>
              </a:ext>
            </a:extLst>
          </p:cNvPr>
          <p:cNvSpPr>
            <a:spLocks/>
          </p:cNvSpPr>
          <p:nvPr/>
        </p:nvSpPr>
        <p:spPr>
          <a:xfrm>
            <a:off x="11829868" y="2133924"/>
            <a:ext cx="55389" cy="55389"/>
          </a:xfrm>
          <a:prstGeom prst="ellipse">
            <a:avLst/>
          </a:prstGeom>
          <a:solidFill>
            <a:srgbClr val="E1E7F7"/>
          </a:solidFill>
          <a:ln w="8746">
            <a:solidFill>
              <a:srgbClr val="394D93"/>
            </a:solidFill>
            <a:prstDash val="solid"/>
          </a:ln>
        </p:spPr>
      </p:sp>
      <p:sp>
        <p:nvSpPr>
          <p:cNvPr id="473" name="p1_moeini_rect_236">
            <a:extLst>
              <a:ext uri="{FF2B5EF4-FFF2-40B4-BE49-F238E27FC236}">
                <a16:creationId xmlns:a16="http://schemas.microsoft.com/office/drawing/2014/main" id="{AFDA350C-93F5-AC34-02B3-EDFB303AA6CD}"/>
              </a:ext>
            </a:extLst>
          </p:cNvPr>
          <p:cNvSpPr>
            <a:spLocks/>
          </p:cNvSpPr>
          <p:nvPr/>
        </p:nvSpPr>
        <p:spPr>
          <a:xfrm>
            <a:off x="11325539" y="2434189"/>
            <a:ext cx="568463" cy="291520"/>
          </a:xfrm>
          <a:prstGeom prst="roundRect">
            <a:avLst>
              <a:gd name="adj" fmla="val 12500"/>
            </a:avLst>
          </a:prstGeom>
          <a:gradFill>
            <a:gsLst>
              <a:gs pos="0">
                <a:srgbClr val="E5EAF8"/>
              </a:gs>
              <a:gs pos="100000">
                <a:srgbClr val="C4CEEB"/>
              </a:gs>
            </a:gsLst>
            <a:lin ang="5400000"/>
          </a:gradFill>
          <a:ln w="7288">
            <a:solidFill>
              <a:srgbClr val="8599C3"/>
            </a:solidFill>
            <a:prstDash val="solid"/>
          </a:ln>
        </p:spPr>
      </p:sp>
      <p:sp>
        <p:nvSpPr>
          <p:cNvPr id="475" name="p1_moeini_rect_237">
            <a:extLst>
              <a:ext uri="{FF2B5EF4-FFF2-40B4-BE49-F238E27FC236}">
                <a16:creationId xmlns:a16="http://schemas.microsoft.com/office/drawing/2014/main" id="{F13F2798-17F9-AB11-AFAA-ACD3AD641FB4}"/>
              </a:ext>
            </a:extLst>
          </p:cNvPr>
          <p:cNvSpPr>
            <a:spLocks/>
          </p:cNvSpPr>
          <p:nvPr/>
        </p:nvSpPr>
        <p:spPr>
          <a:xfrm>
            <a:off x="11325539" y="2893333"/>
            <a:ext cx="568463" cy="291520"/>
          </a:xfrm>
          <a:prstGeom prst="roundRect">
            <a:avLst>
              <a:gd name="adj" fmla="val 12500"/>
            </a:avLst>
          </a:prstGeom>
          <a:gradFill>
            <a:gsLst>
              <a:gs pos="0">
                <a:srgbClr val="E5EAF8"/>
              </a:gs>
              <a:gs pos="100000">
                <a:srgbClr val="C4CEEB"/>
              </a:gs>
            </a:gsLst>
            <a:lin ang="5400000"/>
          </a:gradFill>
          <a:ln w="7288">
            <a:solidFill>
              <a:srgbClr val="8599C3"/>
            </a:solidFill>
            <a:prstDash val="solid"/>
          </a:ln>
        </p:spPr>
      </p:sp>
      <p:sp>
        <p:nvSpPr>
          <p:cNvPr id="477" name="p1_moeini_path_238">
            <a:extLst>
              <a:ext uri="{FF2B5EF4-FFF2-40B4-BE49-F238E27FC236}">
                <a16:creationId xmlns:a16="http://schemas.microsoft.com/office/drawing/2014/main" id="{BA64C167-3B15-5723-C213-039B486FDEC5}"/>
              </a:ext>
            </a:extLst>
          </p:cNvPr>
          <p:cNvSpPr>
            <a:spLocks/>
          </p:cNvSpPr>
          <p:nvPr/>
        </p:nvSpPr>
        <p:spPr>
          <a:xfrm>
            <a:off x="9897092" y="1982334"/>
            <a:ext cx="102032" cy="444567"/>
          </a:xfrm>
          <a:custGeom>
            <a:avLst/>
            <a:gdLst/>
            <a:ahLst/>
            <a:cxnLst/>
            <a:rect l="0" t="0" r="0" b="0"/>
            <a:pathLst>
              <a:path w="133350" h="581025">
                <a:moveTo>
                  <a:pt x="0" y="0"/>
                </a:moveTo>
                <a:lnTo>
                  <a:pt x="57150" y="0"/>
                </a:lnTo>
                <a:lnTo>
                  <a:pt x="57150" y="581025"/>
                </a:lnTo>
                <a:lnTo>
                  <a:pt x="133350" y="581025"/>
                </a:lnTo>
              </a:path>
            </a:pathLst>
          </a:custGeom>
          <a:noFill/>
          <a:ln w="10203">
            <a:solidFill>
              <a:srgbClr val="394D93"/>
            </a:solidFill>
            <a:prstDash val="solid"/>
          </a:ln>
        </p:spPr>
      </p:sp>
      <p:sp>
        <p:nvSpPr>
          <p:cNvPr id="479" name="p1_moeini_path_239">
            <a:extLst>
              <a:ext uri="{FF2B5EF4-FFF2-40B4-BE49-F238E27FC236}">
                <a16:creationId xmlns:a16="http://schemas.microsoft.com/office/drawing/2014/main" id="{120AE17B-89C6-90F5-EEA6-6A542C947E2E}"/>
              </a:ext>
            </a:extLst>
          </p:cNvPr>
          <p:cNvSpPr>
            <a:spLocks/>
          </p:cNvSpPr>
          <p:nvPr/>
        </p:nvSpPr>
        <p:spPr>
          <a:xfrm>
            <a:off x="9911668" y="238842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481" name="p1_moeini_path_240">
            <a:extLst>
              <a:ext uri="{FF2B5EF4-FFF2-40B4-BE49-F238E27FC236}">
                <a16:creationId xmlns:a16="http://schemas.microsoft.com/office/drawing/2014/main" id="{CDFFF794-9A04-DAC5-491D-4F0F24D2B579}"/>
              </a:ext>
            </a:extLst>
          </p:cNvPr>
          <p:cNvSpPr>
            <a:spLocks/>
          </p:cNvSpPr>
          <p:nvPr/>
        </p:nvSpPr>
        <p:spPr>
          <a:xfrm>
            <a:off x="9897092" y="2426901"/>
            <a:ext cx="102032" cy="510159"/>
          </a:xfrm>
          <a:custGeom>
            <a:avLst/>
            <a:gdLst/>
            <a:ahLst/>
            <a:cxnLst/>
            <a:rect l="0" t="0" r="0" b="0"/>
            <a:pathLst>
              <a:path w="133350" h="666750">
                <a:moveTo>
                  <a:pt x="0" y="666750"/>
                </a:moveTo>
                <a:lnTo>
                  <a:pt x="57150" y="666750"/>
                </a:lnTo>
                <a:lnTo>
                  <a:pt x="57150" y="0"/>
                </a:lnTo>
                <a:lnTo>
                  <a:pt x="133350" y="0"/>
                </a:lnTo>
              </a:path>
            </a:pathLst>
          </a:custGeom>
          <a:noFill/>
          <a:ln w="10203">
            <a:solidFill>
              <a:srgbClr val="394D93"/>
            </a:solidFill>
            <a:prstDash val="solid"/>
          </a:ln>
        </p:spPr>
      </p:sp>
      <p:sp>
        <p:nvSpPr>
          <p:cNvPr id="483" name="p1_moeini_path_241">
            <a:extLst>
              <a:ext uri="{FF2B5EF4-FFF2-40B4-BE49-F238E27FC236}">
                <a16:creationId xmlns:a16="http://schemas.microsoft.com/office/drawing/2014/main" id="{4933B577-99DC-670D-022E-7385DD66F09A}"/>
              </a:ext>
            </a:extLst>
          </p:cNvPr>
          <p:cNvSpPr>
            <a:spLocks/>
          </p:cNvSpPr>
          <p:nvPr/>
        </p:nvSpPr>
        <p:spPr>
          <a:xfrm>
            <a:off x="9911668" y="238842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485" name="p1_moeini_path_242">
            <a:extLst>
              <a:ext uri="{FF2B5EF4-FFF2-40B4-BE49-F238E27FC236}">
                <a16:creationId xmlns:a16="http://schemas.microsoft.com/office/drawing/2014/main" id="{CB044700-F42B-13F5-ACA5-5E25EE0B3285}"/>
              </a:ext>
            </a:extLst>
          </p:cNvPr>
          <p:cNvSpPr>
            <a:spLocks/>
          </p:cNvSpPr>
          <p:nvPr/>
        </p:nvSpPr>
        <p:spPr>
          <a:xfrm>
            <a:off x="11121475" y="2426901"/>
            <a:ext cx="94744" cy="729"/>
          </a:xfrm>
          <a:custGeom>
            <a:avLst/>
            <a:gdLst/>
            <a:ahLst/>
            <a:cxnLst/>
            <a:rect l="0" t="0" r="0" b="0"/>
            <a:pathLst>
              <a:path w="123825" h="953">
                <a:moveTo>
                  <a:pt x="0" y="0"/>
                </a:moveTo>
                <a:lnTo>
                  <a:pt x="123825" y="0"/>
                </a:lnTo>
              </a:path>
            </a:pathLst>
          </a:custGeom>
          <a:noFill/>
          <a:ln w="10932">
            <a:solidFill>
              <a:srgbClr val="394D93"/>
            </a:solidFill>
            <a:prstDash val="solid"/>
          </a:ln>
        </p:spPr>
      </p:sp>
      <p:sp>
        <p:nvSpPr>
          <p:cNvPr id="487" name="p1_moeini_path_243">
            <a:extLst>
              <a:ext uri="{FF2B5EF4-FFF2-40B4-BE49-F238E27FC236}">
                <a16:creationId xmlns:a16="http://schemas.microsoft.com/office/drawing/2014/main" id="{56FA69C4-09EA-7ABF-EB11-25F9EFAF2B23}"/>
              </a:ext>
            </a:extLst>
          </p:cNvPr>
          <p:cNvSpPr>
            <a:spLocks/>
          </p:cNvSpPr>
          <p:nvPr/>
        </p:nvSpPr>
        <p:spPr>
          <a:xfrm>
            <a:off x="11128763" y="238842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489" name="p1_mastfm_rect_244">
            <a:extLst>
              <a:ext uri="{FF2B5EF4-FFF2-40B4-BE49-F238E27FC236}">
                <a16:creationId xmlns:a16="http://schemas.microsoft.com/office/drawing/2014/main" id="{8780D450-10AB-5B89-7251-CD7C3A38B318}"/>
              </a:ext>
            </a:extLst>
          </p:cNvPr>
          <p:cNvSpPr>
            <a:spLocks/>
          </p:cNvSpPr>
          <p:nvPr/>
        </p:nvSpPr>
        <p:spPr>
          <a:xfrm>
            <a:off x="102032" y="3833484"/>
            <a:ext cx="6005305" cy="2332157"/>
          </a:xfrm>
          <a:prstGeom prst="roundRect">
            <a:avLst>
              <a:gd name="adj" fmla="val 3750"/>
            </a:avLst>
          </a:prstGeom>
          <a:gradFill>
            <a:gsLst>
              <a:gs pos="0">
                <a:srgbClr val="FEFEFF"/>
              </a:gs>
              <a:gs pos="100000">
                <a:srgbClr val="EDF0F8"/>
              </a:gs>
            </a:gsLst>
            <a:lin ang="5400000"/>
          </a:gradFill>
          <a:ln w="9839">
            <a:solidFill>
              <a:srgbClr val="172956"/>
            </a:solidFill>
            <a:prstDash val="solid"/>
          </a:ln>
        </p:spPr>
      </p:sp>
      <p:sp>
        <p:nvSpPr>
          <p:cNvPr id="491" name="p1_mastfm_rect_245">
            <a:extLst>
              <a:ext uri="{FF2B5EF4-FFF2-40B4-BE49-F238E27FC236}">
                <a16:creationId xmlns:a16="http://schemas.microsoft.com/office/drawing/2014/main" id="{923A4C29-3D39-F24D-4F02-17A2D8B2552B}"/>
              </a:ext>
            </a:extLst>
          </p:cNvPr>
          <p:cNvSpPr>
            <a:spLocks/>
          </p:cNvSpPr>
          <p:nvPr/>
        </p:nvSpPr>
        <p:spPr>
          <a:xfrm>
            <a:off x="204064" y="3920939"/>
            <a:ext cx="262368" cy="269656"/>
          </a:xfrm>
          <a:prstGeom prst="roundRect">
            <a:avLst>
              <a:gd name="adj" fmla="val 13889"/>
            </a:avLst>
          </a:prstGeom>
          <a:solidFill>
            <a:srgbClr val="DFE7F8"/>
          </a:solidFill>
          <a:ln w="0">
            <a:noFill/>
            <a:prstDash val="solid"/>
          </a:ln>
        </p:spPr>
      </p:sp>
      <p:sp>
        <p:nvSpPr>
          <p:cNvPr id="493" name="p1_mastfm_rect_246">
            <a:extLst>
              <a:ext uri="{FF2B5EF4-FFF2-40B4-BE49-F238E27FC236}">
                <a16:creationId xmlns:a16="http://schemas.microsoft.com/office/drawing/2014/main" id="{B92AA315-1E6B-833D-C483-34DAB6D90891}"/>
              </a:ext>
            </a:extLst>
          </p:cNvPr>
          <p:cNvSpPr>
            <a:spLocks/>
          </p:cNvSpPr>
          <p:nvPr/>
        </p:nvSpPr>
        <p:spPr>
          <a:xfrm>
            <a:off x="211352" y="4445675"/>
            <a:ext cx="2674693" cy="1377430"/>
          </a:xfrm>
          <a:prstGeom prst="roundRect">
            <a:avLst>
              <a:gd name="adj" fmla="val 3175"/>
            </a:avLst>
          </a:prstGeom>
          <a:solidFill>
            <a:srgbClr val="FFFFFF"/>
          </a:solidFill>
          <a:ln w="7288">
            <a:solidFill>
              <a:srgbClr val="C3CEE7"/>
            </a:solidFill>
            <a:prstDash val="solid"/>
          </a:ln>
        </p:spPr>
      </p:sp>
      <p:sp>
        <p:nvSpPr>
          <p:cNvPr id="495" name="p1_mastfm_path_247">
            <a:extLst>
              <a:ext uri="{FF2B5EF4-FFF2-40B4-BE49-F238E27FC236}">
                <a16:creationId xmlns:a16="http://schemas.microsoft.com/office/drawing/2014/main" id="{F2BF12F5-5B7C-48CD-1AB6-AE2E5B6C2068}"/>
              </a:ext>
            </a:extLst>
          </p:cNvPr>
          <p:cNvSpPr>
            <a:spLocks/>
          </p:cNvSpPr>
          <p:nvPr/>
        </p:nvSpPr>
        <p:spPr>
          <a:xfrm>
            <a:off x="1537766" y="4773634"/>
            <a:ext cx="729" cy="947439"/>
          </a:xfrm>
          <a:custGeom>
            <a:avLst/>
            <a:gdLst/>
            <a:ahLst/>
            <a:cxnLst/>
            <a:rect l="0" t="0" r="0" b="0"/>
            <a:pathLst>
              <a:path w="953" h="1238250">
                <a:moveTo>
                  <a:pt x="0" y="0"/>
                </a:moveTo>
                <a:lnTo>
                  <a:pt x="0" y="1238250"/>
                </a:lnTo>
              </a:path>
            </a:pathLst>
          </a:custGeom>
          <a:noFill/>
          <a:ln w="7288">
            <a:solidFill>
              <a:srgbClr val="C3CEE7"/>
            </a:solidFill>
            <a:prstDash val="solid"/>
          </a:ln>
        </p:spPr>
      </p:sp>
      <p:sp>
        <p:nvSpPr>
          <p:cNvPr id="497" name="p1_mastfm_path_248">
            <a:extLst>
              <a:ext uri="{FF2B5EF4-FFF2-40B4-BE49-F238E27FC236}">
                <a16:creationId xmlns:a16="http://schemas.microsoft.com/office/drawing/2014/main" id="{D715FE05-BAFF-E038-A189-78043668ACAC}"/>
              </a:ext>
            </a:extLst>
          </p:cNvPr>
          <p:cNvSpPr>
            <a:spLocks/>
          </p:cNvSpPr>
          <p:nvPr/>
        </p:nvSpPr>
        <p:spPr>
          <a:xfrm>
            <a:off x="306096" y="5139142"/>
            <a:ext cx="1122351" cy="176446"/>
          </a:xfrm>
          <a:custGeom>
            <a:avLst/>
            <a:gdLst/>
            <a:ahLst/>
            <a:cxnLst/>
            <a:rect l="0" t="0" r="0" b="0"/>
            <a:pathLst>
              <a:path w="1466850" h="230605">
                <a:moveTo>
                  <a:pt x="0" y="85919"/>
                </a:moveTo>
                <a:lnTo>
                  <a:pt x="14817" y="89266"/>
                </a:lnTo>
                <a:lnTo>
                  <a:pt x="29633" y="181072"/>
                </a:lnTo>
                <a:lnTo>
                  <a:pt x="44450" y="116731"/>
                </a:lnTo>
                <a:lnTo>
                  <a:pt x="59267" y="118197"/>
                </a:lnTo>
                <a:lnTo>
                  <a:pt x="74083" y="163819"/>
                </a:lnTo>
                <a:lnTo>
                  <a:pt x="88900" y="202240"/>
                </a:lnTo>
                <a:lnTo>
                  <a:pt x="103717" y="93770"/>
                </a:lnTo>
                <a:lnTo>
                  <a:pt x="118533" y="41028"/>
                </a:lnTo>
                <a:lnTo>
                  <a:pt x="133350" y="42961"/>
                </a:lnTo>
                <a:lnTo>
                  <a:pt x="148167" y="101535"/>
                </a:lnTo>
                <a:lnTo>
                  <a:pt x="162983" y="63298"/>
                </a:lnTo>
                <a:lnTo>
                  <a:pt x="177800" y="15754"/>
                </a:lnTo>
                <a:lnTo>
                  <a:pt x="192617" y="118027"/>
                </a:lnTo>
                <a:lnTo>
                  <a:pt x="207433" y="119125"/>
                </a:lnTo>
                <a:lnTo>
                  <a:pt x="222250" y="110705"/>
                </a:lnTo>
                <a:lnTo>
                  <a:pt x="237067" y="155473"/>
                </a:lnTo>
                <a:lnTo>
                  <a:pt x="251883" y="143689"/>
                </a:lnTo>
                <a:lnTo>
                  <a:pt x="266700" y="176841"/>
                </a:lnTo>
                <a:lnTo>
                  <a:pt x="281517" y="160033"/>
                </a:lnTo>
                <a:lnTo>
                  <a:pt x="296333" y="189915"/>
                </a:lnTo>
                <a:lnTo>
                  <a:pt x="311150" y="142613"/>
                </a:lnTo>
                <a:lnTo>
                  <a:pt x="325967" y="82267"/>
                </a:lnTo>
                <a:lnTo>
                  <a:pt x="340783" y="126115"/>
                </a:lnTo>
                <a:lnTo>
                  <a:pt x="355600" y="67887"/>
                </a:lnTo>
                <a:lnTo>
                  <a:pt x="370417" y="60670"/>
                </a:lnTo>
                <a:lnTo>
                  <a:pt x="385233" y="37288"/>
                </a:lnTo>
                <a:lnTo>
                  <a:pt x="400050" y="96605"/>
                </a:lnTo>
                <a:lnTo>
                  <a:pt x="414867" y="64623"/>
                </a:lnTo>
                <a:lnTo>
                  <a:pt x="429683" y="136074"/>
                </a:lnTo>
                <a:lnTo>
                  <a:pt x="444500" y="200874"/>
                </a:lnTo>
                <a:lnTo>
                  <a:pt x="459317" y="221473"/>
                </a:lnTo>
                <a:lnTo>
                  <a:pt x="474133" y="115398"/>
                </a:lnTo>
                <a:lnTo>
                  <a:pt x="488950" y="136667"/>
                </a:lnTo>
                <a:lnTo>
                  <a:pt x="503767" y="156147"/>
                </a:lnTo>
                <a:lnTo>
                  <a:pt x="518583" y="169066"/>
                </a:lnTo>
                <a:lnTo>
                  <a:pt x="533400" y="111824"/>
                </a:lnTo>
                <a:lnTo>
                  <a:pt x="548217" y="130086"/>
                </a:lnTo>
                <a:lnTo>
                  <a:pt x="563033" y="69439"/>
                </a:lnTo>
                <a:lnTo>
                  <a:pt x="577850" y="114468"/>
                </a:lnTo>
                <a:lnTo>
                  <a:pt x="592667" y="5009"/>
                </a:lnTo>
                <a:lnTo>
                  <a:pt x="607483" y="2508"/>
                </a:lnTo>
                <a:lnTo>
                  <a:pt x="622300" y="69650"/>
                </a:lnTo>
                <a:lnTo>
                  <a:pt x="637117" y="97606"/>
                </a:lnTo>
                <a:lnTo>
                  <a:pt x="651933" y="161863"/>
                </a:lnTo>
                <a:lnTo>
                  <a:pt x="666750" y="105817"/>
                </a:lnTo>
                <a:lnTo>
                  <a:pt x="681567" y="172172"/>
                </a:lnTo>
                <a:lnTo>
                  <a:pt x="696383" y="230605"/>
                </a:lnTo>
                <a:lnTo>
                  <a:pt x="711200" y="154106"/>
                </a:lnTo>
                <a:lnTo>
                  <a:pt x="726017" y="115534"/>
                </a:lnTo>
                <a:lnTo>
                  <a:pt x="740833" y="126150"/>
                </a:lnTo>
                <a:lnTo>
                  <a:pt x="755650" y="66886"/>
                </a:lnTo>
                <a:lnTo>
                  <a:pt x="770467" y="34724"/>
                </a:lnTo>
                <a:lnTo>
                  <a:pt x="785283" y="60339"/>
                </a:lnTo>
                <a:lnTo>
                  <a:pt x="800100" y="90026"/>
                </a:lnTo>
                <a:lnTo>
                  <a:pt x="814917" y="112450"/>
                </a:lnTo>
                <a:lnTo>
                  <a:pt x="829733" y="32399"/>
                </a:lnTo>
                <a:lnTo>
                  <a:pt x="844550" y="108050"/>
                </a:lnTo>
                <a:lnTo>
                  <a:pt x="859367" y="131653"/>
                </a:lnTo>
                <a:lnTo>
                  <a:pt x="874183" y="180383"/>
                </a:lnTo>
                <a:lnTo>
                  <a:pt x="889000" y="174428"/>
                </a:lnTo>
                <a:lnTo>
                  <a:pt x="903817" y="189793"/>
                </a:lnTo>
                <a:lnTo>
                  <a:pt x="918633" y="127876"/>
                </a:lnTo>
                <a:lnTo>
                  <a:pt x="933450" y="151794"/>
                </a:lnTo>
                <a:lnTo>
                  <a:pt x="948267" y="111977"/>
                </a:lnTo>
                <a:lnTo>
                  <a:pt x="963083" y="106542"/>
                </a:lnTo>
                <a:lnTo>
                  <a:pt x="977900" y="130001"/>
                </a:lnTo>
                <a:lnTo>
                  <a:pt x="992717" y="68298"/>
                </a:lnTo>
                <a:lnTo>
                  <a:pt x="1007533" y="86534"/>
                </a:lnTo>
                <a:lnTo>
                  <a:pt x="1022350" y="0"/>
                </a:lnTo>
                <a:lnTo>
                  <a:pt x="1037167" y="122889"/>
                </a:lnTo>
                <a:lnTo>
                  <a:pt x="1051983" y="126004"/>
                </a:lnTo>
                <a:lnTo>
                  <a:pt x="1066800" y="154328"/>
                </a:lnTo>
                <a:lnTo>
                  <a:pt x="1081617" y="182247"/>
                </a:lnTo>
                <a:lnTo>
                  <a:pt x="1096433" y="149048"/>
                </a:lnTo>
                <a:lnTo>
                  <a:pt x="1111250" y="128379"/>
                </a:lnTo>
                <a:lnTo>
                  <a:pt x="1126067" y="206402"/>
                </a:lnTo>
                <a:lnTo>
                  <a:pt x="1140883" y="110996"/>
                </a:lnTo>
                <a:lnTo>
                  <a:pt x="1155700" y="142383"/>
                </a:lnTo>
                <a:lnTo>
                  <a:pt x="1170517" y="183192"/>
                </a:lnTo>
                <a:lnTo>
                  <a:pt x="1185333" y="123437"/>
                </a:lnTo>
                <a:lnTo>
                  <a:pt x="1200150" y="87334"/>
                </a:lnTo>
                <a:lnTo>
                  <a:pt x="1214967" y="58280"/>
                </a:lnTo>
                <a:lnTo>
                  <a:pt x="1229783" y="77444"/>
                </a:lnTo>
                <a:lnTo>
                  <a:pt x="1244600" y="119194"/>
                </a:lnTo>
                <a:lnTo>
                  <a:pt x="1259417" y="118772"/>
                </a:lnTo>
                <a:lnTo>
                  <a:pt x="1274233" y="140795"/>
                </a:lnTo>
                <a:lnTo>
                  <a:pt x="1289050" y="153030"/>
                </a:lnTo>
                <a:lnTo>
                  <a:pt x="1303867" y="210327"/>
                </a:lnTo>
                <a:lnTo>
                  <a:pt x="1318683" y="212042"/>
                </a:lnTo>
                <a:lnTo>
                  <a:pt x="1333500" y="118802"/>
                </a:lnTo>
                <a:lnTo>
                  <a:pt x="1348317" y="203149"/>
                </a:lnTo>
                <a:lnTo>
                  <a:pt x="1363133" y="105151"/>
                </a:lnTo>
                <a:lnTo>
                  <a:pt x="1377950" y="148619"/>
                </a:lnTo>
                <a:lnTo>
                  <a:pt x="1392767" y="87908"/>
                </a:lnTo>
                <a:lnTo>
                  <a:pt x="1407583" y="109886"/>
                </a:lnTo>
                <a:lnTo>
                  <a:pt x="1422400" y="111951"/>
                </a:lnTo>
                <a:lnTo>
                  <a:pt x="1437217" y="83266"/>
                </a:lnTo>
                <a:lnTo>
                  <a:pt x="1452033" y="93982"/>
                </a:lnTo>
                <a:lnTo>
                  <a:pt x="1466850" y="101915"/>
                </a:lnTo>
              </a:path>
            </a:pathLst>
          </a:custGeom>
          <a:noFill/>
          <a:ln w="13847">
            <a:solidFill>
              <a:srgbClr val="394D93"/>
            </a:solidFill>
            <a:prstDash val="solid"/>
          </a:ln>
        </p:spPr>
      </p:sp>
      <p:sp>
        <p:nvSpPr>
          <p:cNvPr id="499" name="p1_mastfm_path_249">
            <a:extLst>
              <a:ext uri="{FF2B5EF4-FFF2-40B4-BE49-F238E27FC236}">
                <a16:creationId xmlns:a16="http://schemas.microsoft.com/office/drawing/2014/main" id="{010896A6-EC76-F443-B325-BB2F2FAE43F5}"/>
              </a:ext>
            </a:extLst>
          </p:cNvPr>
          <p:cNvSpPr>
            <a:spLocks/>
          </p:cNvSpPr>
          <p:nvPr/>
        </p:nvSpPr>
        <p:spPr>
          <a:xfrm>
            <a:off x="1690814" y="5108882"/>
            <a:ext cx="729" cy="473719"/>
          </a:xfrm>
          <a:custGeom>
            <a:avLst/>
            <a:gdLst/>
            <a:ahLst/>
            <a:cxnLst/>
            <a:rect l="0" t="0" r="0" b="0"/>
            <a:pathLst>
              <a:path w="953" h="619125">
                <a:moveTo>
                  <a:pt x="0" y="0"/>
                </a:moveTo>
                <a:lnTo>
                  <a:pt x="0" y="619125"/>
                </a:lnTo>
              </a:path>
            </a:pathLst>
          </a:custGeom>
          <a:noFill/>
          <a:ln w="8746">
            <a:solidFill>
              <a:srgbClr val="8599C3"/>
            </a:solidFill>
            <a:prstDash val="solid"/>
          </a:ln>
        </p:spPr>
      </p:sp>
      <p:sp>
        <p:nvSpPr>
          <p:cNvPr id="501" name="p1_mastfm_path_250">
            <a:extLst>
              <a:ext uri="{FF2B5EF4-FFF2-40B4-BE49-F238E27FC236}">
                <a16:creationId xmlns:a16="http://schemas.microsoft.com/office/drawing/2014/main" id="{D22712DF-369C-E993-65EC-343A62236F21}"/>
              </a:ext>
            </a:extLst>
          </p:cNvPr>
          <p:cNvSpPr>
            <a:spLocks/>
          </p:cNvSpPr>
          <p:nvPr/>
        </p:nvSpPr>
        <p:spPr>
          <a:xfrm>
            <a:off x="1690814" y="5582601"/>
            <a:ext cx="349824" cy="729"/>
          </a:xfrm>
          <a:custGeom>
            <a:avLst/>
            <a:gdLst/>
            <a:ahLst/>
            <a:cxnLst/>
            <a:rect l="0" t="0" r="0" b="0"/>
            <a:pathLst>
              <a:path w="457200" h="953">
                <a:moveTo>
                  <a:pt x="0" y="0"/>
                </a:moveTo>
                <a:lnTo>
                  <a:pt x="457200" y="0"/>
                </a:lnTo>
              </a:path>
            </a:pathLst>
          </a:custGeom>
          <a:noFill/>
          <a:ln w="8746">
            <a:solidFill>
              <a:srgbClr val="8599C3"/>
            </a:solidFill>
            <a:prstDash val="solid"/>
          </a:ln>
        </p:spPr>
      </p:sp>
      <p:sp>
        <p:nvSpPr>
          <p:cNvPr id="503" name="p1_mastfm_rect_251">
            <a:extLst>
              <a:ext uri="{FF2B5EF4-FFF2-40B4-BE49-F238E27FC236}">
                <a16:creationId xmlns:a16="http://schemas.microsoft.com/office/drawing/2014/main" id="{5C08D845-E936-BD2B-354C-C08B36B1D70E}"/>
              </a:ext>
            </a:extLst>
          </p:cNvPr>
          <p:cNvSpPr>
            <a:spLocks/>
          </p:cNvSpPr>
          <p:nvPr/>
        </p:nvSpPr>
        <p:spPr>
          <a:xfrm>
            <a:off x="1749118" y="5525755"/>
            <a:ext cx="34982" cy="56846"/>
          </a:xfrm>
          <a:prstGeom prst="rect">
            <a:avLst/>
          </a:prstGeom>
          <a:gradFill>
            <a:gsLst>
              <a:gs pos="0">
                <a:srgbClr val="E5EAF8"/>
              </a:gs>
              <a:gs pos="100000">
                <a:srgbClr val="C4CEEB"/>
              </a:gs>
            </a:gsLst>
            <a:lin ang="5400000"/>
          </a:gradFill>
          <a:ln w="5830">
            <a:solidFill>
              <a:srgbClr val="394D93"/>
            </a:solidFill>
            <a:prstDash val="solid"/>
          </a:ln>
        </p:spPr>
      </p:sp>
      <p:sp>
        <p:nvSpPr>
          <p:cNvPr id="505" name="p1_mastfm_rect_252">
            <a:extLst>
              <a:ext uri="{FF2B5EF4-FFF2-40B4-BE49-F238E27FC236}">
                <a16:creationId xmlns:a16="http://schemas.microsoft.com/office/drawing/2014/main" id="{85ED1960-1872-50A6-8C33-7D4B31894691}"/>
              </a:ext>
            </a:extLst>
          </p:cNvPr>
          <p:cNvSpPr>
            <a:spLocks/>
          </p:cNvSpPr>
          <p:nvPr/>
        </p:nvSpPr>
        <p:spPr>
          <a:xfrm>
            <a:off x="1807422" y="5468909"/>
            <a:ext cx="34982" cy="113693"/>
          </a:xfrm>
          <a:prstGeom prst="rect">
            <a:avLst/>
          </a:prstGeom>
          <a:gradFill>
            <a:gsLst>
              <a:gs pos="0">
                <a:srgbClr val="E5EAF8"/>
              </a:gs>
              <a:gs pos="100000">
                <a:srgbClr val="C4CEEB"/>
              </a:gs>
            </a:gsLst>
            <a:lin ang="5400000"/>
          </a:gradFill>
          <a:ln w="5830">
            <a:solidFill>
              <a:srgbClr val="394D93"/>
            </a:solidFill>
            <a:prstDash val="solid"/>
          </a:ln>
        </p:spPr>
      </p:sp>
      <p:sp>
        <p:nvSpPr>
          <p:cNvPr id="507" name="p1_mastfm_rect_253">
            <a:extLst>
              <a:ext uri="{FF2B5EF4-FFF2-40B4-BE49-F238E27FC236}">
                <a16:creationId xmlns:a16="http://schemas.microsoft.com/office/drawing/2014/main" id="{2A1D18A9-ECE6-5D6D-EF50-74A2B17B18D4}"/>
              </a:ext>
            </a:extLst>
          </p:cNvPr>
          <p:cNvSpPr>
            <a:spLocks/>
          </p:cNvSpPr>
          <p:nvPr/>
        </p:nvSpPr>
        <p:spPr>
          <a:xfrm>
            <a:off x="1865726" y="5393114"/>
            <a:ext cx="34982" cy="189488"/>
          </a:xfrm>
          <a:prstGeom prst="rect">
            <a:avLst/>
          </a:prstGeom>
          <a:gradFill>
            <a:gsLst>
              <a:gs pos="0">
                <a:srgbClr val="E5EAF8"/>
              </a:gs>
              <a:gs pos="100000">
                <a:srgbClr val="C4CEEB"/>
              </a:gs>
            </a:gsLst>
            <a:lin ang="5400000"/>
          </a:gradFill>
          <a:ln w="5830">
            <a:solidFill>
              <a:srgbClr val="394D93"/>
            </a:solidFill>
            <a:prstDash val="solid"/>
          </a:ln>
        </p:spPr>
      </p:sp>
      <p:sp>
        <p:nvSpPr>
          <p:cNvPr id="509" name="p1_mastfm_rect_254">
            <a:extLst>
              <a:ext uri="{FF2B5EF4-FFF2-40B4-BE49-F238E27FC236}">
                <a16:creationId xmlns:a16="http://schemas.microsoft.com/office/drawing/2014/main" id="{93A1971E-8E6A-2C70-BFBC-E5BA1F52010B}"/>
              </a:ext>
            </a:extLst>
          </p:cNvPr>
          <p:cNvSpPr>
            <a:spLocks/>
          </p:cNvSpPr>
          <p:nvPr/>
        </p:nvSpPr>
        <p:spPr>
          <a:xfrm>
            <a:off x="1924030" y="5274684"/>
            <a:ext cx="34982" cy="307918"/>
          </a:xfrm>
          <a:prstGeom prst="rect">
            <a:avLst/>
          </a:prstGeom>
          <a:gradFill>
            <a:gsLst>
              <a:gs pos="0">
                <a:srgbClr val="E5EAF8"/>
              </a:gs>
              <a:gs pos="100000">
                <a:srgbClr val="C4CEEB"/>
              </a:gs>
            </a:gsLst>
            <a:lin ang="5400000"/>
          </a:gradFill>
          <a:ln w="5830">
            <a:solidFill>
              <a:srgbClr val="394D93"/>
            </a:solidFill>
            <a:prstDash val="solid"/>
          </a:ln>
        </p:spPr>
      </p:sp>
      <p:sp>
        <p:nvSpPr>
          <p:cNvPr id="511" name="p1_mastfm_rect_255">
            <a:extLst>
              <a:ext uri="{FF2B5EF4-FFF2-40B4-BE49-F238E27FC236}">
                <a16:creationId xmlns:a16="http://schemas.microsoft.com/office/drawing/2014/main" id="{6CB4A5BE-907C-B92D-938F-5A81DA0489CC}"/>
              </a:ext>
            </a:extLst>
          </p:cNvPr>
          <p:cNvSpPr>
            <a:spLocks/>
          </p:cNvSpPr>
          <p:nvPr/>
        </p:nvSpPr>
        <p:spPr>
          <a:xfrm>
            <a:off x="1982334" y="5170466"/>
            <a:ext cx="34982" cy="412136"/>
          </a:xfrm>
          <a:prstGeom prst="rect">
            <a:avLst/>
          </a:prstGeom>
          <a:gradFill>
            <a:gsLst>
              <a:gs pos="0">
                <a:srgbClr val="E5EAF8"/>
              </a:gs>
              <a:gs pos="100000">
                <a:srgbClr val="C4CEEB"/>
              </a:gs>
            </a:gsLst>
            <a:lin ang="5400000"/>
          </a:gradFill>
          <a:ln w="5830">
            <a:solidFill>
              <a:srgbClr val="394D93"/>
            </a:solidFill>
            <a:prstDash val="solid"/>
          </a:ln>
        </p:spPr>
      </p:sp>
      <p:sp>
        <p:nvSpPr>
          <p:cNvPr id="513" name="p1_mastfm_rect_256">
            <a:extLst>
              <a:ext uri="{FF2B5EF4-FFF2-40B4-BE49-F238E27FC236}">
                <a16:creationId xmlns:a16="http://schemas.microsoft.com/office/drawing/2014/main" id="{471A7898-6C98-CCAD-9F07-6C844FB6CF6D}"/>
              </a:ext>
            </a:extLst>
          </p:cNvPr>
          <p:cNvSpPr>
            <a:spLocks/>
          </p:cNvSpPr>
          <p:nvPr/>
        </p:nvSpPr>
        <p:spPr>
          <a:xfrm>
            <a:off x="3046380" y="4445675"/>
            <a:ext cx="1289974" cy="1377430"/>
          </a:xfrm>
          <a:prstGeom prst="roundRect">
            <a:avLst>
              <a:gd name="adj" fmla="val 3390"/>
            </a:avLst>
          </a:prstGeom>
          <a:solidFill>
            <a:srgbClr val="FFFFFF"/>
          </a:solidFill>
          <a:ln w="7288">
            <a:solidFill>
              <a:srgbClr val="C3CEE7"/>
            </a:solidFill>
            <a:prstDash val="solid"/>
          </a:ln>
        </p:spPr>
      </p:sp>
      <p:sp>
        <p:nvSpPr>
          <p:cNvPr id="515" name="p1_mastfm_path_257">
            <a:extLst>
              <a:ext uri="{FF2B5EF4-FFF2-40B4-BE49-F238E27FC236}">
                <a16:creationId xmlns:a16="http://schemas.microsoft.com/office/drawing/2014/main" id="{AFE01E1B-D958-743E-3591-AAC7B15F9A85}"/>
              </a:ext>
            </a:extLst>
          </p:cNvPr>
          <p:cNvSpPr>
            <a:spLocks/>
          </p:cNvSpPr>
          <p:nvPr/>
        </p:nvSpPr>
        <p:spPr>
          <a:xfrm>
            <a:off x="3177564" y="5094306"/>
            <a:ext cx="729" cy="495583"/>
          </a:xfrm>
          <a:custGeom>
            <a:avLst/>
            <a:gdLst/>
            <a:ahLst/>
            <a:cxnLst/>
            <a:rect l="0" t="0" r="0" b="0"/>
            <a:pathLst>
              <a:path w="953" h="647700">
                <a:moveTo>
                  <a:pt x="0" y="0"/>
                </a:moveTo>
                <a:lnTo>
                  <a:pt x="0" y="647700"/>
                </a:lnTo>
              </a:path>
            </a:pathLst>
          </a:custGeom>
          <a:noFill/>
          <a:ln w="8746">
            <a:solidFill>
              <a:srgbClr val="8599C3"/>
            </a:solidFill>
            <a:prstDash val="solid"/>
          </a:ln>
        </p:spPr>
      </p:sp>
      <p:sp>
        <p:nvSpPr>
          <p:cNvPr id="517" name="p1_mastfm_path_258">
            <a:extLst>
              <a:ext uri="{FF2B5EF4-FFF2-40B4-BE49-F238E27FC236}">
                <a16:creationId xmlns:a16="http://schemas.microsoft.com/office/drawing/2014/main" id="{78FB2FBA-8DB9-7CEE-8713-2AAECF1E1375}"/>
              </a:ext>
            </a:extLst>
          </p:cNvPr>
          <p:cNvSpPr>
            <a:spLocks/>
          </p:cNvSpPr>
          <p:nvPr/>
        </p:nvSpPr>
        <p:spPr>
          <a:xfrm>
            <a:off x="3177564" y="5589889"/>
            <a:ext cx="1027607" cy="729"/>
          </a:xfrm>
          <a:custGeom>
            <a:avLst/>
            <a:gdLst/>
            <a:ahLst/>
            <a:cxnLst/>
            <a:rect l="0" t="0" r="0" b="0"/>
            <a:pathLst>
              <a:path w="1343025" h="953">
                <a:moveTo>
                  <a:pt x="0" y="0"/>
                </a:moveTo>
                <a:lnTo>
                  <a:pt x="1343025" y="0"/>
                </a:lnTo>
              </a:path>
            </a:pathLst>
          </a:custGeom>
          <a:noFill/>
          <a:ln w="8746">
            <a:solidFill>
              <a:srgbClr val="8599C3"/>
            </a:solidFill>
            <a:prstDash val="solid"/>
          </a:ln>
        </p:spPr>
      </p:sp>
      <p:sp>
        <p:nvSpPr>
          <p:cNvPr id="519" name="p1_mastfm_path_259">
            <a:extLst>
              <a:ext uri="{FF2B5EF4-FFF2-40B4-BE49-F238E27FC236}">
                <a16:creationId xmlns:a16="http://schemas.microsoft.com/office/drawing/2014/main" id="{984D326D-35F8-B342-37E7-2662CFB89673}"/>
              </a:ext>
            </a:extLst>
          </p:cNvPr>
          <p:cNvSpPr>
            <a:spLocks/>
          </p:cNvSpPr>
          <p:nvPr/>
        </p:nvSpPr>
        <p:spPr>
          <a:xfrm>
            <a:off x="3206716" y="5152610"/>
            <a:ext cx="983879" cy="386264"/>
          </a:xfrm>
          <a:custGeom>
            <a:avLst/>
            <a:gdLst/>
            <a:ahLst/>
            <a:cxnLst/>
            <a:rect l="0" t="0" r="0" b="0"/>
            <a:pathLst>
              <a:path w="1285875" h="504825">
                <a:moveTo>
                  <a:pt x="0" y="504825"/>
                </a:moveTo>
                <a:cubicBezTo>
                  <a:pt x="381000" y="485775"/>
                  <a:pt x="438150" y="38100"/>
                  <a:pt x="876300" y="9525"/>
                </a:cubicBezTo>
                <a:cubicBezTo>
                  <a:pt x="1085850" y="0"/>
                  <a:pt x="1171575" y="9525"/>
                  <a:pt x="1285875" y="9525"/>
                </a:cubicBezTo>
              </a:path>
            </a:pathLst>
          </a:custGeom>
          <a:noFill/>
          <a:ln w="15305">
            <a:solidFill>
              <a:srgbClr val="9C3E76"/>
            </a:solidFill>
            <a:prstDash val="solid"/>
          </a:ln>
        </p:spPr>
      </p:sp>
      <p:sp>
        <p:nvSpPr>
          <p:cNvPr id="521" name="p1_mastfm_rect_260">
            <a:extLst>
              <a:ext uri="{FF2B5EF4-FFF2-40B4-BE49-F238E27FC236}">
                <a16:creationId xmlns:a16="http://schemas.microsoft.com/office/drawing/2014/main" id="{91B39CCB-E760-EDB7-4949-CDDCEA30B827}"/>
              </a:ext>
            </a:extLst>
          </p:cNvPr>
          <p:cNvSpPr>
            <a:spLocks/>
          </p:cNvSpPr>
          <p:nvPr/>
        </p:nvSpPr>
        <p:spPr>
          <a:xfrm>
            <a:off x="4496691" y="4445675"/>
            <a:ext cx="1494038" cy="1377430"/>
          </a:xfrm>
          <a:prstGeom prst="roundRect">
            <a:avLst>
              <a:gd name="adj" fmla="val 3175"/>
            </a:avLst>
          </a:prstGeom>
          <a:solidFill>
            <a:srgbClr val="FFFFFF"/>
          </a:solidFill>
          <a:ln w="7288">
            <a:solidFill>
              <a:srgbClr val="C3CEE7"/>
            </a:solidFill>
            <a:prstDash val="solid"/>
          </a:ln>
        </p:spPr>
      </p:sp>
      <p:sp>
        <p:nvSpPr>
          <p:cNvPr id="523" name="p1_mastfm_path_261">
            <a:extLst>
              <a:ext uri="{FF2B5EF4-FFF2-40B4-BE49-F238E27FC236}">
                <a16:creationId xmlns:a16="http://schemas.microsoft.com/office/drawing/2014/main" id="{48882F7E-2E08-AC07-48AF-677D81C80457}"/>
              </a:ext>
            </a:extLst>
          </p:cNvPr>
          <p:cNvSpPr>
            <a:spLocks/>
          </p:cNvSpPr>
          <p:nvPr/>
        </p:nvSpPr>
        <p:spPr>
          <a:xfrm>
            <a:off x="5225490" y="4839226"/>
            <a:ext cx="729" cy="808967"/>
          </a:xfrm>
          <a:custGeom>
            <a:avLst/>
            <a:gdLst/>
            <a:ahLst/>
            <a:cxnLst/>
            <a:rect l="0" t="0" r="0" b="0"/>
            <a:pathLst>
              <a:path w="953" h="1057275">
                <a:moveTo>
                  <a:pt x="0" y="0"/>
                </a:moveTo>
                <a:lnTo>
                  <a:pt x="0" y="1057275"/>
                </a:lnTo>
              </a:path>
            </a:pathLst>
          </a:custGeom>
          <a:noFill/>
          <a:ln w="7288">
            <a:solidFill>
              <a:srgbClr val="8599C3"/>
            </a:solidFill>
            <a:prstDash val="solid"/>
          </a:ln>
        </p:spPr>
      </p:sp>
      <p:sp>
        <p:nvSpPr>
          <p:cNvPr id="525" name="p1_mastfm_ellipse_262">
            <a:extLst>
              <a:ext uri="{FF2B5EF4-FFF2-40B4-BE49-F238E27FC236}">
                <a16:creationId xmlns:a16="http://schemas.microsoft.com/office/drawing/2014/main" id="{88BFCAEC-2823-24F8-EC1F-092155AE008D}"/>
              </a:ext>
            </a:extLst>
          </p:cNvPr>
          <p:cNvSpPr>
            <a:spLocks/>
          </p:cNvSpPr>
          <p:nvPr/>
        </p:nvSpPr>
        <p:spPr>
          <a:xfrm>
            <a:off x="4977698" y="4912106"/>
            <a:ext cx="26966" cy="26966"/>
          </a:xfrm>
          <a:prstGeom prst="ellipse">
            <a:avLst/>
          </a:prstGeom>
          <a:solidFill>
            <a:srgbClr val="8EA6D4"/>
          </a:solidFill>
          <a:ln w="0">
            <a:noFill/>
            <a:prstDash val="solid"/>
          </a:ln>
        </p:spPr>
      </p:sp>
      <p:sp>
        <p:nvSpPr>
          <p:cNvPr id="527" name="p1_mastfm_ellipse_263">
            <a:extLst>
              <a:ext uri="{FF2B5EF4-FFF2-40B4-BE49-F238E27FC236}">
                <a16:creationId xmlns:a16="http://schemas.microsoft.com/office/drawing/2014/main" id="{B2CB3448-6650-AC3E-619B-C07B5AE61C32}"/>
              </a:ext>
            </a:extLst>
          </p:cNvPr>
          <p:cNvSpPr>
            <a:spLocks/>
          </p:cNvSpPr>
          <p:nvPr/>
        </p:nvSpPr>
        <p:spPr>
          <a:xfrm>
            <a:off x="5043290" y="4951868"/>
            <a:ext cx="26966" cy="26966"/>
          </a:xfrm>
          <a:prstGeom prst="ellipse">
            <a:avLst/>
          </a:prstGeom>
          <a:solidFill>
            <a:srgbClr val="8EA6D4"/>
          </a:solidFill>
          <a:ln w="0">
            <a:noFill/>
            <a:prstDash val="solid"/>
          </a:ln>
        </p:spPr>
      </p:sp>
      <p:sp>
        <p:nvSpPr>
          <p:cNvPr id="529" name="p1_mastfm_ellipse_264">
            <a:extLst>
              <a:ext uri="{FF2B5EF4-FFF2-40B4-BE49-F238E27FC236}">
                <a16:creationId xmlns:a16="http://schemas.microsoft.com/office/drawing/2014/main" id="{3E985B64-029B-66EE-311F-A67B6F2FE048}"/>
              </a:ext>
            </a:extLst>
          </p:cNvPr>
          <p:cNvSpPr>
            <a:spLocks/>
          </p:cNvSpPr>
          <p:nvPr/>
        </p:nvSpPr>
        <p:spPr>
          <a:xfrm>
            <a:off x="5108882" y="4879013"/>
            <a:ext cx="26966" cy="26966"/>
          </a:xfrm>
          <a:prstGeom prst="ellipse">
            <a:avLst/>
          </a:prstGeom>
          <a:solidFill>
            <a:srgbClr val="8EA6D4"/>
          </a:solidFill>
          <a:ln w="0">
            <a:noFill/>
            <a:prstDash val="solid"/>
          </a:ln>
        </p:spPr>
      </p:sp>
      <p:sp>
        <p:nvSpPr>
          <p:cNvPr id="531" name="p1_mastfm_ellipse_265">
            <a:extLst>
              <a:ext uri="{FF2B5EF4-FFF2-40B4-BE49-F238E27FC236}">
                <a16:creationId xmlns:a16="http://schemas.microsoft.com/office/drawing/2014/main" id="{3D44622C-9EF9-0F71-E087-D9B9EFF7C469}"/>
              </a:ext>
            </a:extLst>
          </p:cNvPr>
          <p:cNvSpPr>
            <a:spLocks/>
          </p:cNvSpPr>
          <p:nvPr/>
        </p:nvSpPr>
        <p:spPr>
          <a:xfrm>
            <a:off x="5174474" y="4899888"/>
            <a:ext cx="26966" cy="26966"/>
          </a:xfrm>
          <a:prstGeom prst="ellipse">
            <a:avLst/>
          </a:prstGeom>
          <a:solidFill>
            <a:srgbClr val="8EA6D4"/>
          </a:solidFill>
          <a:ln w="0">
            <a:noFill/>
            <a:prstDash val="solid"/>
          </a:ln>
        </p:spPr>
      </p:sp>
      <p:sp>
        <p:nvSpPr>
          <p:cNvPr id="533" name="p1_mastfm_ellipse_266">
            <a:extLst>
              <a:ext uri="{FF2B5EF4-FFF2-40B4-BE49-F238E27FC236}">
                <a16:creationId xmlns:a16="http://schemas.microsoft.com/office/drawing/2014/main" id="{4DA8EA6A-0F2A-0582-AF91-50372225397A}"/>
              </a:ext>
            </a:extLst>
          </p:cNvPr>
          <p:cNvSpPr>
            <a:spLocks/>
          </p:cNvSpPr>
          <p:nvPr/>
        </p:nvSpPr>
        <p:spPr>
          <a:xfrm>
            <a:off x="5240066" y="4955369"/>
            <a:ext cx="26966" cy="26966"/>
          </a:xfrm>
          <a:prstGeom prst="ellipse">
            <a:avLst/>
          </a:prstGeom>
          <a:solidFill>
            <a:srgbClr val="8EA6D4"/>
          </a:solidFill>
          <a:ln w="0">
            <a:noFill/>
            <a:prstDash val="solid"/>
          </a:ln>
        </p:spPr>
      </p:sp>
      <p:sp>
        <p:nvSpPr>
          <p:cNvPr id="535" name="p1_mastfm_ellipse_267">
            <a:extLst>
              <a:ext uri="{FF2B5EF4-FFF2-40B4-BE49-F238E27FC236}">
                <a16:creationId xmlns:a16="http://schemas.microsoft.com/office/drawing/2014/main" id="{0B660F25-1E37-A553-5BF1-2B86C3D14C52}"/>
              </a:ext>
            </a:extLst>
          </p:cNvPr>
          <p:cNvSpPr>
            <a:spLocks/>
          </p:cNvSpPr>
          <p:nvPr/>
        </p:nvSpPr>
        <p:spPr>
          <a:xfrm>
            <a:off x="5305658" y="4888317"/>
            <a:ext cx="26966" cy="26966"/>
          </a:xfrm>
          <a:prstGeom prst="ellipse">
            <a:avLst/>
          </a:prstGeom>
          <a:solidFill>
            <a:srgbClr val="BB6197"/>
          </a:solidFill>
          <a:ln w="0">
            <a:noFill/>
            <a:prstDash val="solid"/>
          </a:ln>
        </p:spPr>
      </p:sp>
      <p:sp>
        <p:nvSpPr>
          <p:cNvPr id="537" name="p1_mastfm_ellipse_268">
            <a:extLst>
              <a:ext uri="{FF2B5EF4-FFF2-40B4-BE49-F238E27FC236}">
                <a16:creationId xmlns:a16="http://schemas.microsoft.com/office/drawing/2014/main" id="{83701162-5BE2-077D-91AE-2B5596FBB708}"/>
              </a:ext>
            </a:extLst>
          </p:cNvPr>
          <p:cNvSpPr>
            <a:spLocks/>
          </p:cNvSpPr>
          <p:nvPr/>
        </p:nvSpPr>
        <p:spPr>
          <a:xfrm>
            <a:off x="5371250" y="4888643"/>
            <a:ext cx="26966" cy="26966"/>
          </a:xfrm>
          <a:prstGeom prst="ellipse">
            <a:avLst/>
          </a:prstGeom>
          <a:solidFill>
            <a:srgbClr val="BB6197"/>
          </a:solidFill>
          <a:ln w="0">
            <a:noFill/>
            <a:prstDash val="solid"/>
          </a:ln>
        </p:spPr>
      </p:sp>
      <p:sp>
        <p:nvSpPr>
          <p:cNvPr id="539" name="p1_mastfm_ellipse_269">
            <a:extLst>
              <a:ext uri="{FF2B5EF4-FFF2-40B4-BE49-F238E27FC236}">
                <a16:creationId xmlns:a16="http://schemas.microsoft.com/office/drawing/2014/main" id="{17F98070-119A-71C3-25F2-D93685FC409B}"/>
              </a:ext>
            </a:extLst>
          </p:cNvPr>
          <p:cNvSpPr>
            <a:spLocks/>
          </p:cNvSpPr>
          <p:nvPr/>
        </p:nvSpPr>
        <p:spPr>
          <a:xfrm>
            <a:off x="5436842" y="4955423"/>
            <a:ext cx="26966" cy="26966"/>
          </a:xfrm>
          <a:prstGeom prst="ellipse">
            <a:avLst/>
          </a:prstGeom>
          <a:solidFill>
            <a:srgbClr val="BB6197"/>
          </a:solidFill>
          <a:ln w="0">
            <a:noFill/>
            <a:prstDash val="solid"/>
          </a:ln>
        </p:spPr>
      </p:sp>
      <p:sp>
        <p:nvSpPr>
          <p:cNvPr id="541" name="p1_mastfm_ellipse_270">
            <a:extLst>
              <a:ext uri="{FF2B5EF4-FFF2-40B4-BE49-F238E27FC236}">
                <a16:creationId xmlns:a16="http://schemas.microsoft.com/office/drawing/2014/main" id="{FF2238DB-E304-2A82-60F5-526FD8ED9CAB}"/>
              </a:ext>
            </a:extLst>
          </p:cNvPr>
          <p:cNvSpPr>
            <a:spLocks/>
          </p:cNvSpPr>
          <p:nvPr/>
        </p:nvSpPr>
        <p:spPr>
          <a:xfrm>
            <a:off x="5502434" y="4899517"/>
            <a:ext cx="26966" cy="26966"/>
          </a:xfrm>
          <a:prstGeom prst="ellipse">
            <a:avLst/>
          </a:prstGeom>
          <a:solidFill>
            <a:srgbClr val="BB6197"/>
          </a:solidFill>
          <a:ln w="0">
            <a:noFill/>
            <a:prstDash val="solid"/>
          </a:ln>
        </p:spPr>
      </p:sp>
      <p:sp>
        <p:nvSpPr>
          <p:cNvPr id="543" name="p1_mastfm_ellipse_271">
            <a:extLst>
              <a:ext uri="{FF2B5EF4-FFF2-40B4-BE49-F238E27FC236}">
                <a16:creationId xmlns:a16="http://schemas.microsoft.com/office/drawing/2014/main" id="{85428238-2213-4D77-A7DB-8AD2B8EE017E}"/>
              </a:ext>
            </a:extLst>
          </p:cNvPr>
          <p:cNvSpPr>
            <a:spLocks/>
          </p:cNvSpPr>
          <p:nvPr/>
        </p:nvSpPr>
        <p:spPr>
          <a:xfrm>
            <a:off x="4955834" y="5160254"/>
            <a:ext cx="26966" cy="26966"/>
          </a:xfrm>
          <a:prstGeom prst="ellipse">
            <a:avLst/>
          </a:prstGeom>
          <a:solidFill>
            <a:srgbClr val="8EA6D4"/>
          </a:solidFill>
          <a:ln w="0">
            <a:noFill/>
            <a:prstDash val="solid"/>
          </a:ln>
        </p:spPr>
      </p:sp>
      <p:sp>
        <p:nvSpPr>
          <p:cNvPr id="545" name="p1_mastfm_ellipse_272">
            <a:extLst>
              <a:ext uri="{FF2B5EF4-FFF2-40B4-BE49-F238E27FC236}">
                <a16:creationId xmlns:a16="http://schemas.microsoft.com/office/drawing/2014/main" id="{644996BF-40B4-FB31-4489-3C80B192E5DC}"/>
              </a:ext>
            </a:extLst>
          </p:cNvPr>
          <p:cNvSpPr>
            <a:spLocks/>
          </p:cNvSpPr>
          <p:nvPr/>
        </p:nvSpPr>
        <p:spPr>
          <a:xfrm>
            <a:off x="5021426" y="5129629"/>
            <a:ext cx="26966" cy="26966"/>
          </a:xfrm>
          <a:prstGeom prst="ellipse">
            <a:avLst/>
          </a:prstGeom>
          <a:solidFill>
            <a:srgbClr val="8EA6D4"/>
          </a:solidFill>
          <a:ln w="0">
            <a:noFill/>
            <a:prstDash val="solid"/>
          </a:ln>
        </p:spPr>
      </p:sp>
      <p:sp>
        <p:nvSpPr>
          <p:cNvPr id="547" name="p1_mastfm_ellipse_273">
            <a:extLst>
              <a:ext uri="{FF2B5EF4-FFF2-40B4-BE49-F238E27FC236}">
                <a16:creationId xmlns:a16="http://schemas.microsoft.com/office/drawing/2014/main" id="{60FFD2B8-F19C-BA08-2B93-635C03EE889C}"/>
              </a:ext>
            </a:extLst>
          </p:cNvPr>
          <p:cNvSpPr>
            <a:spLocks/>
          </p:cNvSpPr>
          <p:nvPr/>
        </p:nvSpPr>
        <p:spPr>
          <a:xfrm>
            <a:off x="5087018" y="5081526"/>
            <a:ext cx="26966" cy="26966"/>
          </a:xfrm>
          <a:prstGeom prst="ellipse">
            <a:avLst/>
          </a:prstGeom>
          <a:solidFill>
            <a:srgbClr val="8EA6D4"/>
          </a:solidFill>
          <a:ln w="0">
            <a:noFill/>
            <a:prstDash val="solid"/>
          </a:ln>
        </p:spPr>
      </p:sp>
      <p:sp>
        <p:nvSpPr>
          <p:cNvPr id="549" name="p1_mastfm_ellipse_274">
            <a:extLst>
              <a:ext uri="{FF2B5EF4-FFF2-40B4-BE49-F238E27FC236}">
                <a16:creationId xmlns:a16="http://schemas.microsoft.com/office/drawing/2014/main" id="{4862E198-9FFD-A68D-2FC7-A1EA39F71B69}"/>
              </a:ext>
            </a:extLst>
          </p:cNvPr>
          <p:cNvSpPr>
            <a:spLocks/>
          </p:cNvSpPr>
          <p:nvPr/>
        </p:nvSpPr>
        <p:spPr>
          <a:xfrm>
            <a:off x="5152610" y="5152187"/>
            <a:ext cx="26966" cy="26966"/>
          </a:xfrm>
          <a:prstGeom prst="ellipse">
            <a:avLst/>
          </a:prstGeom>
          <a:solidFill>
            <a:srgbClr val="8EA6D4"/>
          </a:solidFill>
          <a:ln w="0">
            <a:noFill/>
            <a:prstDash val="solid"/>
          </a:ln>
        </p:spPr>
      </p:sp>
      <p:sp>
        <p:nvSpPr>
          <p:cNvPr id="551" name="p1_mastfm_ellipse_275">
            <a:extLst>
              <a:ext uri="{FF2B5EF4-FFF2-40B4-BE49-F238E27FC236}">
                <a16:creationId xmlns:a16="http://schemas.microsoft.com/office/drawing/2014/main" id="{698454E5-52A5-5E4E-4697-6EDD2EACCFCA}"/>
              </a:ext>
            </a:extLst>
          </p:cNvPr>
          <p:cNvSpPr>
            <a:spLocks/>
          </p:cNvSpPr>
          <p:nvPr/>
        </p:nvSpPr>
        <p:spPr>
          <a:xfrm>
            <a:off x="5218202" y="5141479"/>
            <a:ext cx="26966" cy="26966"/>
          </a:xfrm>
          <a:prstGeom prst="ellipse">
            <a:avLst/>
          </a:prstGeom>
          <a:solidFill>
            <a:srgbClr val="8EA6D4"/>
          </a:solidFill>
          <a:ln w="0">
            <a:noFill/>
            <a:prstDash val="solid"/>
          </a:ln>
        </p:spPr>
      </p:sp>
      <p:sp>
        <p:nvSpPr>
          <p:cNvPr id="553" name="p1_mastfm_ellipse_276">
            <a:extLst>
              <a:ext uri="{FF2B5EF4-FFF2-40B4-BE49-F238E27FC236}">
                <a16:creationId xmlns:a16="http://schemas.microsoft.com/office/drawing/2014/main" id="{8833E8E1-23D0-1DDE-4DD1-601B0F1BBCD3}"/>
              </a:ext>
            </a:extLst>
          </p:cNvPr>
          <p:cNvSpPr>
            <a:spLocks/>
          </p:cNvSpPr>
          <p:nvPr/>
        </p:nvSpPr>
        <p:spPr>
          <a:xfrm>
            <a:off x="5283794" y="5079731"/>
            <a:ext cx="26966" cy="26966"/>
          </a:xfrm>
          <a:prstGeom prst="ellipse">
            <a:avLst/>
          </a:prstGeom>
          <a:solidFill>
            <a:srgbClr val="BB6197"/>
          </a:solidFill>
          <a:ln w="0">
            <a:noFill/>
            <a:prstDash val="solid"/>
          </a:ln>
        </p:spPr>
      </p:sp>
      <p:sp>
        <p:nvSpPr>
          <p:cNvPr id="555" name="p1_mastfm_ellipse_277">
            <a:extLst>
              <a:ext uri="{FF2B5EF4-FFF2-40B4-BE49-F238E27FC236}">
                <a16:creationId xmlns:a16="http://schemas.microsoft.com/office/drawing/2014/main" id="{02DBE378-B00F-F50E-1C30-573C6E32D601}"/>
              </a:ext>
            </a:extLst>
          </p:cNvPr>
          <p:cNvSpPr>
            <a:spLocks/>
          </p:cNvSpPr>
          <p:nvPr/>
        </p:nvSpPr>
        <p:spPr>
          <a:xfrm>
            <a:off x="5349386" y="5141831"/>
            <a:ext cx="26966" cy="26966"/>
          </a:xfrm>
          <a:prstGeom prst="ellipse">
            <a:avLst/>
          </a:prstGeom>
          <a:solidFill>
            <a:srgbClr val="BB6197"/>
          </a:solidFill>
          <a:ln w="0">
            <a:noFill/>
            <a:prstDash val="solid"/>
          </a:ln>
        </p:spPr>
      </p:sp>
      <p:sp>
        <p:nvSpPr>
          <p:cNvPr id="557" name="p1_mastfm_ellipse_278">
            <a:extLst>
              <a:ext uri="{FF2B5EF4-FFF2-40B4-BE49-F238E27FC236}">
                <a16:creationId xmlns:a16="http://schemas.microsoft.com/office/drawing/2014/main" id="{83768AA0-B6CE-F6C5-278E-1478DD6CA671}"/>
              </a:ext>
            </a:extLst>
          </p:cNvPr>
          <p:cNvSpPr>
            <a:spLocks/>
          </p:cNvSpPr>
          <p:nvPr/>
        </p:nvSpPr>
        <p:spPr>
          <a:xfrm>
            <a:off x="5414978" y="5151894"/>
            <a:ext cx="26966" cy="26966"/>
          </a:xfrm>
          <a:prstGeom prst="ellipse">
            <a:avLst/>
          </a:prstGeom>
          <a:solidFill>
            <a:srgbClr val="BB6197"/>
          </a:solidFill>
          <a:ln w="0">
            <a:noFill/>
            <a:prstDash val="solid"/>
          </a:ln>
        </p:spPr>
      </p:sp>
      <p:sp>
        <p:nvSpPr>
          <p:cNvPr id="559" name="p1_mastfm_ellipse_279">
            <a:extLst>
              <a:ext uri="{FF2B5EF4-FFF2-40B4-BE49-F238E27FC236}">
                <a16:creationId xmlns:a16="http://schemas.microsoft.com/office/drawing/2014/main" id="{0B97B63B-AC27-5670-34CD-584DFB8FA0C5}"/>
              </a:ext>
            </a:extLst>
          </p:cNvPr>
          <p:cNvSpPr>
            <a:spLocks/>
          </p:cNvSpPr>
          <p:nvPr/>
        </p:nvSpPr>
        <p:spPr>
          <a:xfrm>
            <a:off x="5480570" y="5081418"/>
            <a:ext cx="26966" cy="26966"/>
          </a:xfrm>
          <a:prstGeom prst="ellipse">
            <a:avLst/>
          </a:prstGeom>
          <a:solidFill>
            <a:srgbClr val="BB6197"/>
          </a:solidFill>
          <a:ln w="0">
            <a:noFill/>
            <a:prstDash val="solid"/>
          </a:ln>
        </p:spPr>
      </p:sp>
      <p:sp>
        <p:nvSpPr>
          <p:cNvPr id="561" name="p1_mastfm_ellipse_280">
            <a:extLst>
              <a:ext uri="{FF2B5EF4-FFF2-40B4-BE49-F238E27FC236}">
                <a16:creationId xmlns:a16="http://schemas.microsoft.com/office/drawing/2014/main" id="{6E6A19EA-AE97-480D-BEA4-031F50786A0A}"/>
              </a:ext>
            </a:extLst>
          </p:cNvPr>
          <p:cNvSpPr>
            <a:spLocks/>
          </p:cNvSpPr>
          <p:nvPr/>
        </p:nvSpPr>
        <p:spPr>
          <a:xfrm>
            <a:off x="4933970" y="5374571"/>
            <a:ext cx="26966" cy="26966"/>
          </a:xfrm>
          <a:prstGeom prst="ellipse">
            <a:avLst/>
          </a:prstGeom>
          <a:solidFill>
            <a:srgbClr val="8EA6D4"/>
          </a:solidFill>
          <a:ln w="0">
            <a:noFill/>
            <a:prstDash val="solid"/>
          </a:ln>
        </p:spPr>
      </p:sp>
      <p:sp>
        <p:nvSpPr>
          <p:cNvPr id="563" name="p1_mastfm_ellipse_281">
            <a:extLst>
              <a:ext uri="{FF2B5EF4-FFF2-40B4-BE49-F238E27FC236}">
                <a16:creationId xmlns:a16="http://schemas.microsoft.com/office/drawing/2014/main" id="{4ECA9D2A-A697-CD5E-0804-DB263775ABEC}"/>
              </a:ext>
            </a:extLst>
          </p:cNvPr>
          <p:cNvSpPr>
            <a:spLocks/>
          </p:cNvSpPr>
          <p:nvPr/>
        </p:nvSpPr>
        <p:spPr>
          <a:xfrm>
            <a:off x="4999562" y="5301716"/>
            <a:ext cx="26966" cy="26966"/>
          </a:xfrm>
          <a:prstGeom prst="ellipse">
            <a:avLst/>
          </a:prstGeom>
          <a:solidFill>
            <a:srgbClr val="8EA6D4"/>
          </a:solidFill>
          <a:ln w="0">
            <a:noFill/>
            <a:prstDash val="solid"/>
          </a:ln>
        </p:spPr>
      </p:sp>
      <p:sp>
        <p:nvSpPr>
          <p:cNvPr id="565" name="p1_mastfm_ellipse_282">
            <a:extLst>
              <a:ext uri="{FF2B5EF4-FFF2-40B4-BE49-F238E27FC236}">
                <a16:creationId xmlns:a16="http://schemas.microsoft.com/office/drawing/2014/main" id="{28E4F63A-B17C-88FB-3E4D-34A5F83D82DE}"/>
              </a:ext>
            </a:extLst>
          </p:cNvPr>
          <p:cNvSpPr>
            <a:spLocks/>
          </p:cNvSpPr>
          <p:nvPr/>
        </p:nvSpPr>
        <p:spPr>
          <a:xfrm>
            <a:off x="5065154" y="5322592"/>
            <a:ext cx="26966" cy="26966"/>
          </a:xfrm>
          <a:prstGeom prst="ellipse">
            <a:avLst/>
          </a:prstGeom>
          <a:solidFill>
            <a:srgbClr val="8EA6D4"/>
          </a:solidFill>
          <a:ln w="0">
            <a:noFill/>
            <a:prstDash val="solid"/>
          </a:ln>
        </p:spPr>
      </p:sp>
      <p:sp>
        <p:nvSpPr>
          <p:cNvPr id="567" name="p1_mastfm_ellipse_283">
            <a:extLst>
              <a:ext uri="{FF2B5EF4-FFF2-40B4-BE49-F238E27FC236}">
                <a16:creationId xmlns:a16="http://schemas.microsoft.com/office/drawing/2014/main" id="{BFD95986-530F-A960-8129-F18860F48E1D}"/>
              </a:ext>
            </a:extLst>
          </p:cNvPr>
          <p:cNvSpPr>
            <a:spLocks/>
          </p:cNvSpPr>
          <p:nvPr/>
        </p:nvSpPr>
        <p:spPr>
          <a:xfrm>
            <a:off x="5130746" y="5378072"/>
            <a:ext cx="26966" cy="26966"/>
          </a:xfrm>
          <a:prstGeom prst="ellipse">
            <a:avLst/>
          </a:prstGeom>
          <a:solidFill>
            <a:srgbClr val="8EA6D4"/>
          </a:solidFill>
          <a:ln w="0">
            <a:noFill/>
            <a:prstDash val="solid"/>
          </a:ln>
        </p:spPr>
      </p:sp>
      <p:sp>
        <p:nvSpPr>
          <p:cNvPr id="569" name="p1_mastfm_ellipse_284">
            <a:extLst>
              <a:ext uri="{FF2B5EF4-FFF2-40B4-BE49-F238E27FC236}">
                <a16:creationId xmlns:a16="http://schemas.microsoft.com/office/drawing/2014/main" id="{44592E8B-2292-4121-C98E-C38E48ECB266}"/>
              </a:ext>
            </a:extLst>
          </p:cNvPr>
          <p:cNvSpPr>
            <a:spLocks/>
          </p:cNvSpPr>
          <p:nvPr/>
        </p:nvSpPr>
        <p:spPr>
          <a:xfrm>
            <a:off x="5196338" y="5311021"/>
            <a:ext cx="26966" cy="26966"/>
          </a:xfrm>
          <a:prstGeom prst="ellipse">
            <a:avLst/>
          </a:prstGeom>
          <a:solidFill>
            <a:srgbClr val="8EA6D4"/>
          </a:solidFill>
          <a:ln w="0">
            <a:noFill/>
            <a:prstDash val="solid"/>
          </a:ln>
        </p:spPr>
      </p:sp>
      <p:sp>
        <p:nvSpPr>
          <p:cNvPr id="571" name="p1_mastfm_ellipse_285">
            <a:extLst>
              <a:ext uri="{FF2B5EF4-FFF2-40B4-BE49-F238E27FC236}">
                <a16:creationId xmlns:a16="http://schemas.microsoft.com/office/drawing/2014/main" id="{D8600A8C-FC0A-3FDA-5C2E-9C68156DDD00}"/>
              </a:ext>
            </a:extLst>
          </p:cNvPr>
          <p:cNvSpPr>
            <a:spLocks/>
          </p:cNvSpPr>
          <p:nvPr/>
        </p:nvSpPr>
        <p:spPr>
          <a:xfrm>
            <a:off x="5261930" y="5311347"/>
            <a:ext cx="26966" cy="26966"/>
          </a:xfrm>
          <a:prstGeom prst="ellipse">
            <a:avLst/>
          </a:prstGeom>
          <a:solidFill>
            <a:srgbClr val="BB6197"/>
          </a:solidFill>
          <a:ln w="0">
            <a:noFill/>
            <a:prstDash val="solid"/>
          </a:ln>
        </p:spPr>
      </p:sp>
      <p:sp>
        <p:nvSpPr>
          <p:cNvPr id="573" name="p1_mastfm_ellipse_286">
            <a:extLst>
              <a:ext uri="{FF2B5EF4-FFF2-40B4-BE49-F238E27FC236}">
                <a16:creationId xmlns:a16="http://schemas.microsoft.com/office/drawing/2014/main" id="{E98C4DB9-2F0E-495A-3202-56DBA87BDC46}"/>
              </a:ext>
            </a:extLst>
          </p:cNvPr>
          <p:cNvSpPr>
            <a:spLocks/>
          </p:cNvSpPr>
          <p:nvPr/>
        </p:nvSpPr>
        <p:spPr>
          <a:xfrm>
            <a:off x="5327522" y="5378127"/>
            <a:ext cx="26966" cy="26966"/>
          </a:xfrm>
          <a:prstGeom prst="ellipse">
            <a:avLst/>
          </a:prstGeom>
          <a:solidFill>
            <a:srgbClr val="BB6197"/>
          </a:solidFill>
          <a:ln w="0">
            <a:noFill/>
            <a:prstDash val="solid"/>
          </a:ln>
        </p:spPr>
      </p:sp>
      <p:sp>
        <p:nvSpPr>
          <p:cNvPr id="575" name="p1_mastfm_ellipse_287">
            <a:extLst>
              <a:ext uri="{FF2B5EF4-FFF2-40B4-BE49-F238E27FC236}">
                <a16:creationId xmlns:a16="http://schemas.microsoft.com/office/drawing/2014/main" id="{4752D87E-F8C0-2A9D-2414-57298C56A347}"/>
              </a:ext>
            </a:extLst>
          </p:cNvPr>
          <p:cNvSpPr>
            <a:spLocks/>
          </p:cNvSpPr>
          <p:nvPr/>
        </p:nvSpPr>
        <p:spPr>
          <a:xfrm>
            <a:off x="5393114" y="5322220"/>
            <a:ext cx="26966" cy="26966"/>
          </a:xfrm>
          <a:prstGeom prst="ellipse">
            <a:avLst/>
          </a:prstGeom>
          <a:solidFill>
            <a:srgbClr val="BB6197"/>
          </a:solidFill>
          <a:ln w="0">
            <a:noFill/>
            <a:prstDash val="solid"/>
          </a:ln>
        </p:spPr>
      </p:sp>
      <p:sp>
        <p:nvSpPr>
          <p:cNvPr id="577" name="p1_mastfm_ellipse_288">
            <a:extLst>
              <a:ext uri="{FF2B5EF4-FFF2-40B4-BE49-F238E27FC236}">
                <a16:creationId xmlns:a16="http://schemas.microsoft.com/office/drawing/2014/main" id="{7289E7D1-C1B9-D696-EF36-270312E1C127}"/>
              </a:ext>
            </a:extLst>
          </p:cNvPr>
          <p:cNvSpPr>
            <a:spLocks/>
          </p:cNvSpPr>
          <p:nvPr/>
        </p:nvSpPr>
        <p:spPr>
          <a:xfrm>
            <a:off x="5458706" y="5301971"/>
            <a:ext cx="26966" cy="26966"/>
          </a:xfrm>
          <a:prstGeom prst="ellipse">
            <a:avLst/>
          </a:prstGeom>
          <a:solidFill>
            <a:srgbClr val="BB6197"/>
          </a:solidFill>
          <a:ln w="0">
            <a:noFill/>
            <a:prstDash val="solid"/>
          </a:ln>
        </p:spPr>
      </p:sp>
      <p:sp>
        <p:nvSpPr>
          <p:cNvPr id="579" name="p1_mastfm_ellipse_289">
            <a:extLst>
              <a:ext uri="{FF2B5EF4-FFF2-40B4-BE49-F238E27FC236}">
                <a16:creationId xmlns:a16="http://schemas.microsoft.com/office/drawing/2014/main" id="{4C3952FF-14BF-EFE9-ED3A-8667DE1EDA45}"/>
              </a:ext>
            </a:extLst>
          </p:cNvPr>
          <p:cNvSpPr>
            <a:spLocks/>
          </p:cNvSpPr>
          <p:nvPr/>
        </p:nvSpPr>
        <p:spPr>
          <a:xfrm>
            <a:off x="4912106" y="5552332"/>
            <a:ext cx="26966" cy="26966"/>
          </a:xfrm>
          <a:prstGeom prst="ellipse">
            <a:avLst/>
          </a:prstGeom>
          <a:solidFill>
            <a:srgbClr val="8EA6D4"/>
          </a:solidFill>
          <a:ln w="0">
            <a:noFill/>
            <a:prstDash val="solid"/>
          </a:ln>
        </p:spPr>
      </p:sp>
      <p:sp>
        <p:nvSpPr>
          <p:cNvPr id="581" name="p1_mastfm_ellipse_290">
            <a:extLst>
              <a:ext uri="{FF2B5EF4-FFF2-40B4-BE49-F238E27FC236}">
                <a16:creationId xmlns:a16="http://schemas.microsoft.com/office/drawing/2014/main" id="{F999632E-3A31-6CAB-06A9-B42207A05BC1}"/>
              </a:ext>
            </a:extLst>
          </p:cNvPr>
          <p:cNvSpPr>
            <a:spLocks/>
          </p:cNvSpPr>
          <p:nvPr/>
        </p:nvSpPr>
        <p:spPr>
          <a:xfrm>
            <a:off x="4977698" y="5504230"/>
            <a:ext cx="26966" cy="26966"/>
          </a:xfrm>
          <a:prstGeom prst="ellipse">
            <a:avLst/>
          </a:prstGeom>
          <a:solidFill>
            <a:srgbClr val="8EA6D4"/>
          </a:solidFill>
          <a:ln w="0">
            <a:noFill/>
            <a:prstDash val="solid"/>
          </a:ln>
        </p:spPr>
      </p:sp>
      <p:sp>
        <p:nvSpPr>
          <p:cNvPr id="583" name="p1_mastfm_ellipse_291">
            <a:extLst>
              <a:ext uri="{FF2B5EF4-FFF2-40B4-BE49-F238E27FC236}">
                <a16:creationId xmlns:a16="http://schemas.microsoft.com/office/drawing/2014/main" id="{0DA9A81F-F5EB-DEF8-5B0F-B35EDCD007F9}"/>
              </a:ext>
            </a:extLst>
          </p:cNvPr>
          <p:cNvSpPr>
            <a:spLocks/>
          </p:cNvSpPr>
          <p:nvPr/>
        </p:nvSpPr>
        <p:spPr>
          <a:xfrm>
            <a:off x="5043290" y="5574890"/>
            <a:ext cx="26966" cy="26966"/>
          </a:xfrm>
          <a:prstGeom prst="ellipse">
            <a:avLst/>
          </a:prstGeom>
          <a:solidFill>
            <a:srgbClr val="8EA6D4"/>
          </a:solidFill>
          <a:ln w="0">
            <a:noFill/>
            <a:prstDash val="solid"/>
          </a:ln>
        </p:spPr>
      </p:sp>
      <p:sp>
        <p:nvSpPr>
          <p:cNvPr id="585" name="p1_mastfm_ellipse_292">
            <a:extLst>
              <a:ext uri="{FF2B5EF4-FFF2-40B4-BE49-F238E27FC236}">
                <a16:creationId xmlns:a16="http://schemas.microsoft.com/office/drawing/2014/main" id="{6DF7FED7-DB81-3EBD-49CE-507C198458FD}"/>
              </a:ext>
            </a:extLst>
          </p:cNvPr>
          <p:cNvSpPr>
            <a:spLocks/>
          </p:cNvSpPr>
          <p:nvPr/>
        </p:nvSpPr>
        <p:spPr>
          <a:xfrm>
            <a:off x="5108882" y="5564183"/>
            <a:ext cx="26966" cy="26966"/>
          </a:xfrm>
          <a:prstGeom prst="ellipse">
            <a:avLst/>
          </a:prstGeom>
          <a:solidFill>
            <a:srgbClr val="8EA6D4"/>
          </a:solidFill>
          <a:ln w="0">
            <a:noFill/>
            <a:prstDash val="solid"/>
          </a:ln>
        </p:spPr>
      </p:sp>
      <p:sp>
        <p:nvSpPr>
          <p:cNvPr id="587" name="p1_mastfm_ellipse_293">
            <a:extLst>
              <a:ext uri="{FF2B5EF4-FFF2-40B4-BE49-F238E27FC236}">
                <a16:creationId xmlns:a16="http://schemas.microsoft.com/office/drawing/2014/main" id="{AC86A542-7504-365C-9121-22A728F4AA46}"/>
              </a:ext>
            </a:extLst>
          </p:cNvPr>
          <p:cNvSpPr>
            <a:spLocks/>
          </p:cNvSpPr>
          <p:nvPr/>
        </p:nvSpPr>
        <p:spPr>
          <a:xfrm>
            <a:off x="5174474" y="5502434"/>
            <a:ext cx="26966" cy="26966"/>
          </a:xfrm>
          <a:prstGeom prst="ellipse">
            <a:avLst/>
          </a:prstGeom>
          <a:solidFill>
            <a:srgbClr val="8EA6D4"/>
          </a:solidFill>
          <a:ln w="0">
            <a:noFill/>
            <a:prstDash val="solid"/>
          </a:ln>
        </p:spPr>
      </p:sp>
      <p:sp>
        <p:nvSpPr>
          <p:cNvPr id="589" name="p1_mastfm_ellipse_294">
            <a:extLst>
              <a:ext uri="{FF2B5EF4-FFF2-40B4-BE49-F238E27FC236}">
                <a16:creationId xmlns:a16="http://schemas.microsoft.com/office/drawing/2014/main" id="{7B90D3F3-6156-3FA2-942D-114C1BE7850B}"/>
              </a:ext>
            </a:extLst>
          </p:cNvPr>
          <p:cNvSpPr>
            <a:spLocks/>
          </p:cNvSpPr>
          <p:nvPr/>
        </p:nvSpPr>
        <p:spPr>
          <a:xfrm>
            <a:off x="5240066" y="5564535"/>
            <a:ext cx="26966" cy="26966"/>
          </a:xfrm>
          <a:prstGeom prst="ellipse">
            <a:avLst/>
          </a:prstGeom>
          <a:solidFill>
            <a:srgbClr val="BB6197"/>
          </a:solidFill>
          <a:ln w="0">
            <a:noFill/>
            <a:prstDash val="solid"/>
          </a:ln>
        </p:spPr>
      </p:sp>
      <p:sp>
        <p:nvSpPr>
          <p:cNvPr id="591" name="p1_mastfm_ellipse_295">
            <a:extLst>
              <a:ext uri="{FF2B5EF4-FFF2-40B4-BE49-F238E27FC236}">
                <a16:creationId xmlns:a16="http://schemas.microsoft.com/office/drawing/2014/main" id="{B559851A-2F5D-F507-00F1-4BE79E6B6BFA}"/>
              </a:ext>
            </a:extLst>
          </p:cNvPr>
          <p:cNvSpPr>
            <a:spLocks/>
          </p:cNvSpPr>
          <p:nvPr/>
        </p:nvSpPr>
        <p:spPr>
          <a:xfrm>
            <a:off x="5305658" y="5574597"/>
            <a:ext cx="26966" cy="26966"/>
          </a:xfrm>
          <a:prstGeom prst="ellipse">
            <a:avLst/>
          </a:prstGeom>
          <a:solidFill>
            <a:srgbClr val="BB6197"/>
          </a:solidFill>
          <a:ln w="0">
            <a:noFill/>
            <a:prstDash val="solid"/>
          </a:ln>
        </p:spPr>
      </p:sp>
      <p:sp>
        <p:nvSpPr>
          <p:cNvPr id="593" name="p1_mastfm_ellipse_296">
            <a:extLst>
              <a:ext uri="{FF2B5EF4-FFF2-40B4-BE49-F238E27FC236}">
                <a16:creationId xmlns:a16="http://schemas.microsoft.com/office/drawing/2014/main" id="{BB70169F-F5D7-B30D-058B-4C2E9F4C4A30}"/>
              </a:ext>
            </a:extLst>
          </p:cNvPr>
          <p:cNvSpPr>
            <a:spLocks/>
          </p:cNvSpPr>
          <p:nvPr/>
        </p:nvSpPr>
        <p:spPr>
          <a:xfrm>
            <a:off x="5371250" y="5504122"/>
            <a:ext cx="26966" cy="26966"/>
          </a:xfrm>
          <a:prstGeom prst="ellipse">
            <a:avLst/>
          </a:prstGeom>
          <a:solidFill>
            <a:srgbClr val="BB6197"/>
          </a:solidFill>
          <a:ln w="0">
            <a:noFill/>
            <a:prstDash val="solid"/>
          </a:ln>
        </p:spPr>
      </p:sp>
      <p:sp>
        <p:nvSpPr>
          <p:cNvPr id="595" name="p1_mastfm_ellipse_297">
            <a:extLst>
              <a:ext uri="{FF2B5EF4-FFF2-40B4-BE49-F238E27FC236}">
                <a16:creationId xmlns:a16="http://schemas.microsoft.com/office/drawing/2014/main" id="{08F811A6-2C48-8225-04E0-12FC13B819F7}"/>
              </a:ext>
            </a:extLst>
          </p:cNvPr>
          <p:cNvSpPr>
            <a:spLocks/>
          </p:cNvSpPr>
          <p:nvPr/>
        </p:nvSpPr>
        <p:spPr>
          <a:xfrm>
            <a:off x="5436842" y="5552715"/>
            <a:ext cx="26966" cy="26966"/>
          </a:xfrm>
          <a:prstGeom prst="ellipse">
            <a:avLst/>
          </a:prstGeom>
          <a:solidFill>
            <a:srgbClr val="BB6197"/>
          </a:solidFill>
          <a:ln w="0">
            <a:noFill/>
            <a:prstDash val="solid"/>
          </a:ln>
        </p:spPr>
      </p:sp>
      <p:sp>
        <p:nvSpPr>
          <p:cNvPr id="597" name="p1_mastfm_path_298">
            <a:extLst>
              <a:ext uri="{FF2B5EF4-FFF2-40B4-BE49-F238E27FC236}">
                <a16:creationId xmlns:a16="http://schemas.microsoft.com/office/drawing/2014/main" id="{94290944-429D-6E49-2327-08FD4360F7D7}"/>
              </a:ext>
            </a:extLst>
          </p:cNvPr>
          <p:cNvSpPr>
            <a:spLocks/>
          </p:cNvSpPr>
          <p:nvPr/>
        </p:nvSpPr>
        <p:spPr>
          <a:xfrm>
            <a:off x="2915197" y="5152610"/>
            <a:ext cx="102032" cy="729"/>
          </a:xfrm>
          <a:custGeom>
            <a:avLst/>
            <a:gdLst/>
            <a:ahLst/>
            <a:cxnLst/>
            <a:rect l="0" t="0" r="0" b="0"/>
            <a:pathLst>
              <a:path w="133350" h="953">
                <a:moveTo>
                  <a:pt x="0" y="0"/>
                </a:moveTo>
                <a:lnTo>
                  <a:pt x="133350" y="0"/>
                </a:lnTo>
              </a:path>
            </a:pathLst>
          </a:custGeom>
          <a:noFill/>
          <a:ln w="10932">
            <a:solidFill>
              <a:srgbClr val="394D93"/>
            </a:solidFill>
            <a:prstDash val="solid"/>
          </a:ln>
        </p:spPr>
      </p:sp>
      <p:sp>
        <p:nvSpPr>
          <p:cNvPr id="599" name="p1_mastfm_path_299">
            <a:extLst>
              <a:ext uri="{FF2B5EF4-FFF2-40B4-BE49-F238E27FC236}">
                <a16:creationId xmlns:a16="http://schemas.microsoft.com/office/drawing/2014/main" id="{7AFC9F8F-11F3-61FE-5E77-15AA6461F3B8}"/>
              </a:ext>
            </a:extLst>
          </p:cNvPr>
          <p:cNvSpPr>
            <a:spLocks/>
          </p:cNvSpPr>
          <p:nvPr/>
        </p:nvSpPr>
        <p:spPr>
          <a:xfrm>
            <a:off x="2929773" y="5114129"/>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601" name="p1_mastfm_path_300">
            <a:extLst>
              <a:ext uri="{FF2B5EF4-FFF2-40B4-BE49-F238E27FC236}">
                <a16:creationId xmlns:a16="http://schemas.microsoft.com/office/drawing/2014/main" id="{3355D263-CBDC-8707-958A-A9887E7F7D33}"/>
              </a:ext>
            </a:extLst>
          </p:cNvPr>
          <p:cNvSpPr>
            <a:spLocks/>
          </p:cNvSpPr>
          <p:nvPr/>
        </p:nvSpPr>
        <p:spPr>
          <a:xfrm>
            <a:off x="4365507" y="5152610"/>
            <a:ext cx="102032" cy="729"/>
          </a:xfrm>
          <a:custGeom>
            <a:avLst/>
            <a:gdLst/>
            <a:ahLst/>
            <a:cxnLst/>
            <a:rect l="0" t="0" r="0" b="0"/>
            <a:pathLst>
              <a:path w="133350" h="953">
                <a:moveTo>
                  <a:pt x="0" y="0"/>
                </a:moveTo>
                <a:lnTo>
                  <a:pt x="133350" y="0"/>
                </a:lnTo>
              </a:path>
            </a:pathLst>
          </a:custGeom>
          <a:noFill/>
          <a:ln w="10932">
            <a:solidFill>
              <a:srgbClr val="394D93"/>
            </a:solidFill>
            <a:prstDash val="solid"/>
          </a:ln>
        </p:spPr>
      </p:sp>
      <p:sp>
        <p:nvSpPr>
          <p:cNvPr id="603" name="p1_mastfm_path_301">
            <a:extLst>
              <a:ext uri="{FF2B5EF4-FFF2-40B4-BE49-F238E27FC236}">
                <a16:creationId xmlns:a16="http://schemas.microsoft.com/office/drawing/2014/main" id="{61978865-960D-1D2C-8F3F-1CD7424F88E8}"/>
              </a:ext>
            </a:extLst>
          </p:cNvPr>
          <p:cNvSpPr>
            <a:spLocks/>
          </p:cNvSpPr>
          <p:nvPr/>
        </p:nvSpPr>
        <p:spPr>
          <a:xfrm>
            <a:off x="4380083" y="5114129"/>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605" name="p1_timespeaks_rect_302">
            <a:extLst>
              <a:ext uri="{FF2B5EF4-FFF2-40B4-BE49-F238E27FC236}">
                <a16:creationId xmlns:a16="http://schemas.microsoft.com/office/drawing/2014/main" id="{BDCC6866-DEC3-E56A-8B29-31F46AAA7F90}"/>
              </a:ext>
            </a:extLst>
          </p:cNvPr>
          <p:cNvSpPr>
            <a:spLocks/>
          </p:cNvSpPr>
          <p:nvPr/>
        </p:nvSpPr>
        <p:spPr>
          <a:xfrm>
            <a:off x="6238521" y="3833484"/>
            <a:ext cx="5844969" cy="2332157"/>
          </a:xfrm>
          <a:prstGeom prst="roundRect">
            <a:avLst>
              <a:gd name="adj" fmla="val 3750"/>
            </a:avLst>
          </a:prstGeom>
          <a:gradFill>
            <a:gsLst>
              <a:gs pos="0">
                <a:srgbClr val="FEFEFF"/>
              </a:gs>
              <a:gs pos="100000">
                <a:srgbClr val="EDF0F8"/>
              </a:gs>
            </a:gsLst>
            <a:lin ang="5400000"/>
          </a:gradFill>
          <a:ln w="9839">
            <a:solidFill>
              <a:srgbClr val="172956"/>
            </a:solidFill>
            <a:prstDash val="solid"/>
          </a:ln>
        </p:spPr>
      </p:sp>
      <p:sp>
        <p:nvSpPr>
          <p:cNvPr id="607" name="p1_timespeaks_rect_303">
            <a:extLst>
              <a:ext uri="{FF2B5EF4-FFF2-40B4-BE49-F238E27FC236}">
                <a16:creationId xmlns:a16="http://schemas.microsoft.com/office/drawing/2014/main" id="{B9931834-9D78-BFC6-03FA-804B0B90A2C4}"/>
              </a:ext>
            </a:extLst>
          </p:cNvPr>
          <p:cNvSpPr>
            <a:spLocks/>
          </p:cNvSpPr>
          <p:nvPr/>
        </p:nvSpPr>
        <p:spPr>
          <a:xfrm>
            <a:off x="6340553" y="3920939"/>
            <a:ext cx="262368" cy="269656"/>
          </a:xfrm>
          <a:prstGeom prst="roundRect">
            <a:avLst>
              <a:gd name="adj" fmla="val 13889"/>
            </a:avLst>
          </a:prstGeom>
          <a:solidFill>
            <a:srgbClr val="DFE7F8"/>
          </a:solidFill>
          <a:ln w="0">
            <a:noFill/>
            <a:prstDash val="solid"/>
          </a:ln>
        </p:spPr>
      </p:sp>
      <p:sp>
        <p:nvSpPr>
          <p:cNvPr id="609" name="p1_timespeaks_rect_304">
            <a:extLst>
              <a:ext uri="{FF2B5EF4-FFF2-40B4-BE49-F238E27FC236}">
                <a16:creationId xmlns:a16="http://schemas.microsoft.com/office/drawing/2014/main" id="{B58C7D80-CDB9-08F1-685F-9BDB885D029B}"/>
              </a:ext>
            </a:extLst>
          </p:cNvPr>
          <p:cNvSpPr>
            <a:spLocks/>
          </p:cNvSpPr>
          <p:nvPr/>
        </p:nvSpPr>
        <p:spPr>
          <a:xfrm>
            <a:off x="6347841" y="4445675"/>
            <a:ext cx="2208261" cy="1377430"/>
          </a:xfrm>
          <a:prstGeom prst="roundRect">
            <a:avLst>
              <a:gd name="adj" fmla="val 3175"/>
            </a:avLst>
          </a:prstGeom>
          <a:solidFill>
            <a:srgbClr val="FFFFFF"/>
          </a:solidFill>
          <a:ln w="7288">
            <a:solidFill>
              <a:srgbClr val="C3CEE7"/>
            </a:solidFill>
            <a:prstDash val="solid"/>
          </a:ln>
        </p:spPr>
      </p:sp>
      <p:sp>
        <p:nvSpPr>
          <p:cNvPr id="611" name="p1_timespeaks_rect_305">
            <a:extLst>
              <a:ext uri="{FF2B5EF4-FFF2-40B4-BE49-F238E27FC236}">
                <a16:creationId xmlns:a16="http://schemas.microsoft.com/office/drawing/2014/main" id="{9AD12643-2C20-DD0D-1E57-A1B14153638C}"/>
              </a:ext>
            </a:extLst>
          </p:cNvPr>
          <p:cNvSpPr>
            <a:spLocks/>
          </p:cNvSpPr>
          <p:nvPr/>
        </p:nvSpPr>
        <p:spPr>
          <a:xfrm>
            <a:off x="6449872" y="4795498"/>
            <a:ext cx="233216" cy="233216"/>
          </a:xfrm>
          <a:prstGeom prst="roundRect">
            <a:avLst>
              <a:gd name="adj" fmla="val 12500"/>
            </a:avLst>
          </a:prstGeom>
          <a:solidFill>
            <a:srgbClr val="83B7DF"/>
          </a:solidFill>
          <a:ln w="5466">
            <a:solidFill>
              <a:srgbClr val="394D93"/>
            </a:solidFill>
            <a:prstDash val="solid"/>
          </a:ln>
        </p:spPr>
      </p:sp>
      <p:sp>
        <p:nvSpPr>
          <p:cNvPr id="613" name="p1_timespeaks_rect_306">
            <a:extLst>
              <a:ext uri="{FF2B5EF4-FFF2-40B4-BE49-F238E27FC236}">
                <a16:creationId xmlns:a16="http://schemas.microsoft.com/office/drawing/2014/main" id="{C52A771B-ADBA-DE30-24D1-6549316F935E}"/>
              </a:ext>
            </a:extLst>
          </p:cNvPr>
          <p:cNvSpPr>
            <a:spLocks/>
          </p:cNvSpPr>
          <p:nvPr/>
        </p:nvSpPr>
        <p:spPr>
          <a:xfrm>
            <a:off x="6763256" y="4795498"/>
            <a:ext cx="233216" cy="233216"/>
          </a:xfrm>
          <a:prstGeom prst="roundRect">
            <a:avLst>
              <a:gd name="adj" fmla="val 12500"/>
            </a:avLst>
          </a:prstGeom>
          <a:solidFill>
            <a:srgbClr val="BD709C"/>
          </a:solidFill>
          <a:ln w="5466">
            <a:solidFill>
              <a:srgbClr val="394D93"/>
            </a:solidFill>
            <a:prstDash val="solid"/>
          </a:ln>
        </p:spPr>
      </p:sp>
      <p:sp>
        <p:nvSpPr>
          <p:cNvPr id="615" name="p1_timespeaks_rect_307">
            <a:extLst>
              <a:ext uri="{FF2B5EF4-FFF2-40B4-BE49-F238E27FC236}">
                <a16:creationId xmlns:a16="http://schemas.microsoft.com/office/drawing/2014/main" id="{C8D9F060-7DA0-83F3-B3A5-CAB775C8F551}"/>
              </a:ext>
            </a:extLst>
          </p:cNvPr>
          <p:cNvSpPr>
            <a:spLocks/>
          </p:cNvSpPr>
          <p:nvPr/>
        </p:nvSpPr>
        <p:spPr>
          <a:xfrm>
            <a:off x="7076640" y="4795498"/>
            <a:ext cx="233216" cy="233216"/>
          </a:xfrm>
          <a:prstGeom prst="roundRect">
            <a:avLst>
              <a:gd name="adj" fmla="val 12500"/>
            </a:avLst>
          </a:prstGeom>
          <a:solidFill>
            <a:srgbClr val="83B7DF"/>
          </a:solidFill>
          <a:ln w="5466">
            <a:solidFill>
              <a:srgbClr val="394D93"/>
            </a:solidFill>
            <a:prstDash val="solid"/>
          </a:ln>
        </p:spPr>
      </p:sp>
      <p:sp>
        <p:nvSpPr>
          <p:cNvPr id="617" name="p1_timespeaks_rect_308">
            <a:extLst>
              <a:ext uri="{FF2B5EF4-FFF2-40B4-BE49-F238E27FC236}">
                <a16:creationId xmlns:a16="http://schemas.microsoft.com/office/drawing/2014/main" id="{8F56E2DF-AB19-E6A4-5008-D070CCF77816}"/>
              </a:ext>
            </a:extLst>
          </p:cNvPr>
          <p:cNvSpPr>
            <a:spLocks/>
          </p:cNvSpPr>
          <p:nvPr/>
        </p:nvSpPr>
        <p:spPr>
          <a:xfrm>
            <a:off x="7390023" y="4795498"/>
            <a:ext cx="233216" cy="233216"/>
          </a:xfrm>
          <a:prstGeom prst="roundRect">
            <a:avLst>
              <a:gd name="adj" fmla="val 12500"/>
            </a:avLst>
          </a:prstGeom>
          <a:solidFill>
            <a:srgbClr val="BD709C"/>
          </a:solidFill>
          <a:ln w="5466">
            <a:solidFill>
              <a:srgbClr val="394D93"/>
            </a:solidFill>
            <a:prstDash val="solid"/>
          </a:ln>
        </p:spPr>
      </p:sp>
      <p:sp>
        <p:nvSpPr>
          <p:cNvPr id="619" name="p1_timespeaks_rect_309">
            <a:extLst>
              <a:ext uri="{FF2B5EF4-FFF2-40B4-BE49-F238E27FC236}">
                <a16:creationId xmlns:a16="http://schemas.microsoft.com/office/drawing/2014/main" id="{A706B88F-3B3A-8898-1CDF-F673837A2B20}"/>
              </a:ext>
            </a:extLst>
          </p:cNvPr>
          <p:cNvSpPr>
            <a:spLocks/>
          </p:cNvSpPr>
          <p:nvPr/>
        </p:nvSpPr>
        <p:spPr>
          <a:xfrm>
            <a:off x="7703407" y="4795498"/>
            <a:ext cx="233216" cy="233216"/>
          </a:xfrm>
          <a:prstGeom prst="roundRect">
            <a:avLst>
              <a:gd name="adj" fmla="val 12500"/>
            </a:avLst>
          </a:prstGeom>
          <a:solidFill>
            <a:srgbClr val="B8BFCC"/>
          </a:solidFill>
          <a:ln w="5466">
            <a:solidFill>
              <a:srgbClr val="394D93"/>
            </a:solidFill>
            <a:prstDash val="solid"/>
          </a:ln>
        </p:spPr>
      </p:sp>
      <p:sp>
        <p:nvSpPr>
          <p:cNvPr id="621" name="p1_timespeaks_rect_310">
            <a:extLst>
              <a:ext uri="{FF2B5EF4-FFF2-40B4-BE49-F238E27FC236}">
                <a16:creationId xmlns:a16="http://schemas.microsoft.com/office/drawing/2014/main" id="{1A6562EB-CA24-6ED5-9B40-E2D90D4A84EB}"/>
              </a:ext>
            </a:extLst>
          </p:cNvPr>
          <p:cNvSpPr>
            <a:spLocks/>
          </p:cNvSpPr>
          <p:nvPr/>
        </p:nvSpPr>
        <p:spPr>
          <a:xfrm>
            <a:off x="8016791" y="4795498"/>
            <a:ext cx="233216" cy="233216"/>
          </a:xfrm>
          <a:prstGeom prst="roundRect">
            <a:avLst>
              <a:gd name="adj" fmla="val 12500"/>
            </a:avLst>
          </a:prstGeom>
          <a:solidFill>
            <a:srgbClr val="83B7DF"/>
          </a:solidFill>
          <a:ln w="5466">
            <a:solidFill>
              <a:srgbClr val="394D93"/>
            </a:solidFill>
            <a:prstDash val="solid"/>
          </a:ln>
        </p:spPr>
      </p:sp>
      <p:sp>
        <p:nvSpPr>
          <p:cNvPr id="623" name="p1_timespeaks_path_311">
            <a:extLst>
              <a:ext uri="{FF2B5EF4-FFF2-40B4-BE49-F238E27FC236}">
                <a16:creationId xmlns:a16="http://schemas.microsoft.com/office/drawing/2014/main" id="{BD0B8A31-5B50-D244-FFB3-F67391A64F26}"/>
              </a:ext>
            </a:extLst>
          </p:cNvPr>
          <p:cNvSpPr>
            <a:spLocks/>
          </p:cNvSpPr>
          <p:nvPr/>
        </p:nvSpPr>
        <p:spPr>
          <a:xfrm>
            <a:off x="6464448" y="5520178"/>
            <a:ext cx="1982334" cy="126481"/>
          </a:xfrm>
          <a:custGeom>
            <a:avLst/>
            <a:gdLst/>
            <a:ahLst/>
            <a:cxnLst/>
            <a:rect l="0" t="0" r="0" b="0"/>
            <a:pathLst>
              <a:path w="2590800" h="165303">
                <a:moveTo>
                  <a:pt x="0" y="60874"/>
                </a:moveTo>
                <a:lnTo>
                  <a:pt x="26170" y="88008"/>
                </a:lnTo>
                <a:lnTo>
                  <a:pt x="52339" y="79696"/>
                </a:lnTo>
                <a:lnTo>
                  <a:pt x="78509" y="158818"/>
                </a:lnTo>
                <a:lnTo>
                  <a:pt x="104679" y="84154"/>
                </a:lnTo>
                <a:lnTo>
                  <a:pt x="130848" y="77473"/>
                </a:lnTo>
                <a:lnTo>
                  <a:pt x="157018" y="146218"/>
                </a:lnTo>
                <a:lnTo>
                  <a:pt x="183188" y="111299"/>
                </a:lnTo>
                <a:lnTo>
                  <a:pt x="209358" y="94836"/>
                </a:lnTo>
                <a:lnTo>
                  <a:pt x="235527" y="56579"/>
                </a:lnTo>
                <a:lnTo>
                  <a:pt x="261697" y="20016"/>
                </a:lnTo>
                <a:lnTo>
                  <a:pt x="287867" y="0"/>
                </a:lnTo>
                <a:lnTo>
                  <a:pt x="314036" y="73990"/>
                </a:lnTo>
                <a:lnTo>
                  <a:pt x="340206" y="36040"/>
                </a:lnTo>
                <a:lnTo>
                  <a:pt x="366376" y="97126"/>
                </a:lnTo>
                <a:lnTo>
                  <a:pt x="392545" y="80054"/>
                </a:lnTo>
                <a:lnTo>
                  <a:pt x="418715" y="143491"/>
                </a:lnTo>
                <a:lnTo>
                  <a:pt x="444885" y="147413"/>
                </a:lnTo>
                <a:lnTo>
                  <a:pt x="471055" y="126826"/>
                </a:lnTo>
                <a:lnTo>
                  <a:pt x="497224" y="145813"/>
                </a:lnTo>
                <a:lnTo>
                  <a:pt x="523394" y="69274"/>
                </a:lnTo>
                <a:lnTo>
                  <a:pt x="549564" y="109964"/>
                </a:lnTo>
                <a:lnTo>
                  <a:pt x="575733" y="50246"/>
                </a:lnTo>
                <a:lnTo>
                  <a:pt x="601903" y="76024"/>
                </a:lnTo>
                <a:lnTo>
                  <a:pt x="628073" y="5016"/>
                </a:lnTo>
                <a:lnTo>
                  <a:pt x="654242" y="23063"/>
                </a:lnTo>
                <a:lnTo>
                  <a:pt x="680412" y="30801"/>
                </a:lnTo>
                <a:lnTo>
                  <a:pt x="706582" y="68027"/>
                </a:lnTo>
                <a:lnTo>
                  <a:pt x="732752" y="107826"/>
                </a:lnTo>
                <a:lnTo>
                  <a:pt x="758921" y="51222"/>
                </a:lnTo>
                <a:lnTo>
                  <a:pt x="785091" y="85613"/>
                </a:lnTo>
                <a:lnTo>
                  <a:pt x="811261" y="97316"/>
                </a:lnTo>
                <a:lnTo>
                  <a:pt x="837430" y="90368"/>
                </a:lnTo>
                <a:lnTo>
                  <a:pt x="863600" y="165303"/>
                </a:lnTo>
                <a:lnTo>
                  <a:pt x="889770" y="115979"/>
                </a:lnTo>
                <a:lnTo>
                  <a:pt x="915939" y="145136"/>
                </a:lnTo>
                <a:lnTo>
                  <a:pt x="942109" y="105268"/>
                </a:lnTo>
                <a:lnTo>
                  <a:pt x="968279" y="35138"/>
                </a:lnTo>
                <a:lnTo>
                  <a:pt x="994448" y="54745"/>
                </a:lnTo>
                <a:lnTo>
                  <a:pt x="1020618" y="47256"/>
                </a:lnTo>
                <a:lnTo>
                  <a:pt x="1046788" y="9440"/>
                </a:lnTo>
                <a:lnTo>
                  <a:pt x="1072958" y="32259"/>
                </a:lnTo>
                <a:lnTo>
                  <a:pt x="1099127" y="69091"/>
                </a:lnTo>
                <a:lnTo>
                  <a:pt x="1125297" y="95692"/>
                </a:lnTo>
                <a:lnTo>
                  <a:pt x="1151467" y="102987"/>
                </a:lnTo>
                <a:lnTo>
                  <a:pt x="1177636" y="77579"/>
                </a:lnTo>
                <a:lnTo>
                  <a:pt x="1203806" y="127775"/>
                </a:lnTo>
                <a:lnTo>
                  <a:pt x="1229976" y="137321"/>
                </a:lnTo>
                <a:lnTo>
                  <a:pt x="1256145" y="113337"/>
                </a:lnTo>
                <a:lnTo>
                  <a:pt x="1282315" y="114158"/>
                </a:lnTo>
                <a:lnTo>
                  <a:pt x="1308485" y="108731"/>
                </a:lnTo>
                <a:lnTo>
                  <a:pt x="1334655" y="66607"/>
                </a:lnTo>
                <a:lnTo>
                  <a:pt x="1360824" y="69029"/>
                </a:lnTo>
                <a:lnTo>
                  <a:pt x="1386994" y="6161"/>
                </a:lnTo>
                <a:lnTo>
                  <a:pt x="1413164" y="83284"/>
                </a:lnTo>
                <a:lnTo>
                  <a:pt x="1439333" y="51131"/>
                </a:lnTo>
                <a:lnTo>
                  <a:pt x="1465503" y="29617"/>
                </a:lnTo>
                <a:lnTo>
                  <a:pt x="1491673" y="82270"/>
                </a:lnTo>
                <a:lnTo>
                  <a:pt x="1517842" y="78567"/>
                </a:lnTo>
                <a:lnTo>
                  <a:pt x="1544012" y="95220"/>
                </a:lnTo>
                <a:lnTo>
                  <a:pt x="1570182" y="86451"/>
                </a:lnTo>
                <a:lnTo>
                  <a:pt x="1596352" y="152405"/>
                </a:lnTo>
                <a:lnTo>
                  <a:pt x="1622521" y="91291"/>
                </a:lnTo>
                <a:lnTo>
                  <a:pt x="1648691" y="135391"/>
                </a:lnTo>
                <a:lnTo>
                  <a:pt x="1674861" y="101873"/>
                </a:lnTo>
                <a:lnTo>
                  <a:pt x="1701030" y="97404"/>
                </a:lnTo>
                <a:lnTo>
                  <a:pt x="1727200" y="108648"/>
                </a:lnTo>
                <a:lnTo>
                  <a:pt x="1753370" y="60288"/>
                </a:lnTo>
                <a:lnTo>
                  <a:pt x="1779539" y="44790"/>
                </a:lnTo>
                <a:lnTo>
                  <a:pt x="1805709" y="78933"/>
                </a:lnTo>
                <a:lnTo>
                  <a:pt x="1831879" y="66132"/>
                </a:lnTo>
                <a:lnTo>
                  <a:pt x="1858048" y="50193"/>
                </a:lnTo>
                <a:lnTo>
                  <a:pt x="1884218" y="59197"/>
                </a:lnTo>
                <a:lnTo>
                  <a:pt x="1910388" y="130285"/>
                </a:lnTo>
                <a:lnTo>
                  <a:pt x="1936558" y="108385"/>
                </a:lnTo>
                <a:lnTo>
                  <a:pt x="1962727" y="91999"/>
                </a:lnTo>
                <a:lnTo>
                  <a:pt x="1988897" y="146780"/>
                </a:lnTo>
                <a:lnTo>
                  <a:pt x="2015067" y="108211"/>
                </a:lnTo>
                <a:lnTo>
                  <a:pt x="2041236" y="79574"/>
                </a:lnTo>
                <a:lnTo>
                  <a:pt x="2067406" y="55587"/>
                </a:lnTo>
                <a:lnTo>
                  <a:pt x="2093576" y="98939"/>
                </a:lnTo>
                <a:lnTo>
                  <a:pt x="2119745" y="31154"/>
                </a:lnTo>
                <a:lnTo>
                  <a:pt x="2145915" y="62558"/>
                </a:lnTo>
                <a:lnTo>
                  <a:pt x="2172085" y="67397"/>
                </a:lnTo>
                <a:lnTo>
                  <a:pt x="2198255" y="24984"/>
                </a:lnTo>
                <a:lnTo>
                  <a:pt x="2224424" y="63779"/>
                </a:lnTo>
                <a:lnTo>
                  <a:pt x="2250594" y="29127"/>
                </a:lnTo>
                <a:lnTo>
                  <a:pt x="2276764" y="98561"/>
                </a:lnTo>
                <a:lnTo>
                  <a:pt x="2302933" y="128573"/>
                </a:lnTo>
                <a:lnTo>
                  <a:pt x="2329103" y="123103"/>
                </a:lnTo>
                <a:lnTo>
                  <a:pt x="2355273" y="152034"/>
                </a:lnTo>
                <a:lnTo>
                  <a:pt x="2381442" y="113419"/>
                </a:lnTo>
                <a:lnTo>
                  <a:pt x="2407612" y="143874"/>
                </a:lnTo>
                <a:lnTo>
                  <a:pt x="2433782" y="115821"/>
                </a:lnTo>
                <a:lnTo>
                  <a:pt x="2459952" y="95135"/>
                </a:lnTo>
                <a:lnTo>
                  <a:pt x="2486121" y="44319"/>
                </a:lnTo>
                <a:lnTo>
                  <a:pt x="2512291" y="88844"/>
                </a:lnTo>
                <a:lnTo>
                  <a:pt x="2538461" y="8865"/>
                </a:lnTo>
                <a:lnTo>
                  <a:pt x="2564630" y="32216"/>
                </a:lnTo>
                <a:lnTo>
                  <a:pt x="2590800" y="56770"/>
                </a:lnTo>
              </a:path>
            </a:pathLst>
          </a:custGeom>
          <a:noFill/>
          <a:ln w="13847">
            <a:solidFill>
              <a:srgbClr val="394D93"/>
            </a:solidFill>
            <a:prstDash val="solid"/>
          </a:ln>
        </p:spPr>
      </p:sp>
      <p:sp>
        <p:nvSpPr>
          <p:cNvPr id="625" name="p1_timespeaks_rect_312">
            <a:extLst>
              <a:ext uri="{FF2B5EF4-FFF2-40B4-BE49-F238E27FC236}">
                <a16:creationId xmlns:a16="http://schemas.microsoft.com/office/drawing/2014/main" id="{2C3AB8CB-33BC-2DA7-FB26-653E1CC6D6AB}"/>
              </a:ext>
            </a:extLst>
          </p:cNvPr>
          <p:cNvSpPr>
            <a:spLocks/>
          </p:cNvSpPr>
          <p:nvPr/>
        </p:nvSpPr>
        <p:spPr>
          <a:xfrm>
            <a:off x="8709150" y="4445675"/>
            <a:ext cx="1144215" cy="1377430"/>
          </a:xfrm>
          <a:prstGeom prst="roundRect">
            <a:avLst>
              <a:gd name="adj" fmla="val 3822"/>
            </a:avLst>
          </a:prstGeom>
          <a:solidFill>
            <a:srgbClr val="FFFFFF"/>
          </a:solidFill>
          <a:ln w="7288">
            <a:solidFill>
              <a:srgbClr val="C3CEE7"/>
            </a:solidFill>
            <a:prstDash val="solid"/>
          </a:ln>
        </p:spPr>
      </p:sp>
      <p:sp>
        <p:nvSpPr>
          <p:cNvPr id="627" name="p1_timespeaks_rect_313">
            <a:extLst>
              <a:ext uri="{FF2B5EF4-FFF2-40B4-BE49-F238E27FC236}">
                <a16:creationId xmlns:a16="http://schemas.microsoft.com/office/drawing/2014/main" id="{DE6408D3-B226-87D6-54C5-35DB33644807}"/>
              </a:ext>
            </a:extLst>
          </p:cNvPr>
          <p:cNvSpPr>
            <a:spLocks/>
          </p:cNvSpPr>
          <p:nvPr/>
        </p:nvSpPr>
        <p:spPr>
          <a:xfrm>
            <a:off x="8796606" y="4868378"/>
            <a:ext cx="969303" cy="473719"/>
          </a:xfrm>
          <a:prstGeom prst="roundRect">
            <a:avLst>
              <a:gd name="adj" fmla="val 9231"/>
            </a:avLst>
          </a:prstGeom>
          <a:gradFill>
            <a:gsLst>
              <a:gs pos="0">
                <a:srgbClr val="FFFDFE"/>
              </a:gs>
              <a:gs pos="100000">
                <a:srgbClr val="F7EAF2"/>
              </a:gs>
            </a:gsLst>
            <a:lin ang="5400000"/>
          </a:gradFill>
          <a:ln w="8017">
            <a:solidFill>
              <a:srgbClr val="9C3E76"/>
            </a:solidFill>
            <a:prstDash val="solid"/>
          </a:ln>
        </p:spPr>
      </p:sp>
      <p:sp>
        <p:nvSpPr>
          <p:cNvPr id="629" name="p1_timespeaks_rect_314">
            <a:extLst>
              <a:ext uri="{FF2B5EF4-FFF2-40B4-BE49-F238E27FC236}">
                <a16:creationId xmlns:a16="http://schemas.microsoft.com/office/drawing/2014/main" id="{487B78BE-3B47-C054-094D-D5D0ED3D46DA}"/>
              </a:ext>
            </a:extLst>
          </p:cNvPr>
          <p:cNvSpPr>
            <a:spLocks/>
          </p:cNvSpPr>
          <p:nvPr/>
        </p:nvSpPr>
        <p:spPr>
          <a:xfrm>
            <a:off x="10013700" y="4445675"/>
            <a:ext cx="1953182" cy="1377430"/>
          </a:xfrm>
          <a:prstGeom prst="roundRect">
            <a:avLst>
              <a:gd name="adj" fmla="val 3175"/>
            </a:avLst>
          </a:prstGeom>
          <a:solidFill>
            <a:srgbClr val="FFFFFF"/>
          </a:solidFill>
          <a:ln w="7288">
            <a:solidFill>
              <a:srgbClr val="C3CEE7"/>
            </a:solidFill>
            <a:prstDash val="solid"/>
          </a:ln>
        </p:spPr>
      </p:sp>
      <p:sp>
        <p:nvSpPr>
          <p:cNvPr id="631" name="p1_timespeaks_rect_315">
            <a:extLst>
              <a:ext uri="{FF2B5EF4-FFF2-40B4-BE49-F238E27FC236}">
                <a16:creationId xmlns:a16="http://schemas.microsoft.com/office/drawing/2014/main" id="{7CF58906-2EA0-D85E-0DAC-8F9D10D2817B}"/>
              </a:ext>
            </a:extLst>
          </p:cNvPr>
          <p:cNvSpPr>
            <a:spLocks/>
          </p:cNvSpPr>
          <p:nvPr/>
        </p:nvSpPr>
        <p:spPr>
          <a:xfrm>
            <a:off x="10123020" y="4810074"/>
            <a:ext cx="247792" cy="247792"/>
          </a:xfrm>
          <a:prstGeom prst="roundRect">
            <a:avLst>
              <a:gd name="adj" fmla="val 11765"/>
            </a:avLst>
          </a:prstGeom>
          <a:solidFill>
            <a:srgbClr val="BD709C"/>
          </a:solidFill>
          <a:ln w="5466">
            <a:solidFill>
              <a:srgbClr val="394D93"/>
            </a:solidFill>
            <a:prstDash val="solid"/>
          </a:ln>
        </p:spPr>
      </p:sp>
      <p:sp>
        <p:nvSpPr>
          <p:cNvPr id="633" name="p1_timespeaks_rect_316">
            <a:extLst>
              <a:ext uri="{FF2B5EF4-FFF2-40B4-BE49-F238E27FC236}">
                <a16:creationId xmlns:a16="http://schemas.microsoft.com/office/drawing/2014/main" id="{D4957EA9-D646-FEC2-F9D7-4072F87D355C}"/>
              </a:ext>
            </a:extLst>
          </p:cNvPr>
          <p:cNvSpPr>
            <a:spLocks/>
          </p:cNvSpPr>
          <p:nvPr/>
        </p:nvSpPr>
        <p:spPr>
          <a:xfrm>
            <a:off x="10458268" y="4810074"/>
            <a:ext cx="247792" cy="247792"/>
          </a:xfrm>
          <a:prstGeom prst="roundRect">
            <a:avLst>
              <a:gd name="adj" fmla="val 11765"/>
            </a:avLst>
          </a:prstGeom>
          <a:solidFill>
            <a:srgbClr val="BD709C"/>
          </a:solidFill>
          <a:ln w="5466">
            <a:solidFill>
              <a:srgbClr val="394D93"/>
            </a:solidFill>
            <a:prstDash val="solid"/>
          </a:ln>
        </p:spPr>
      </p:sp>
      <p:sp>
        <p:nvSpPr>
          <p:cNvPr id="635" name="p1_timespeaks_rect_317">
            <a:extLst>
              <a:ext uri="{FF2B5EF4-FFF2-40B4-BE49-F238E27FC236}">
                <a16:creationId xmlns:a16="http://schemas.microsoft.com/office/drawing/2014/main" id="{B885653E-F3D3-163F-679A-AAE299B439A6}"/>
              </a:ext>
            </a:extLst>
          </p:cNvPr>
          <p:cNvSpPr>
            <a:spLocks/>
          </p:cNvSpPr>
          <p:nvPr/>
        </p:nvSpPr>
        <p:spPr>
          <a:xfrm>
            <a:off x="10793515" y="4810074"/>
            <a:ext cx="247792" cy="247792"/>
          </a:xfrm>
          <a:prstGeom prst="roundRect">
            <a:avLst>
              <a:gd name="adj" fmla="val 11765"/>
            </a:avLst>
          </a:prstGeom>
          <a:solidFill>
            <a:srgbClr val="83B7DF"/>
          </a:solidFill>
          <a:ln w="5466">
            <a:solidFill>
              <a:srgbClr val="394D93"/>
            </a:solidFill>
            <a:prstDash val="solid"/>
          </a:ln>
        </p:spPr>
      </p:sp>
      <p:sp>
        <p:nvSpPr>
          <p:cNvPr id="637" name="p1_timespeaks_rect_318">
            <a:extLst>
              <a:ext uri="{FF2B5EF4-FFF2-40B4-BE49-F238E27FC236}">
                <a16:creationId xmlns:a16="http://schemas.microsoft.com/office/drawing/2014/main" id="{41BB18C2-9AA4-9C91-13CF-0CD8781E5D7C}"/>
              </a:ext>
            </a:extLst>
          </p:cNvPr>
          <p:cNvSpPr>
            <a:spLocks/>
          </p:cNvSpPr>
          <p:nvPr/>
        </p:nvSpPr>
        <p:spPr>
          <a:xfrm>
            <a:off x="11128763" y="4810074"/>
            <a:ext cx="247792" cy="247792"/>
          </a:xfrm>
          <a:prstGeom prst="roundRect">
            <a:avLst>
              <a:gd name="adj" fmla="val 11765"/>
            </a:avLst>
          </a:prstGeom>
          <a:solidFill>
            <a:srgbClr val="83B7DF"/>
          </a:solidFill>
          <a:ln w="5466">
            <a:solidFill>
              <a:srgbClr val="394D93"/>
            </a:solidFill>
            <a:prstDash val="solid"/>
          </a:ln>
        </p:spPr>
      </p:sp>
      <p:sp>
        <p:nvSpPr>
          <p:cNvPr id="639" name="p1_timespeaks_rect_319">
            <a:extLst>
              <a:ext uri="{FF2B5EF4-FFF2-40B4-BE49-F238E27FC236}">
                <a16:creationId xmlns:a16="http://schemas.microsoft.com/office/drawing/2014/main" id="{B5B5359F-4D66-A1CF-BC35-BC3FF55BC8CE}"/>
              </a:ext>
            </a:extLst>
          </p:cNvPr>
          <p:cNvSpPr>
            <a:spLocks/>
          </p:cNvSpPr>
          <p:nvPr/>
        </p:nvSpPr>
        <p:spPr>
          <a:xfrm>
            <a:off x="11464011" y="4810074"/>
            <a:ext cx="247792" cy="247792"/>
          </a:xfrm>
          <a:prstGeom prst="roundRect">
            <a:avLst>
              <a:gd name="adj" fmla="val 11765"/>
            </a:avLst>
          </a:prstGeom>
          <a:solidFill>
            <a:srgbClr val="B8BFCC"/>
          </a:solidFill>
          <a:ln w="5466">
            <a:solidFill>
              <a:srgbClr val="394D93"/>
            </a:solidFill>
            <a:prstDash val="solid"/>
          </a:ln>
        </p:spPr>
      </p:sp>
      <p:sp>
        <p:nvSpPr>
          <p:cNvPr id="641" name="p1_timespeaks_path_320">
            <a:extLst>
              <a:ext uri="{FF2B5EF4-FFF2-40B4-BE49-F238E27FC236}">
                <a16:creationId xmlns:a16="http://schemas.microsoft.com/office/drawing/2014/main" id="{212DDBAC-5B48-3DB0-40CC-F4FFFE370EEA}"/>
              </a:ext>
            </a:extLst>
          </p:cNvPr>
          <p:cNvSpPr>
            <a:spLocks/>
          </p:cNvSpPr>
          <p:nvPr/>
        </p:nvSpPr>
        <p:spPr>
          <a:xfrm>
            <a:off x="8585254" y="5145322"/>
            <a:ext cx="94744" cy="729"/>
          </a:xfrm>
          <a:custGeom>
            <a:avLst/>
            <a:gdLst/>
            <a:ahLst/>
            <a:cxnLst/>
            <a:rect l="0" t="0" r="0" b="0"/>
            <a:pathLst>
              <a:path w="123825" h="953">
                <a:moveTo>
                  <a:pt x="0" y="0"/>
                </a:moveTo>
                <a:lnTo>
                  <a:pt x="123825" y="0"/>
                </a:lnTo>
              </a:path>
            </a:pathLst>
          </a:custGeom>
          <a:noFill/>
          <a:ln w="10932">
            <a:solidFill>
              <a:srgbClr val="394D93"/>
            </a:solidFill>
            <a:prstDash val="solid"/>
          </a:ln>
        </p:spPr>
      </p:sp>
      <p:sp>
        <p:nvSpPr>
          <p:cNvPr id="643" name="p1_timespeaks_path_321">
            <a:extLst>
              <a:ext uri="{FF2B5EF4-FFF2-40B4-BE49-F238E27FC236}">
                <a16:creationId xmlns:a16="http://schemas.microsoft.com/office/drawing/2014/main" id="{5E893610-E1BD-E433-43DD-36C14FB9226B}"/>
              </a:ext>
            </a:extLst>
          </p:cNvPr>
          <p:cNvSpPr>
            <a:spLocks/>
          </p:cNvSpPr>
          <p:nvPr/>
        </p:nvSpPr>
        <p:spPr>
          <a:xfrm>
            <a:off x="8592542" y="510684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645" name="p1_timespeaks_path_322">
            <a:extLst>
              <a:ext uri="{FF2B5EF4-FFF2-40B4-BE49-F238E27FC236}">
                <a16:creationId xmlns:a16="http://schemas.microsoft.com/office/drawing/2014/main" id="{C5DC85EB-9B52-D7E3-DF9E-82D4FBD5870D}"/>
              </a:ext>
            </a:extLst>
          </p:cNvPr>
          <p:cNvSpPr>
            <a:spLocks/>
          </p:cNvSpPr>
          <p:nvPr/>
        </p:nvSpPr>
        <p:spPr>
          <a:xfrm>
            <a:off x="9882516" y="5145322"/>
            <a:ext cx="102032" cy="729"/>
          </a:xfrm>
          <a:custGeom>
            <a:avLst/>
            <a:gdLst/>
            <a:ahLst/>
            <a:cxnLst/>
            <a:rect l="0" t="0" r="0" b="0"/>
            <a:pathLst>
              <a:path w="133350" h="953">
                <a:moveTo>
                  <a:pt x="0" y="0"/>
                </a:moveTo>
                <a:lnTo>
                  <a:pt x="133350" y="0"/>
                </a:lnTo>
              </a:path>
            </a:pathLst>
          </a:custGeom>
          <a:noFill/>
          <a:ln w="10932">
            <a:solidFill>
              <a:srgbClr val="394D93"/>
            </a:solidFill>
            <a:prstDash val="solid"/>
          </a:ln>
        </p:spPr>
      </p:sp>
      <p:sp>
        <p:nvSpPr>
          <p:cNvPr id="647" name="p1_timespeaks_path_323">
            <a:extLst>
              <a:ext uri="{FF2B5EF4-FFF2-40B4-BE49-F238E27FC236}">
                <a16:creationId xmlns:a16="http://schemas.microsoft.com/office/drawing/2014/main" id="{ED08C12D-06B8-F890-FC11-10274219F7F7}"/>
              </a:ext>
            </a:extLst>
          </p:cNvPr>
          <p:cNvSpPr>
            <a:spLocks/>
          </p:cNvSpPr>
          <p:nvPr/>
        </p:nvSpPr>
        <p:spPr>
          <a:xfrm>
            <a:off x="9897092" y="510684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649" name="p1_information_frontier_rect_324">
            <a:extLst>
              <a:ext uri="{FF2B5EF4-FFF2-40B4-BE49-F238E27FC236}">
                <a16:creationId xmlns:a16="http://schemas.microsoft.com/office/drawing/2014/main" id="{A573D2EF-403F-A29F-E298-0E51BB204447}"/>
              </a:ext>
            </a:extLst>
          </p:cNvPr>
          <p:cNvSpPr>
            <a:spLocks/>
          </p:cNvSpPr>
          <p:nvPr/>
        </p:nvSpPr>
        <p:spPr>
          <a:xfrm>
            <a:off x="102032" y="6253097"/>
            <a:ext cx="11981458" cy="532023"/>
          </a:xfrm>
          <a:prstGeom prst="roundRect">
            <a:avLst>
              <a:gd name="adj" fmla="val 13699"/>
            </a:avLst>
          </a:prstGeom>
          <a:gradFill>
            <a:gsLst>
              <a:gs pos="0">
                <a:srgbClr val="FFFDFE"/>
              </a:gs>
              <a:gs pos="100000">
                <a:srgbClr val="F7EAF2"/>
              </a:gs>
            </a:gsLst>
            <a:lin ang="5400000"/>
          </a:gradFill>
          <a:ln w="8746">
            <a:solidFill>
              <a:srgbClr val="9C3E76"/>
            </a:solidFill>
            <a:prstDash val="solid"/>
          </a:ln>
        </p:spPr>
      </p:sp>
      <p:sp>
        <p:nvSpPr>
          <p:cNvPr id="651" name="p1_label_1">
            <a:extLst>
              <a:ext uri="{FF2B5EF4-FFF2-40B4-BE49-F238E27FC236}">
                <a16:creationId xmlns:a16="http://schemas.microsoft.com/office/drawing/2014/main" id="{73356559-D653-4E90-B43D-5369AA93B64E}"/>
              </a:ext>
            </a:extLst>
          </p:cNvPr>
          <p:cNvSpPr>
            <a:spLocks/>
          </p:cNvSpPr>
          <p:nvPr/>
        </p:nvSpPr>
        <p:spPr>
          <a:xfrm>
            <a:off x="174912" y="51016"/>
            <a:ext cx="10246916" cy="429991"/>
          </a:xfrm>
          <a:prstGeom prst="rect">
            <a:avLst/>
          </a:prstGeom>
          <a:noFill/>
          <a:ln w="0">
            <a:noFill/>
          </a:ln>
        </p:spPr>
        <p:txBody>
          <a:bodyPr wrap="square" lIns="0" tIns="0" rIns="0" bIns="0" anchor="t">
            <a:noAutofit/>
          </a:bodyPr>
          <a:lstStyle>
            <a:defPPr algn="l">
              <a:defRPr sz="2468" b="1">
                <a:solidFill>
                  <a:srgbClr val="172956"/>
                </a:solidFill>
                <a:latin typeface="Source Han Serif SC Heavy"/>
                <a:ea typeface="Source Han Serif SC Heavy"/>
                <a:cs typeface="Source Han Serif SC Heavy"/>
              </a:defRPr>
            </a:defPPr>
          </a:lstStyle>
          <a:p>
            <a:pPr algn="l">
              <a:defRPr sz="2468" b="1">
                <a:solidFill>
                  <a:srgbClr val="172956"/>
                </a:solidFill>
                <a:latin typeface="Source Han Serif SC Heavy"/>
                <a:ea typeface="Source Han Serif SC Heavy"/>
                <a:cs typeface="Source Han Serif SC Heavy"/>
              </a:defRPr>
            </a:pPr>
            <a:r>
              <a:rPr sz="2468" b="1">
                <a:solidFill>
                  <a:srgbClr val="172956"/>
                </a:solidFill>
                <a:latin typeface="Source Han Serif SC Heavy"/>
                <a:ea typeface="Source Han Serif SC Heavy"/>
                <a:cs typeface="Source Han Serif SC Heavy"/>
              </a:rPr>
              <a:t>现有研究（一）：推荐、性能估计与动态选择</a:t>
            </a:r>
          </a:p>
        </p:txBody>
      </p:sp>
      <p:sp>
        <p:nvSpPr>
          <p:cNvPr id="653" name="p1_label_2">
            <a:extLst>
              <a:ext uri="{FF2B5EF4-FFF2-40B4-BE49-F238E27FC236}">
                <a16:creationId xmlns:a16="http://schemas.microsoft.com/office/drawing/2014/main" id="{6CAB3B1E-3588-121E-34F7-904E23A5CD80}"/>
              </a:ext>
            </a:extLst>
          </p:cNvPr>
          <p:cNvSpPr>
            <a:spLocks/>
          </p:cNvSpPr>
          <p:nvPr/>
        </p:nvSpPr>
        <p:spPr>
          <a:xfrm>
            <a:off x="204064" y="517447"/>
            <a:ext cx="11587906" cy="233216"/>
          </a:xfrm>
          <a:prstGeom prst="rect">
            <a:avLst/>
          </a:prstGeom>
          <a:noFill/>
          <a:ln w="0">
            <a:noFill/>
          </a:ln>
        </p:spPr>
        <p:txBody>
          <a:bodyPr wrap="square" lIns="0" tIns="0" rIns="0" bIns="0" anchor="t">
            <a:noAutofit/>
          </a:bodyPr>
          <a:lstStyle>
            <a:defPPr algn="l">
              <a:defRPr sz="1377" b="0">
                <a:solidFill>
                  <a:srgbClr val="52617D"/>
                </a:solidFill>
                <a:latin typeface="Noto Sans SC"/>
                <a:ea typeface="Noto Sans SC"/>
                <a:cs typeface="Noto Sans SC"/>
              </a:defRPr>
            </a:defPPr>
          </a:lstStyle>
          <a:p>
            <a:pPr algn="l">
              <a:defRPr sz="1377" b="0">
                <a:solidFill>
                  <a:srgbClr val="52617D"/>
                </a:solidFill>
                <a:latin typeface="Noto Sans SC"/>
                <a:ea typeface="Noto Sans SC"/>
                <a:cs typeface="Noto Sans SC"/>
              </a:defRPr>
            </a:pPr>
            <a:r>
              <a:rPr sz="1377" b="0">
                <a:solidFill>
                  <a:srgbClr val="52617D"/>
                </a:solidFill>
                <a:latin typeface="Noto Sans SC"/>
                <a:ea typeface="Noto Sans SC"/>
                <a:cs typeface="Noto Sans SC"/>
              </a:rPr>
              <a:t>代表工作已经能够输出模型标签、候选误差、配置推荐和动态选择，推进空间需具体到反馈对象</a:t>
            </a:r>
          </a:p>
        </p:txBody>
      </p:sp>
      <p:sp>
        <p:nvSpPr>
          <p:cNvPr id="655" name="p1_label_3">
            <a:extLst>
              <a:ext uri="{FF2B5EF4-FFF2-40B4-BE49-F238E27FC236}">
                <a16:creationId xmlns:a16="http://schemas.microsoft.com/office/drawing/2014/main" id="{1E9EB71C-8A2C-33FC-2836-C201540BA082}"/>
              </a:ext>
            </a:extLst>
          </p:cNvPr>
          <p:cNvSpPr>
            <a:spLocks/>
          </p:cNvSpPr>
          <p:nvPr/>
        </p:nvSpPr>
        <p:spPr>
          <a:xfrm>
            <a:off x="10531148" y="109320"/>
            <a:ext cx="1464886" cy="225928"/>
          </a:xfrm>
          <a:prstGeom prst="rect">
            <a:avLst/>
          </a:prstGeom>
          <a:noFill/>
          <a:ln w="0">
            <a:noFill/>
          </a:ln>
        </p:spPr>
        <p:txBody>
          <a:bodyPr wrap="square" lIns="0" tIns="0" rIns="0" bIns="0" anchor="t">
            <a:noAutofit/>
          </a:bodyPr>
          <a:lstStyle>
            <a:defPPr algn="r">
              <a:defRPr sz="1205" b="0">
                <a:solidFill>
                  <a:srgbClr val="52617D"/>
                </a:solidFill>
                <a:latin typeface="Noto Sans SC"/>
                <a:ea typeface="Noto Sans SC"/>
                <a:cs typeface="Noto Sans SC"/>
              </a:defRPr>
            </a:defPPr>
          </a:lstStyle>
          <a:p>
            <a:pPr algn="r">
              <a:defRPr sz="1205" b="0">
                <a:solidFill>
                  <a:srgbClr val="52617D"/>
                </a:solidFill>
                <a:latin typeface="Noto Sans SC"/>
                <a:ea typeface="Noto Sans SC"/>
                <a:cs typeface="Noto Sans SC"/>
              </a:defRPr>
            </a:pPr>
            <a:r>
              <a:rPr sz="1205" b="0">
                <a:solidFill>
                  <a:srgbClr val="52617D"/>
                </a:solidFill>
                <a:latin typeface="Noto Sans SC"/>
                <a:ea typeface="Noto Sans SC"/>
                <a:cs typeface="Noto Sans SC"/>
              </a:rPr>
              <a:t>03 现有研究与不足</a:t>
            </a:r>
          </a:p>
        </p:txBody>
      </p:sp>
      <p:sp>
        <p:nvSpPr>
          <p:cNvPr id="657" name="p1_label_4">
            <a:extLst>
              <a:ext uri="{FF2B5EF4-FFF2-40B4-BE49-F238E27FC236}">
                <a16:creationId xmlns:a16="http://schemas.microsoft.com/office/drawing/2014/main" id="{6F6F0A78-AC30-5CCC-FA79-28D28AF10F5F}"/>
              </a:ext>
            </a:extLst>
          </p:cNvPr>
          <p:cNvSpPr>
            <a:spLocks/>
          </p:cNvSpPr>
          <p:nvPr/>
        </p:nvSpPr>
        <p:spPr>
          <a:xfrm>
            <a:off x="11755530" y="6646648"/>
            <a:ext cx="247792" cy="189488"/>
          </a:xfrm>
          <a:prstGeom prst="rect">
            <a:avLst/>
          </a:prstGeom>
          <a:noFill/>
          <a:ln w="0">
            <a:noFill/>
          </a:ln>
        </p:spPr>
        <p:txBody>
          <a:bodyPr wrap="square" lIns="0" tIns="0" rIns="0" bIns="0" anchor="t">
            <a:noAutofit/>
          </a:bodyPr>
          <a:lstStyle>
            <a:defPPr algn="r">
              <a:defRPr sz="1090" b="0">
                <a:solidFill>
                  <a:srgbClr val="52617D"/>
                </a:solidFill>
                <a:latin typeface="Arial"/>
                <a:ea typeface="Arial"/>
                <a:cs typeface="Arial"/>
              </a:defRPr>
            </a:defPPr>
          </a:lstStyle>
          <a:p>
            <a:pPr algn="r">
              <a:defRPr sz="1090" b="0">
                <a:solidFill>
                  <a:srgbClr val="52617D"/>
                </a:solidFill>
                <a:latin typeface="Arial"/>
                <a:ea typeface="Arial"/>
                <a:cs typeface="Arial"/>
              </a:defRPr>
            </a:pPr>
            <a:r>
              <a:rPr sz="1090" b="0">
                <a:solidFill>
                  <a:srgbClr val="52617D"/>
                </a:solidFill>
                <a:latin typeface="Arial"/>
                <a:ea typeface="Arial"/>
                <a:cs typeface="Arial"/>
              </a:rPr>
              <a:t>08</a:t>
            </a:r>
          </a:p>
        </p:txBody>
      </p:sp>
      <p:sp>
        <p:nvSpPr>
          <p:cNvPr id="659" name="p1_fforms_text_0">
            <a:extLst>
              <a:ext uri="{FF2B5EF4-FFF2-40B4-BE49-F238E27FC236}">
                <a16:creationId xmlns:a16="http://schemas.microsoft.com/office/drawing/2014/main" id="{730E92A5-4716-0680-0023-F83244C5BC3C}"/>
              </a:ext>
            </a:extLst>
          </p:cNvPr>
          <p:cNvSpPr>
            <a:spLocks/>
          </p:cNvSpPr>
          <p:nvPr/>
        </p:nvSpPr>
        <p:spPr>
          <a:xfrm>
            <a:off x="233216" y="940151"/>
            <a:ext cx="204064" cy="247792"/>
          </a:xfrm>
          <a:prstGeom prst="rect">
            <a:avLst/>
          </a:prstGeom>
          <a:noFill/>
          <a:ln w="0">
            <a:noFill/>
          </a:ln>
        </p:spPr>
        <p:txBody>
          <a:bodyPr wrap="square" lIns="0" tIns="0" rIns="0" bIns="0" anchor="t">
            <a:noAutofit/>
          </a:bodyPr>
          <a:lstStyle>
            <a:defPPr algn="ctr">
              <a:defRPr sz="1607" b="1">
                <a:solidFill>
                  <a:srgbClr val="172956"/>
                </a:solidFill>
                <a:latin typeface="Arial"/>
                <a:ea typeface="Arial"/>
                <a:cs typeface="Arial"/>
              </a:defRPr>
            </a:defPPr>
          </a:lstStyle>
          <a:p>
            <a:pPr algn="ctr">
              <a:defRPr sz="1607" b="1">
                <a:solidFill>
                  <a:srgbClr val="172956"/>
                </a:solidFill>
                <a:latin typeface="Arial"/>
                <a:ea typeface="Arial"/>
                <a:cs typeface="Arial"/>
              </a:defRPr>
            </a:pPr>
            <a:r>
              <a:rPr sz="1607" b="1">
                <a:solidFill>
                  <a:srgbClr val="172956"/>
                </a:solidFill>
                <a:latin typeface="Arial"/>
                <a:ea typeface="Arial"/>
                <a:cs typeface="Arial"/>
              </a:rPr>
              <a:t>1</a:t>
            </a:r>
          </a:p>
        </p:txBody>
      </p:sp>
      <p:sp>
        <p:nvSpPr>
          <p:cNvPr id="661" name="p1_fforms_text_1">
            <a:extLst>
              <a:ext uri="{FF2B5EF4-FFF2-40B4-BE49-F238E27FC236}">
                <a16:creationId xmlns:a16="http://schemas.microsoft.com/office/drawing/2014/main" id="{917494A1-A24B-D711-4868-BE01E9DAE67A}"/>
              </a:ext>
            </a:extLst>
          </p:cNvPr>
          <p:cNvSpPr>
            <a:spLocks/>
          </p:cNvSpPr>
          <p:nvPr/>
        </p:nvSpPr>
        <p:spPr>
          <a:xfrm>
            <a:off x="568463" y="910999"/>
            <a:ext cx="3643996" cy="298808"/>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FFORMS · 2023</a:t>
            </a:r>
          </a:p>
        </p:txBody>
      </p:sp>
      <p:sp>
        <p:nvSpPr>
          <p:cNvPr id="663" name="p1_fforms_text_2">
            <a:extLst>
              <a:ext uri="{FF2B5EF4-FFF2-40B4-BE49-F238E27FC236}">
                <a16:creationId xmlns:a16="http://schemas.microsoft.com/office/drawing/2014/main" id="{AC7B14A9-9BA4-7C44-ADC2-85B2FC1CBF9E}"/>
              </a:ext>
            </a:extLst>
          </p:cNvPr>
          <p:cNvSpPr>
            <a:spLocks/>
          </p:cNvSpPr>
          <p:nvPr/>
        </p:nvSpPr>
        <p:spPr>
          <a:xfrm>
            <a:off x="568463" y="1217095"/>
            <a:ext cx="3643996" cy="240504"/>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时序特征驱动模型推荐</a:t>
            </a:r>
          </a:p>
        </p:txBody>
      </p:sp>
      <p:sp>
        <p:nvSpPr>
          <p:cNvPr id="665" name="p1_fforms_text_3">
            <a:extLst>
              <a:ext uri="{FF2B5EF4-FFF2-40B4-BE49-F238E27FC236}">
                <a16:creationId xmlns:a16="http://schemas.microsoft.com/office/drawing/2014/main" id="{45FBE4F9-A116-769A-E4B4-77646F3FC02A}"/>
              </a:ext>
            </a:extLst>
          </p:cNvPr>
          <p:cNvSpPr>
            <a:spLocks/>
          </p:cNvSpPr>
          <p:nvPr/>
        </p:nvSpPr>
        <p:spPr>
          <a:xfrm>
            <a:off x="276944" y="1545054"/>
            <a:ext cx="1151503" cy="218640"/>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时序特征提取</a:t>
            </a:r>
          </a:p>
        </p:txBody>
      </p:sp>
      <p:sp>
        <p:nvSpPr>
          <p:cNvPr id="667" name="p1_fforms_text_4">
            <a:extLst>
              <a:ext uri="{FF2B5EF4-FFF2-40B4-BE49-F238E27FC236}">
                <a16:creationId xmlns:a16="http://schemas.microsoft.com/office/drawing/2014/main" id="{F6BEEEC4-FC45-8B76-8CBE-F5C073A2AFE2}"/>
              </a:ext>
            </a:extLst>
          </p:cNvPr>
          <p:cNvSpPr>
            <a:spLocks/>
          </p:cNvSpPr>
          <p:nvPr/>
        </p:nvSpPr>
        <p:spPr>
          <a:xfrm>
            <a:off x="298808" y="1778270"/>
            <a:ext cx="1093199" cy="182200"/>
          </a:xfrm>
          <a:prstGeom prst="rect">
            <a:avLst/>
          </a:prstGeom>
          <a:noFill/>
          <a:ln w="0">
            <a:noFill/>
          </a:ln>
        </p:spPr>
        <p:txBody>
          <a:bodyPr wrap="square" lIns="0" tIns="0" rIns="0" bIns="0" anchor="t">
            <a:noAutofit/>
          </a:bodyPr>
          <a:lstStyle>
            <a:defPPr algn="l">
              <a:defRPr sz="1090" b="0">
                <a:solidFill>
                  <a:srgbClr val="52617D"/>
                </a:solidFill>
                <a:latin typeface="Noto Sans SC"/>
                <a:ea typeface="Noto Sans SC"/>
                <a:cs typeface="Noto Sans SC"/>
              </a:defRPr>
            </a:defPPr>
          </a:lstStyle>
          <a:p>
            <a:pPr algn="l">
              <a:defRPr sz="1090" b="0">
                <a:solidFill>
                  <a:srgbClr val="52617D"/>
                </a:solidFill>
                <a:latin typeface="Noto Sans SC"/>
                <a:ea typeface="Noto Sans SC"/>
                <a:cs typeface="Noto Sans SC"/>
              </a:defRPr>
            </a:pPr>
            <a:r>
              <a:rPr sz="1090" b="0">
                <a:solidFill>
                  <a:srgbClr val="52617D"/>
                </a:solidFill>
                <a:latin typeface="Noto Sans SC"/>
                <a:ea typeface="Noto Sans SC"/>
                <a:cs typeface="Noto Sans SC"/>
              </a:rPr>
              <a:t>原始序列</a:t>
            </a:r>
          </a:p>
        </p:txBody>
      </p:sp>
      <p:sp>
        <p:nvSpPr>
          <p:cNvPr id="669" name="p1_fforms_text_5">
            <a:extLst>
              <a:ext uri="{FF2B5EF4-FFF2-40B4-BE49-F238E27FC236}">
                <a16:creationId xmlns:a16="http://schemas.microsoft.com/office/drawing/2014/main" id="{D0F952F8-F508-FBA7-AB2D-8D39559C17BA}"/>
              </a:ext>
            </a:extLst>
          </p:cNvPr>
          <p:cNvSpPr>
            <a:spLocks/>
          </p:cNvSpPr>
          <p:nvPr/>
        </p:nvSpPr>
        <p:spPr>
          <a:xfrm>
            <a:off x="298808" y="2339445"/>
            <a:ext cx="400840" cy="204064"/>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趋势</a:t>
            </a:r>
          </a:p>
        </p:txBody>
      </p:sp>
      <p:sp>
        <p:nvSpPr>
          <p:cNvPr id="671" name="p1_fforms_text_6">
            <a:extLst>
              <a:ext uri="{FF2B5EF4-FFF2-40B4-BE49-F238E27FC236}">
                <a16:creationId xmlns:a16="http://schemas.microsoft.com/office/drawing/2014/main" id="{7A5F07D1-FED6-91DB-6B5C-3461D4B5E3DD}"/>
              </a:ext>
            </a:extLst>
          </p:cNvPr>
          <p:cNvSpPr>
            <a:spLocks/>
          </p:cNvSpPr>
          <p:nvPr/>
        </p:nvSpPr>
        <p:spPr>
          <a:xfrm>
            <a:off x="298808" y="2660117"/>
            <a:ext cx="422704" cy="204064"/>
          </a:xfrm>
          <a:prstGeom prst="rect">
            <a:avLst/>
          </a:prstGeom>
          <a:noFill/>
          <a:ln w="0">
            <a:noFill/>
          </a:ln>
        </p:spPr>
        <p:txBody>
          <a:bodyPr wrap="square" lIns="0" tIns="0" rIns="0" bIns="0" anchor="t">
            <a:noAutofit/>
          </a:bodyPr>
          <a:lstStyle>
            <a:defPPr algn="l">
              <a:defRPr sz="1043" b="0">
                <a:solidFill>
                  <a:srgbClr val="172956"/>
                </a:solidFill>
                <a:latin typeface="Noto Sans SC"/>
                <a:ea typeface="Noto Sans SC"/>
                <a:cs typeface="Noto Sans SC"/>
              </a:defRPr>
            </a:defPPr>
          </a:lstStyle>
          <a:p>
            <a:pPr algn="l">
              <a:defRPr sz="1043" b="0">
                <a:solidFill>
                  <a:srgbClr val="172956"/>
                </a:solidFill>
                <a:latin typeface="Noto Sans SC"/>
                <a:ea typeface="Noto Sans SC"/>
                <a:cs typeface="Noto Sans SC"/>
              </a:defRPr>
            </a:pPr>
            <a:r>
              <a:rPr sz="1043" b="0">
                <a:solidFill>
                  <a:srgbClr val="172956"/>
                </a:solidFill>
                <a:latin typeface="Noto Sans SC"/>
                <a:ea typeface="Noto Sans SC"/>
                <a:cs typeface="Noto Sans SC"/>
              </a:rPr>
              <a:t>季节性</a:t>
            </a:r>
          </a:p>
        </p:txBody>
      </p:sp>
      <p:sp>
        <p:nvSpPr>
          <p:cNvPr id="673" name="p1_fforms_text_7">
            <a:extLst>
              <a:ext uri="{FF2B5EF4-FFF2-40B4-BE49-F238E27FC236}">
                <a16:creationId xmlns:a16="http://schemas.microsoft.com/office/drawing/2014/main" id="{2D7CB47F-8356-1CC7-BF7F-9964AD59EBA0}"/>
              </a:ext>
            </a:extLst>
          </p:cNvPr>
          <p:cNvSpPr>
            <a:spLocks/>
          </p:cNvSpPr>
          <p:nvPr/>
        </p:nvSpPr>
        <p:spPr>
          <a:xfrm>
            <a:off x="298808" y="2988077"/>
            <a:ext cx="400840" cy="196776"/>
          </a:xfrm>
          <a:prstGeom prst="rect">
            <a:avLst/>
          </a:prstGeom>
          <a:noFill/>
          <a:ln w="0">
            <a:noFill/>
          </a:ln>
        </p:spPr>
        <p:txBody>
          <a:bodyPr wrap="square" lIns="0" tIns="0" rIns="0" bIns="0" anchor="t">
            <a:noAutofit/>
          </a:bodyPr>
          <a:lstStyle>
            <a:defPPr algn="l">
              <a:defRPr sz="1148" b="0">
                <a:solidFill>
                  <a:srgbClr val="172956"/>
                </a:solidFill>
                <a:latin typeface="Arial"/>
                <a:ea typeface="Arial"/>
                <a:cs typeface="Arial"/>
              </a:defRPr>
            </a:defPPr>
          </a:lstStyle>
          <a:p>
            <a:pPr algn="l">
              <a:defRPr sz="1148" b="0">
                <a:solidFill>
                  <a:srgbClr val="172956"/>
                </a:solidFill>
                <a:latin typeface="Arial"/>
                <a:ea typeface="Arial"/>
                <a:cs typeface="Arial"/>
              </a:defRPr>
            </a:pPr>
            <a:r>
              <a:rPr sz="1148" b="0">
                <a:solidFill>
                  <a:srgbClr val="172956"/>
                </a:solidFill>
                <a:latin typeface="Arial"/>
                <a:ea typeface="Arial"/>
                <a:cs typeface="Arial"/>
              </a:rPr>
              <a:t>ACF</a:t>
            </a:r>
          </a:p>
        </p:txBody>
      </p:sp>
      <p:sp>
        <p:nvSpPr>
          <p:cNvPr id="675" name="p1_fforms_text_8">
            <a:extLst>
              <a:ext uri="{FF2B5EF4-FFF2-40B4-BE49-F238E27FC236}">
                <a16:creationId xmlns:a16="http://schemas.microsoft.com/office/drawing/2014/main" id="{4682DE16-E564-4DA8-10BF-0E7715E48364}"/>
              </a:ext>
            </a:extLst>
          </p:cNvPr>
          <p:cNvSpPr>
            <a:spLocks/>
          </p:cNvSpPr>
          <p:nvPr/>
        </p:nvSpPr>
        <p:spPr>
          <a:xfrm>
            <a:off x="1719966" y="1545054"/>
            <a:ext cx="1362854" cy="218640"/>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随机森林分类器</a:t>
            </a:r>
          </a:p>
        </p:txBody>
      </p:sp>
      <p:sp>
        <p:nvSpPr>
          <p:cNvPr id="677" name="p1_fforms_text_9">
            <a:extLst>
              <a:ext uri="{FF2B5EF4-FFF2-40B4-BE49-F238E27FC236}">
                <a16:creationId xmlns:a16="http://schemas.microsoft.com/office/drawing/2014/main" id="{D5EAE2E3-9A0E-B317-749D-F9634BA1586F}"/>
              </a:ext>
            </a:extLst>
          </p:cNvPr>
          <p:cNvSpPr>
            <a:spLocks/>
          </p:cNvSpPr>
          <p:nvPr/>
        </p:nvSpPr>
        <p:spPr>
          <a:xfrm>
            <a:off x="2193685" y="1851150"/>
            <a:ext cx="408128" cy="225928"/>
          </a:xfrm>
          <a:prstGeom prst="rect">
            <a:avLst/>
          </a:prstGeom>
          <a:noFill/>
          <a:ln w="0">
            <a:noFill/>
          </a:ln>
        </p:spPr>
        <p:txBody>
          <a:bodyPr wrap="square" lIns="0" tIns="0" rIns="0" bIns="0" anchor="t">
            <a:noAutofit/>
          </a:bodyPr>
          <a:lstStyle>
            <a:defPPr algn="ctr">
              <a:defRPr sz="1435" b="1">
                <a:solidFill>
                  <a:srgbClr val="172956"/>
                </a:solidFill>
                <a:latin typeface="Arial"/>
                <a:ea typeface="Arial"/>
                <a:cs typeface="Arial"/>
              </a:defRPr>
            </a:defPPr>
          </a:lstStyle>
          <a:p>
            <a:pPr algn="ctr">
              <a:defRPr sz="1435" b="1">
                <a:solidFill>
                  <a:srgbClr val="172956"/>
                </a:solidFill>
                <a:latin typeface="Arial"/>
                <a:ea typeface="Arial"/>
                <a:cs typeface="Arial"/>
              </a:defRPr>
            </a:pPr>
            <a:r>
              <a:rPr sz="1435" b="1">
                <a:solidFill>
                  <a:srgbClr val="172956"/>
                </a:solidFill>
                <a:latin typeface="Arial"/>
                <a:ea typeface="Arial"/>
                <a:cs typeface="Arial"/>
              </a:rPr>
              <a:t>RF</a:t>
            </a:r>
          </a:p>
        </p:txBody>
      </p:sp>
      <p:sp>
        <p:nvSpPr>
          <p:cNvPr id="679" name="p1_fforms_text_10">
            <a:extLst>
              <a:ext uri="{FF2B5EF4-FFF2-40B4-BE49-F238E27FC236}">
                <a16:creationId xmlns:a16="http://schemas.microsoft.com/office/drawing/2014/main" id="{05714451-3BCE-F863-B0B7-5190E9E6622C}"/>
              </a:ext>
            </a:extLst>
          </p:cNvPr>
          <p:cNvSpPr>
            <a:spLocks/>
          </p:cNvSpPr>
          <p:nvPr/>
        </p:nvSpPr>
        <p:spPr>
          <a:xfrm>
            <a:off x="1756406" y="3104684"/>
            <a:ext cx="1304550" cy="182200"/>
          </a:xfrm>
          <a:prstGeom prst="rect">
            <a:avLst/>
          </a:prstGeom>
          <a:noFill/>
          <a:ln w="0">
            <a:noFill/>
          </a:ln>
        </p:spPr>
        <p:txBody>
          <a:bodyPr wrap="square" lIns="0" tIns="0" rIns="0" bIns="0" anchor="t">
            <a:noAutofit/>
          </a:bodyPr>
          <a:lstStyle>
            <a:defPPr algn="ctr">
              <a:defRPr sz="966" b="0">
                <a:solidFill>
                  <a:srgbClr val="52617D"/>
                </a:solidFill>
                <a:latin typeface="Noto Sans SC"/>
                <a:ea typeface="Noto Sans SC"/>
                <a:cs typeface="Noto Sans SC"/>
              </a:defRPr>
            </a:defPPr>
          </a:lstStyle>
          <a:p>
            <a:pPr algn="ctr">
              <a:defRPr sz="966" b="0">
                <a:solidFill>
                  <a:srgbClr val="52617D"/>
                </a:solidFill>
                <a:latin typeface="Noto Sans SC"/>
                <a:ea typeface="Noto Sans SC"/>
                <a:cs typeface="Noto Sans SC"/>
              </a:defRPr>
            </a:pPr>
            <a:r>
              <a:rPr sz="966" b="0">
                <a:solidFill>
                  <a:srgbClr val="52617D"/>
                </a:solidFill>
                <a:latin typeface="Noto Sans SC"/>
                <a:ea typeface="Noto Sans SC"/>
                <a:cs typeface="Noto Sans SC"/>
              </a:rPr>
              <a:t>多树投票得到模型标签</a:t>
            </a:r>
          </a:p>
        </p:txBody>
      </p:sp>
      <p:sp>
        <p:nvSpPr>
          <p:cNvPr id="681" name="p1_fforms_text_11">
            <a:extLst>
              <a:ext uri="{FF2B5EF4-FFF2-40B4-BE49-F238E27FC236}">
                <a16:creationId xmlns:a16="http://schemas.microsoft.com/office/drawing/2014/main" id="{7FB94A4A-706E-A0E1-A5F7-6964FBFC0CC8}"/>
              </a:ext>
            </a:extLst>
          </p:cNvPr>
          <p:cNvSpPr>
            <a:spLocks/>
          </p:cNvSpPr>
          <p:nvPr/>
        </p:nvSpPr>
        <p:spPr>
          <a:xfrm>
            <a:off x="3367052" y="1545054"/>
            <a:ext cx="779815" cy="218640"/>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推荐模型</a:t>
            </a:r>
          </a:p>
        </p:txBody>
      </p:sp>
      <p:sp>
        <p:nvSpPr>
          <p:cNvPr id="683" name="p1_fforms_text_12">
            <a:extLst>
              <a:ext uri="{FF2B5EF4-FFF2-40B4-BE49-F238E27FC236}">
                <a16:creationId xmlns:a16="http://schemas.microsoft.com/office/drawing/2014/main" id="{26FF5F4C-BD38-53DD-114B-15ED98A27E90}"/>
              </a:ext>
            </a:extLst>
          </p:cNvPr>
          <p:cNvSpPr>
            <a:spLocks/>
          </p:cNvSpPr>
          <p:nvPr/>
        </p:nvSpPr>
        <p:spPr>
          <a:xfrm>
            <a:off x="3425356" y="1938606"/>
            <a:ext cx="663207" cy="211352"/>
          </a:xfrm>
          <a:prstGeom prst="rect">
            <a:avLst/>
          </a:prstGeom>
          <a:noFill/>
          <a:ln w="0">
            <a:noFill/>
          </a:ln>
        </p:spPr>
        <p:txBody>
          <a:bodyPr wrap="square" lIns="0" tIns="0" rIns="0" bIns="0" anchor="t">
            <a:noAutofit/>
          </a:bodyPr>
          <a:lstStyle>
            <a:defPPr algn="ctr">
              <a:defRPr sz="1262" b="0">
                <a:solidFill>
                  <a:srgbClr val="172956"/>
                </a:solidFill>
                <a:latin typeface="Arial"/>
                <a:ea typeface="Arial"/>
                <a:cs typeface="Arial"/>
              </a:defRPr>
            </a:defPPr>
          </a:lstStyle>
          <a:p>
            <a:pPr algn="ctr">
              <a:defRPr sz="1262" b="0">
                <a:solidFill>
                  <a:srgbClr val="172956"/>
                </a:solidFill>
                <a:latin typeface="Arial"/>
                <a:ea typeface="Arial"/>
                <a:cs typeface="Arial"/>
              </a:defRPr>
            </a:pPr>
            <a:r>
              <a:rPr sz="1262" b="0">
                <a:solidFill>
                  <a:srgbClr val="172956"/>
                </a:solidFill>
                <a:latin typeface="Arial"/>
                <a:ea typeface="Arial"/>
                <a:cs typeface="Arial"/>
              </a:rPr>
              <a:t>ARIMA</a:t>
            </a:r>
          </a:p>
        </p:txBody>
      </p:sp>
      <p:sp>
        <p:nvSpPr>
          <p:cNvPr id="685" name="p1_fforms_text_13">
            <a:extLst>
              <a:ext uri="{FF2B5EF4-FFF2-40B4-BE49-F238E27FC236}">
                <a16:creationId xmlns:a16="http://schemas.microsoft.com/office/drawing/2014/main" id="{9D8B1000-4573-3545-8595-CAF1DA1BE5BD}"/>
              </a:ext>
            </a:extLst>
          </p:cNvPr>
          <p:cNvSpPr>
            <a:spLocks/>
          </p:cNvSpPr>
          <p:nvPr/>
        </p:nvSpPr>
        <p:spPr>
          <a:xfrm>
            <a:off x="3425356" y="2339445"/>
            <a:ext cx="663207" cy="211352"/>
          </a:xfrm>
          <a:prstGeom prst="rect">
            <a:avLst/>
          </a:prstGeom>
          <a:noFill/>
          <a:ln w="0">
            <a:noFill/>
          </a:ln>
        </p:spPr>
        <p:txBody>
          <a:bodyPr wrap="square" lIns="0" tIns="0" rIns="0" bIns="0" anchor="t">
            <a:noAutofit/>
          </a:bodyPr>
          <a:lstStyle>
            <a:defPPr algn="ctr">
              <a:defRPr sz="1262" b="1">
                <a:solidFill>
                  <a:srgbClr val="172956"/>
                </a:solidFill>
                <a:latin typeface="Arial"/>
                <a:ea typeface="Arial"/>
                <a:cs typeface="Arial"/>
              </a:defRPr>
            </a:defPPr>
          </a:lstStyle>
          <a:p>
            <a:pPr algn="ctr">
              <a:defRPr sz="1262" b="1">
                <a:solidFill>
                  <a:srgbClr val="172956"/>
                </a:solidFill>
                <a:latin typeface="Arial"/>
                <a:ea typeface="Arial"/>
                <a:cs typeface="Arial"/>
              </a:defRPr>
            </a:pPr>
            <a:r>
              <a:rPr sz="1262" b="1">
                <a:solidFill>
                  <a:srgbClr val="172956"/>
                </a:solidFill>
                <a:latin typeface="Arial"/>
                <a:ea typeface="Arial"/>
                <a:cs typeface="Arial"/>
              </a:rPr>
              <a:t>ETS</a:t>
            </a:r>
          </a:p>
        </p:txBody>
      </p:sp>
      <p:sp>
        <p:nvSpPr>
          <p:cNvPr id="687" name="p1_fforms_text_14">
            <a:extLst>
              <a:ext uri="{FF2B5EF4-FFF2-40B4-BE49-F238E27FC236}">
                <a16:creationId xmlns:a16="http://schemas.microsoft.com/office/drawing/2014/main" id="{203208A1-519B-CB55-8B5D-58D73D115637}"/>
              </a:ext>
            </a:extLst>
          </p:cNvPr>
          <p:cNvSpPr>
            <a:spLocks/>
          </p:cNvSpPr>
          <p:nvPr/>
        </p:nvSpPr>
        <p:spPr>
          <a:xfrm>
            <a:off x="3425356" y="2740285"/>
            <a:ext cx="663207" cy="211352"/>
          </a:xfrm>
          <a:prstGeom prst="rect">
            <a:avLst/>
          </a:prstGeom>
          <a:noFill/>
          <a:ln w="0">
            <a:noFill/>
          </a:ln>
        </p:spPr>
        <p:txBody>
          <a:bodyPr wrap="square" lIns="0" tIns="0" rIns="0" bIns="0" anchor="t">
            <a:noAutofit/>
          </a:bodyPr>
          <a:lstStyle>
            <a:defPPr algn="ctr">
              <a:defRPr sz="1262" b="0">
                <a:solidFill>
                  <a:srgbClr val="172956"/>
                </a:solidFill>
                <a:latin typeface="Arial"/>
                <a:ea typeface="Arial"/>
                <a:cs typeface="Arial"/>
              </a:defRPr>
            </a:defPPr>
          </a:lstStyle>
          <a:p>
            <a:pPr algn="ctr">
              <a:defRPr sz="1262" b="0">
                <a:solidFill>
                  <a:srgbClr val="172956"/>
                </a:solidFill>
                <a:latin typeface="Arial"/>
                <a:ea typeface="Arial"/>
                <a:cs typeface="Arial"/>
              </a:defRPr>
            </a:pPr>
            <a:r>
              <a:rPr sz="1262" b="0">
                <a:solidFill>
                  <a:srgbClr val="172956"/>
                </a:solidFill>
                <a:latin typeface="Arial"/>
                <a:ea typeface="Arial"/>
                <a:cs typeface="Arial"/>
              </a:rPr>
              <a:t>Theta</a:t>
            </a:r>
          </a:p>
        </p:txBody>
      </p:sp>
      <p:sp>
        <p:nvSpPr>
          <p:cNvPr id="689" name="p1_fforms_text_15">
            <a:extLst>
              <a:ext uri="{FF2B5EF4-FFF2-40B4-BE49-F238E27FC236}">
                <a16:creationId xmlns:a16="http://schemas.microsoft.com/office/drawing/2014/main" id="{E7D79665-5B84-756B-4030-FF2BE9C0CE31}"/>
              </a:ext>
            </a:extLst>
          </p:cNvPr>
          <p:cNvSpPr>
            <a:spLocks/>
          </p:cNvSpPr>
          <p:nvPr/>
        </p:nvSpPr>
        <p:spPr>
          <a:xfrm>
            <a:off x="3381628" y="3104684"/>
            <a:ext cx="750663" cy="174912"/>
          </a:xfrm>
          <a:prstGeom prst="rect">
            <a:avLst/>
          </a:prstGeom>
          <a:noFill/>
          <a:ln w="0">
            <a:noFill/>
          </a:ln>
        </p:spPr>
        <p:txBody>
          <a:bodyPr wrap="square" lIns="0" tIns="0" rIns="0" bIns="0" anchor="t">
            <a:noAutofit/>
          </a:bodyPr>
          <a:lstStyle>
            <a:defPPr algn="ctr">
              <a:defRPr sz="1033" b="0">
                <a:solidFill>
                  <a:srgbClr val="52617D"/>
                </a:solidFill>
                <a:latin typeface="Noto Sans SC"/>
                <a:ea typeface="Noto Sans SC"/>
                <a:cs typeface="Noto Sans SC"/>
              </a:defRPr>
            </a:defPPr>
          </a:lstStyle>
          <a:p>
            <a:pPr algn="ctr">
              <a:defRPr sz="1033" b="0">
                <a:solidFill>
                  <a:srgbClr val="52617D"/>
                </a:solidFill>
                <a:latin typeface="Noto Sans SC"/>
                <a:ea typeface="Noto Sans SC"/>
                <a:cs typeface="Noto Sans SC"/>
              </a:defRPr>
            </a:pPr>
            <a:r>
              <a:rPr sz="1033" b="0">
                <a:solidFill>
                  <a:srgbClr val="52617D"/>
                </a:solidFill>
                <a:latin typeface="Noto Sans SC"/>
                <a:ea typeface="Noto Sans SC"/>
                <a:cs typeface="Noto Sans SC"/>
              </a:rPr>
              <a:t>标签示例</a:t>
            </a:r>
          </a:p>
        </p:txBody>
      </p:sp>
      <p:sp>
        <p:nvSpPr>
          <p:cNvPr id="691" name="p1_fforms_text_16">
            <a:extLst>
              <a:ext uri="{FF2B5EF4-FFF2-40B4-BE49-F238E27FC236}">
                <a16:creationId xmlns:a16="http://schemas.microsoft.com/office/drawing/2014/main" id="{9CBB26C5-E6DF-92F9-AB6F-FD1B8EB3CDE7}"/>
              </a:ext>
            </a:extLst>
          </p:cNvPr>
          <p:cNvSpPr>
            <a:spLocks/>
          </p:cNvSpPr>
          <p:nvPr/>
        </p:nvSpPr>
        <p:spPr>
          <a:xfrm>
            <a:off x="276944" y="3476372"/>
            <a:ext cx="3891787" cy="211352"/>
          </a:xfrm>
          <a:prstGeom prst="rect">
            <a:avLst/>
          </a:prstGeom>
          <a:noFill/>
          <a:ln w="0">
            <a:noFill/>
          </a:ln>
        </p:spPr>
        <p:txBody>
          <a:bodyPr wrap="square" lIns="0" tIns="0" rIns="0" bIns="0" anchor="t">
            <a:noAutofit/>
          </a:bodyPr>
          <a:lstStyle>
            <a:defPPr algn="ctr">
              <a:defRPr sz="1377" b="1">
                <a:solidFill>
                  <a:srgbClr val="172956"/>
                </a:solidFill>
                <a:latin typeface="Noto Sans SC"/>
                <a:ea typeface="Noto Sans SC"/>
                <a:cs typeface="Noto Sans SC"/>
              </a:defRPr>
            </a:defPPr>
          </a:lstStyle>
          <a:p>
            <a:pPr algn="ctr">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M 竞赛验证：特征输入后直接推荐预测模型</a:t>
            </a:r>
          </a:p>
        </p:txBody>
      </p:sp>
      <p:sp>
        <p:nvSpPr>
          <p:cNvPr id="693" name="p1_fformpp_text_0">
            <a:extLst>
              <a:ext uri="{FF2B5EF4-FFF2-40B4-BE49-F238E27FC236}">
                <a16:creationId xmlns:a16="http://schemas.microsoft.com/office/drawing/2014/main" id="{8DBD1DAC-725C-E4C8-B1A2-C04DB5AB472A}"/>
              </a:ext>
            </a:extLst>
          </p:cNvPr>
          <p:cNvSpPr>
            <a:spLocks/>
          </p:cNvSpPr>
          <p:nvPr/>
        </p:nvSpPr>
        <p:spPr>
          <a:xfrm>
            <a:off x="4591435" y="940151"/>
            <a:ext cx="204064" cy="247792"/>
          </a:xfrm>
          <a:prstGeom prst="rect">
            <a:avLst/>
          </a:prstGeom>
          <a:noFill/>
          <a:ln w="0">
            <a:noFill/>
          </a:ln>
        </p:spPr>
        <p:txBody>
          <a:bodyPr wrap="square" lIns="0" tIns="0" rIns="0" bIns="0" anchor="t">
            <a:noAutofit/>
          </a:bodyPr>
          <a:lstStyle>
            <a:defPPr algn="ctr">
              <a:defRPr sz="1607" b="1">
                <a:solidFill>
                  <a:srgbClr val="172956"/>
                </a:solidFill>
                <a:latin typeface="Arial"/>
                <a:ea typeface="Arial"/>
                <a:cs typeface="Arial"/>
              </a:defRPr>
            </a:defPPr>
          </a:lstStyle>
          <a:p>
            <a:pPr algn="ctr">
              <a:defRPr sz="1607" b="1">
                <a:solidFill>
                  <a:srgbClr val="172956"/>
                </a:solidFill>
                <a:latin typeface="Arial"/>
                <a:ea typeface="Arial"/>
                <a:cs typeface="Arial"/>
              </a:defRPr>
            </a:pPr>
            <a:r>
              <a:rPr sz="1607" b="1">
                <a:solidFill>
                  <a:srgbClr val="172956"/>
                </a:solidFill>
                <a:latin typeface="Arial"/>
                <a:ea typeface="Arial"/>
                <a:cs typeface="Arial"/>
              </a:rPr>
              <a:t>2</a:t>
            </a:r>
          </a:p>
        </p:txBody>
      </p:sp>
      <p:sp>
        <p:nvSpPr>
          <p:cNvPr id="695" name="p1_fformpp_text_1">
            <a:extLst>
              <a:ext uri="{FF2B5EF4-FFF2-40B4-BE49-F238E27FC236}">
                <a16:creationId xmlns:a16="http://schemas.microsoft.com/office/drawing/2014/main" id="{255ACABC-412E-C283-7D70-A95C2A60FDCF}"/>
              </a:ext>
            </a:extLst>
          </p:cNvPr>
          <p:cNvSpPr>
            <a:spLocks/>
          </p:cNvSpPr>
          <p:nvPr/>
        </p:nvSpPr>
        <p:spPr>
          <a:xfrm>
            <a:off x="4926682" y="910999"/>
            <a:ext cx="3665860" cy="298808"/>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FFORMPP · 2022</a:t>
            </a:r>
          </a:p>
        </p:txBody>
      </p:sp>
      <p:sp>
        <p:nvSpPr>
          <p:cNvPr id="697" name="p1_fformpp_text_2">
            <a:extLst>
              <a:ext uri="{FF2B5EF4-FFF2-40B4-BE49-F238E27FC236}">
                <a16:creationId xmlns:a16="http://schemas.microsoft.com/office/drawing/2014/main" id="{F6342D6A-CAE1-8BFB-788A-F09829DC2E92}"/>
              </a:ext>
            </a:extLst>
          </p:cNvPr>
          <p:cNvSpPr>
            <a:spLocks/>
          </p:cNvSpPr>
          <p:nvPr/>
        </p:nvSpPr>
        <p:spPr>
          <a:xfrm>
            <a:off x="4926682" y="1217095"/>
            <a:ext cx="3665860" cy="240504"/>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联合预测多个模型的误差</a:t>
            </a:r>
          </a:p>
        </p:txBody>
      </p:sp>
      <p:sp>
        <p:nvSpPr>
          <p:cNvPr id="699" name="p1_fformpp_text_3">
            <a:extLst>
              <a:ext uri="{FF2B5EF4-FFF2-40B4-BE49-F238E27FC236}">
                <a16:creationId xmlns:a16="http://schemas.microsoft.com/office/drawing/2014/main" id="{57F89FEF-9BD1-1CA1-55D8-6FBE92CC70DA}"/>
              </a:ext>
            </a:extLst>
          </p:cNvPr>
          <p:cNvSpPr>
            <a:spLocks/>
          </p:cNvSpPr>
          <p:nvPr/>
        </p:nvSpPr>
        <p:spPr>
          <a:xfrm>
            <a:off x="4635163" y="1545054"/>
            <a:ext cx="670495"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特征编码</a:t>
            </a:r>
          </a:p>
        </p:txBody>
      </p:sp>
      <p:sp>
        <p:nvSpPr>
          <p:cNvPr id="701" name="p1_fformpp_text_4">
            <a:extLst>
              <a:ext uri="{FF2B5EF4-FFF2-40B4-BE49-F238E27FC236}">
                <a16:creationId xmlns:a16="http://schemas.microsoft.com/office/drawing/2014/main" id="{A80AE8A6-D6AB-2C99-9C6C-7EB62D4C4E2F}"/>
              </a:ext>
            </a:extLst>
          </p:cNvPr>
          <p:cNvSpPr>
            <a:spLocks/>
          </p:cNvSpPr>
          <p:nvPr/>
        </p:nvSpPr>
        <p:spPr>
          <a:xfrm>
            <a:off x="4649739" y="1829286"/>
            <a:ext cx="634055" cy="189488"/>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统计特征</a:t>
            </a:r>
          </a:p>
        </p:txBody>
      </p:sp>
      <p:sp>
        <p:nvSpPr>
          <p:cNvPr id="703" name="p1_fformpp_text_5">
            <a:extLst>
              <a:ext uri="{FF2B5EF4-FFF2-40B4-BE49-F238E27FC236}">
                <a16:creationId xmlns:a16="http://schemas.microsoft.com/office/drawing/2014/main" id="{BAB20565-FA31-7A91-C955-CB6D9945AB7E}"/>
              </a:ext>
            </a:extLst>
          </p:cNvPr>
          <p:cNvSpPr>
            <a:spLocks/>
          </p:cNvSpPr>
          <p:nvPr/>
        </p:nvSpPr>
        <p:spPr>
          <a:xfrm>
            <a:off x="4649739" y="2310293"/>
            <a:ext cx="634055" cy="189488"/>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频域特征</a:t>
            </a:r>
          </a:p>
        </p:txBody>
      </p:sp>
      <p:sp>
        <p:nvSpPr>
          <p:cNvPr id="705" name="p1_fformpp_text_6">
            <a:extLst>
              <a:ext uri="{FF2B5EF4-FFF2-40B4-BE49-F238E27FC236}">
                <a16:creationId xmlns:a16="http://schemas.microsoft.com/office/drawing/2014/main" id="{5F482E03-A87C-51EB-643C-D97014E83262}"/>
              </a:ext>
            </a:extLst>
          </p:cNvPr>
          <p:cNvSpPr>
            <a:spLocks/>
          </p:cNvSpPr>
          <p:nvPr/>
        </p:nvSpPr>
        <p:spPr>
          <a:xfrm>
            <a:off x="4649739" y="2791301"/>
            <a:ext cx="634055" cy="189488"/>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分解特征</a:t>
            </a:r>
          </a:p>
        </p:txBody>
      </p:sp>
      <p:sp>
        <p:nvSpPr>
          <p:cNvPr id="707" name="p1_fformpp_text_7">
            <a:extLst>
              <a:ext uri="{FF2B5EF4-FFF2-40B4-BE49-F238E27FC236}">
                <a16:creationId xmlns:a16="http://schemas.microsoft.com/office/drawing/2014/main" id="{8E3FC1C2-0E7B-5C19-2C14-8AF4BE226E0C}"/>
              </a:ext>
            </a:extLst>
          </p:cNvPr>
          <p:cNvSpPr>
            <a:spLocks/>
          </p:cNvSpPr>
          <p:nvPr/>
        </p:nvSpPr>
        <p:spPr>
          <a:xfrm>
            <a:off x="5575313" y="1545054"/>
            <a:ext cx="991167" cy="218640"/>
          </a:xfrm>
          <a:prstGeom prst="rect">
            <a:avLst/>
          </a:prstGeom>
          <a:noFill/>
          <a:ln w="0">
            <a:noFill/>
          </a:ln>
        </p:spPr>
        <p:txBody>
          <a:bodyPr wrap="square" lIns="0" tIns="0" rIns="0" bIns="0" anchor="t">
            <a:noAutofit/>
          </a:bodyPr>
          <a:lstStyle>
            <a:defPPr algn="l">
              <a:defRPr sz="1048" b="1">
                <a:solidFill>
                  <a:srgbClr val="172956"/>
                </a:solidFill>
                <a:latin typeface="Noto Sans SC"/>
                <a:ea typeface="Noto Sans SC"/>
                <a:cs typeface="Noto Sans SC"/>
              </a:defRPr>
            </a:defPPr>
          </a:lstStyle>
          <a:p>
            <a:pPr algn="l">
              <a:defRPr sz="1048" b="1">
                <a:solidFill>
                  <a:srgbClr val="172956"/>
                </a:solidFill>
                <a:latin typeface="Noto Sans SC"/>
                <a:ea typeface="Noto Sans SC"/>
                <a:cs typeface="Noto Sans SC"/>
              </a:defRPr>
            </a:pPr>
            <a:r>
              <a:rPr sz="1048" b="1">
                <a:solidFill>
                  <a:srgbClr val="172956"/>
                </a:solidFill>
                <a:latin typeface="Noto Sans SC"/>
                <a:ea typeface="Noto Sans SC"/>
                <a:cs typeface="Noto Sans SC"/>
              </a:rPr>
              <a:t>贝叶斯多元回归</a:t>
            </a:r>
          </a:p>
        </p:txBody>
      </p:sp>
      <p:sp>
        <p:nvSpPr>
          <p:cNvPr id="709" name="p1_fformpp_text_8">
            <a:extLst>
              <a:ext uri="{FF2B5EF4-FFF2-40B4-BE49-F238E27FC236}">
                <a16:creationId xmlns:a16="http://schemas.microsoft.com/office/drawing/2014/main" id="{735DA8EE-6A90-12B2-DB6F-81D168ED5C2E}"/>
              </a:ext>
            </a:extLst>
          </p:cNvPr>
          <p:cNvSpPr>
            <a:spLocks/>
          </p:cNvSpPr>
          <p:nvPr/>
        </p:nvSpPr>
        <p:spPr>
          <a:xfrm>
            <a:off x="5582601" y="1873014"/>
            <a:ext cx="991167" cy="211352"/>
          </a:xfrm>
          <a:prstGeom prst="rect">
            <a:avLst/>
          </a:prstGeom>
          <a:noFill/>
          <a:ln w="0">
            <a:noFill/>
          </a:ln>
        </p:spPr>
        <p:txBody>
          <a:bodyPr wrap="square" lIns="0" tIns="0" rIns="0" bIns="0" anchor="t">
            <a:noAutofit/>
          </a:bodyPr>
          <a:lstStyle>
            <a:defPPr algn="ctr">
              <a:defRPr sz="1205" b="0">
                <a:solidFill>
                  <a:srgbClr val="172956"/>
                </a:solidFill>
                <a:latin typeface="Arial"/>
                <a:ea typeface="Arial"/>
                <a:cs typeface="Arial"/>
              </a:defRPr>
            </a:defPPr>
          </a:lstStyle>
          <a:p>
            <a:pPr algn="ctr">
              <a:defRPr sz="1205" b="0">
                <a:solidFill>
                  <a:srgbClr val="172956"/>
                </a:solidFill>
                <a:latin typeface="Arial"/>
                <a:ea typeface="Arial"/>
                <a:cs typeface="Arial"/>
              </a:defRPr>
            </a:pPr>
            <a:r>
              <a:rPr sz="1205" b="0">
                <a:solidFill>
                  <a:srgbClr val="172956"/>
                </a:solidFill>
                <a:latin typeface="Arial"/>
                <a:ea typeface="Arial"/>
                <a:cs typeface="Arial"/>
              </a:rPr>
              <a:t>e = g(z) + ε</a:t>
            </a:r>
          </a:p>
        </p:txBody>
      </p:sp>
      <p:sp>
        <p:nvSpPr>
          <p:cNvPr id="711" name="p1_fformpp_text_9">
            <a:extLst>
              <a:ext uri="{FF2B5EF4-FFF2-40B4-BE49-F238E27FC236}">
                <a16:creationId xmlns:a16="http://schemas.microsoft.com/office/drawing/2014/main" id="{102892B9-7973-C819-5B3A-92E70F06FC50}"/>
              </a:ext>
            </a:extLst>
          </p:cNvPr>
          <p:cNvSpPr>
            <a:spLocks/>
          </p:cNvSpPr>
          <p:nvPr/>
        </p:nvSpPr>
        <p:spPr>
          <a:xfrm>
            <a:off x="5582601" y="2142670"/>
            <a:ext cx="983879" cy="182200"/>
          </a:xfrm>
          <a:prstGeom prst="rect">
            <a:avLst/>
          </a:prstGeom>
          <a:noFill/>
          <a:ln w="0">
            <a:noFill/>
          </a:ln>
        </p:spPr>
        <p:txBody>
          <a:bodyPr wrap="square" lIns="0" tIns="0" rIns="0" bIns="0" anchor="t">
            <a:noAutofit/>
          </a:bodyPr>
          <a:lstStyle>
            <a:defPPr algn="ctr">
              <a:defRPr sz="1040" b="1">
                <a:solidFill>
                  <a:srgbClr val="172956"/>
                </a:solidFill>
                <a:latin typeface="Noto Sans SC"/>
                <a:ea typeface="Noto Sans SC"/>
                <a:cs typeface="Noto Sans SC"/>
              </a:defRPr>
            </a:defPPr>
          </a:lstStyle>
          <a:p>
            <a:pPr algn="ctr">
              <a:defRPr sz="1040" b="1">
                <a:solidFill>
                  <a:srgbClr val="172956"/>
                </a:solidFill>
                <a:latin typeface="Noto Sans SC"/>
                <a:ea typeface="Noto Sans SC"/>
                <a:cs typeface="Noto Sans SC"/>
              </a:defRPr>
            </a:pPr>
            <a:r>
              <a:rPr sz="1040" b="1">
                <a:solidFill>
                  <a:srgbClr val="172956"/>
                </a:solidFill>
                <a:latin typeface="Noto Sans SC"/>
                <a:ea typeface="Noto Sans SC"/>
                <a:cs typeface="Noto Sans SC"/>
              </a:rPr>
              <a:t>候选误差相关性</a:t>
            </a:r>
          </a:p>
        </p:txBody>
      </p:sp>
      <p:sp>
        <p:nvSpPr>
          <p:cNvPr id="713" name="p1_fformpp_text_10">
            <a:extLst>
              <a:ext uri="{FF2B5EF4-FFF2-40B4-BE49-F238E27FC236}">
                <a16:creationId xmlns:a16="http://schemas.microsoft.com/office/drawing/2014/main" id="{36F32121-92D7-D721-F9A3-33544D4954CD}"/>
              </a:ext>
            </a:extLst>
          </p:cNvPr>
          <p:cNvSpPr>
            <a:spLocks/>
          </p:cNvSpPr>
          <p:nvPr/>
        </p:nvSpPr>
        <p:spPr>
          <a:xfrm>
            <a:off x="5589889" y="3192140"/>
            <a:ext cx="962015" cy="153048"/>
          </a:xfrm>
          <a:prstGeom prst="rect">
            <a:avLst/>
          </a:prstGeom>
          <a:noFill/>
          <a:ln w="0">
            <a:noFill/>
          </a:ln>
        </p:spPr>
        <p:txBody>
          <a:bodyPr wrap="square" lIns="0" tIns="0" rIns="0" bIns="0" anchor="t">
            <a:noAutofit/>
          </a:bodyPr>
          <a:lstStyle>
            <a:defPPr algn="ctr">
              <a:defRPr sz="918" b="0">
                <a:solidFill>
                  <a:srgbClr val="52617D"/>
                </a:solidFill>
                <a:latin typeface="Noto Sans SC"/>
                <a:ea typeface="Noto Sans SC"/>
                <a:cs typeface="Noto Sans SC"/>
              </a:defRPr>
            </a:defPPr>
          </a:lstStyle>
          <a:p>
            <a:pPr algn="ctr">
              <a:defRPr sz="918" b="0">
                <a:solidFill>
                  <a:srgbClr val="52617D"/>
                </a:solidFill>
                <a:latin typeface="Noto Sans SC"/>
                <a:ea typeface="Noto Sans SC"/>
                <a:cs typeface="Noto Sans SC"/>
              </a:defRPr>
            </a:pPr>
            <a:r>
              <a:rPr sz="918" b="0">
                <a:solidFill>
                  <a:srgbClr val="52617D"/>
                </a:solidFill>
                <a:latin typeface="Noto Sans SC"/>
                <a:ea typeface="Noto Sans SC"/>
                <a:cs typeface="Noto Sans SC"/>
              </a:rPr>
              <a:t>相关结构示意</a:t>
            </a:r>
          </a:p>
        </p:txBody>
      </p:sp>
      <p:sp>
        <p:nvSpPr>
          <p:cNvPr id="715" name="p1_fformpp_text_11">
            <a:extLst>
              <a:ext uri="{FF2B5EF4-FFF2-40B4-BE49-F238E27FC236}">
                <a16:creationId xmlns:a16="http://schemas.microsoft.com/office/drawing/2014/main" id="{DE11CA0B-2BCA-B9C8-B959-1149F74D503A}"/>
              </a:ext>
            </a:extLst>
          </p:cNvPr>
          <p:cNvSpPr>
            <a:spLocks/>
          </p:cNvSpPr>
          <p:nvPr/>
        </p:nvSpPr>
        <p:spPr>
          <a:xfrm>
            <a:off x="6872576" y="1545054"/>
            <a:ext cx="583039" cy="218640"/>
          </a:xfrm>
          <a:prstGeom prst="rect">
            <a:avLst/>
          </a:prstGeom>
          <a:noFill/>
          <a:ln w="0">
            <a:noFill/>
          </a:ln>
        </p:spPr>
        <p:txBody>
          <a:bodyPr wrap="square" lIns="0" tIns="0" rIns="0" bIns="0" anchor="t">
            <a:noAutofit/>
          </a:bodyPr>
          <a:lstStyle>
            <a:defPPr algn="l">
              <a:defRPr sz="1079" b="1">
                <a:solidFill>
                  <a:srgbClr val="172956"/>
                </a:solidFill>
                <a:latin typeface="Noto Sans SC"/>
                <a:ea typeface="Noto Sans SC"/>
                <a:cs typeface="Noto Sans SC"/>
              </a:defRPr>
            </a:defPPr>
          </a:lstStyle>
          <a:p>
            <a:pPr algn="l">
              <a:defRPr sz="1079" b="1">
                <a:solidFill>
                  <a:srgbClr val="172956"/>
                </a:solidFill>
                <a:latin typeface="Noto Sans SC"/>
                <a:ea typeface="Noto Sans SC"/>
                <a:cs typeface="Noto Sans SC"/>
              </a:defRPr>
            </a:pPr>
            <a:r>
              <a:rPr sz="1079" b="1">
                <a:solidFill>
                  <a:srgbClr val="172956"/>
                </a:solidFill>
                <a:latin typeface="Noto Sans SC"/>
                <a:ea typeface="Noto Sans SC"/>
                <a:cs typeface="Noto Sans SC"/>
              </a:rPr>
              <a:t>预测误差</a:t>
            </a:r>
          </a:p>
        </p:txBody>
      </p:sp>
      <p:sp>
        <p:nvSpPr>
          <p:cNvPr id="717" name="p1_fformpp_text_12">
            <a:extLst>
              <a:ext uri="{FF2B5EF4-FFF2-40B4-BE49-F238E27FC236}">
                <a16:creationId xmlns:a16="http://schemas.microsoft.com/office/drawing/2014/main" id="{E1C90D97-9795-DB90-2A02-A025C9E41C58}"/>
              </a:ext>
            </a:extLst>
          </p:cNvPr>
          <p:cNvSpPr>
            <a:spLocks/>
          </p:cNvSpPr>
          <p:nvPr/>
        </p:nvSpPr>
        <p:spPr>
          <a:xfrm>
            <a:off x="6916304" y="1894878"/>
            <a:ext cx="495583" cy="211352"/>
          </a:xfrm>
          <a:prstGeom prst="rect">
            <a:avLst/>
          </a:prstGeom>
          <a:noFill/>
          <a:ln w="0">
            <a:noFill/>
          </a:ln>
        </p:spPr>
        <p:txBody>
          <a:bodyPr wrap="square" lIns="0" tIns="0" rIns="0" bIns="0" anchor="t">
            <a:noAutofit/>
          </a:bodyPr>
          <a:lstStyle>
            <a:defPPr algn="ctr">
              <a:defRPr sz="1377" b="0">
                <a:solidFill>
                  <a:srgbClr val="172956"/>
                </a:solidFill>
                <a:latin typeface="Arial"/>
                <a:ea typeface="Arial"/>
                <a:cs typeface="Arial"/>
              </a:defRPr>
            </a:defPPr>
          </a:lstStyle>
          <a:p>
            <a:pPr algn="ctr">
              <a:defRPr sz="1377" b="0">
                <a:solidFill>
                  <a:srgbClr val="172956"/>
                </a:solidFill>
                <a:latin typeface="Arial"/>
                <a:ea typeface="Arial"/>
                <a:cs typeface="Arial"/>
              </a:defRPr>
            </a:pPr>
            <a:r>
              <a:rPr sz="1377" b="0">
                <a:solidFill>
                  <a:srgbClr val="172956"/>
                </a:solidFill>
                <a:latin typeface="Arial"/>
                <a:ea typeface="Arial"/>
                <a:cs typeface="Arial"/>
              </a:rPr>
              <a:t>ê₁</a:t>
            </a:r>
          </a:p>
        </p:txBody>
      </p:sp>
      <p:sp>
        <p:nvSpPr>
          <p:cNvPr id="719" name="p1_fformpp_text_13">
            <a:extLst>
              <a:ext uri="{FF2B5EF4-FFF2-40B4-BE49-F238E27FC236}">
                <a16:creationId xmlns:a16="http://schemas.microsoft.com/office/drawing/2014/main" id="{A6ADEBF5-D90D-201F-21EB-9A7AA8644851}"/>
              </a:ext>
            </a:extLst>
          </p:cNvPr>
          <p:cNvSpPr>
            <a:spLocks/>
          </p:cNvSpPr>
          <p:nvPr/>
        </p:nvSpPr>
        <p:spPr>
          <a:xfrm>
            <a:off x="6916304" y="2230125"/>
            <a:ext cx="495583" cy="211352"/>
          </a:xfrm>
          <a:prstGeom prst="rect">
            <a:avLst/>
          </a:prstGeom>
          <a:noFill/>
          <a:ln w="0">
            <a:noFill/>
          </a:ln>
        </p:spPr>
        <p:txBody>
          <a:bodyPr wrap="square" lIns="0" tIns="0" rIns="0" bIns="0" anchor="t">
            <a:noAutofit/>
          </a:bodyPr>
          <a:lstStyle>
            <a:defPPr algn="ctr">
              <a:defRPr sz="1377" b="0">
                <a:solidFill>
                  <a:srgbClr val="172956"/>
                </a:solidFill>
                <a:latin typeface="Arial"/>
                <a:ea typeface="Arial"/>
                <a:cs typeface="Arial"/>
              </a:defRPr>
            </a:defPPr>
          </a:lstStyle>
          <a:p>
            <a:pPr algn="ctr">
              <a:defRPr sz="1377" b="0">
                <a:solidFill>
                  <a:srgbClr val="172956"/>
                </a:solidFill>
                <a:latin typeface="Arial"/>
                <a:ea typeface="Arial"/>
                <a:cs typeface="Arial"/>
              </a:defRPr>
            </a:pPr>
            <a:r>
              <a:rPr sz="1377" b="0">
                <a:solidFill>
                  <a:srgbClr val="172956"/>
                </a:solidFill>
                <a:latin typeface="Arial"/>
                <a:ea typeface="Arial"/>
                <a:cs typeface="Arial"/>
              </a:rPr>
              <a:t>ê₂</a:t>
            </a:r>
          </a:p>
        </p:txBody>
      </p:sp>
      <p:sp>
        <p:nvSpPr>
          <p:cNvPr id="721" name="p1_fformpp_text_14">
            <a:extLst>
              <a:ext uri="{FF2B5EF4-FFF2-40B4-BE49-F238E27FC236}">
                <a16:creationId xmlns:a16="http://schemas.microsoft.com/office/drawing/2014/main" id="{8F187F95-800B-91D9-E178-A9D78CD2AF65}"/>
              </a:ext>
            </a:extLst>
          </p:cNvPr>
          <p:cNvSpPr>
            <a:spLocks/>
          </p:cNvSpPr>
          <p:nvPr/>
        </p:nvSpPr>
        <p:spPr>
          <a:xfrm>
            <a:off x="6916304" y="2565373"/>
            <a:ext cx="495583" cy="211352"/>
          </a:xfrm>
          <a:prstGeom prst="rect">
            <a:avLst/>
          </a:prstGeom>
          <a:noFill/>
          <a:ln w="0">
            <a:noFill/>
          </a:ln>
        </p:spPr>
        <p:txBody>
          <a:bodyPr wrap="square" lIns="0" tIns="0" rIns="0" bIns="0" anchor="t">
            <a:noAutofit/>
          </a:bodyPr>
          <a:lstStyle>
            <a:defPPr algn="ctr">
              <a:defRPr sz="1377" b="0">
                <a:solidFill>
                  <a:srgbClr val="172956"/>
                </a:solidFill>
                <a:latin typeface="Arial"/>
                <a:ea typeface="Arial"/>
                <a:cs typeface="Arial"/>
              </a:defRPr>
            </a:defPPr>
          </a:lstStyle>
          <a:p>
            <a:pPr algn="ctr">
              <a:defRPr sz="1377" b="0">
                <a:solidFill>
                  <a:srgbClr val="172956"/>
                </a:solidFill>
                <a:latin typeface="Arial"/>
                <a:ea typeface="Arial"/>
                <a:cs typeface="Arial"/>
              </a:defRPr>
            </a:pPr>
            <a:r>
              <a:rPr sz="1377" b="0">
                <a:solidFill>
                  <a:srgbClr val="172956"/>
                </a:solidFill>
                <a:latin typeface="Arial"/>
                <a:ea typeface="Arial"/>
                <a:cs typeface="Arial"/>
              </a:rPr>
              <a:t>ê₃</a:t>
            </a:r>
          </a:p>
        </p:txBody>
      </p:sp>
      <p:sp>
        <p:nvSpPr>
          <p:cNvPr id="723" name="p1_fformpp_text_15">
            <a:extLst>
              <a:ext uri="{FF2B5EF4-FFF2-40B4-BE49-F238E27FC236}">
                <a16:creationId xmlns:a16="http://schemas.microsoft.com/office/drawing/2014/main" id="{7AB42D1A-73E2-6358-27F4-127F7098AC1C}"/>
              </a:ext>
            </a:extLst>
          </p:cNvPr>
          <p:cNvSpPr>
            <a:spLocks/>
          </p:cNvSpPr>
          <p:nvPr/>
        </p:nvSpPr>
        <p:spPr>
          <a:xfrm>
            <a:off x="6916304" y="2900621"/>
            <a:ext cx="495583" cy="211352"/>
          </a:xfrm>
          <a:prstGeom prst="rect">
            <a:avLst/>
          </a:prstGeom>
          <a:noFill/>
          <a:ln w="0">
            <a:noFill/>
          </a:ln>
        </p:spPr>
        <p:txBody>
          <a:bodyPr wrap="square" lIns="0" tIns="0" rIns="0" bIns="0" anchor="t">
            <a:noAutofit/>
          </a:bodyPr>
          <a:lstStyle>
            <a:defPPr algn="ctr">
              <a:defRPr sz="1377" b="0">
                <a:solidFill>
                  <a:srgbClr val="172956"/>
                </a:solidFill>
                <a:latin typeface="Arial"/>
                <a:ea typeface="Arial"/>
                <a:cs typeface="Arial"/>
              </a:defRPr>
            </a:defPPr>
          </a:lstStyle>
          <a:p>
            <a:pPr algn="ctr">
              <a:defRPr sz="1377" b="0">
                <a:solidFill>
                  <a:srgbClr val="172956"/>
                </a:solidFill>
                <a:latin typeface="Arial"/>
                <a:ea typeface="Arial"/>
                <a:cs typeface="Arial"/>
              </a:defRPr>
            </a:pPr>
            <a:r>
              <a:rPr sz="1377" b="0">
                <a:solidFill>
                  <a:srgbClr val="172956"/>
                </a:solidFill>
                <a:latin typeface="Arial"/>
                <a:ea typeface="Arial"/>
                <a:cs typeface="Arial"/>
              </a:rPr>
              <a:t>…</a:t>
            </a:r>
          </a:p>
        </p:txBody>
      </p:sp>
      <p:sp>
        <p:nvSpPr>
          <p:cNvPr id="725" name="p1_fformpp_text_16">
            <a:extLst>
              <a:ext uri="{FF2B5EF4-FFF2-40B4-BE49-F238E27FC236}">
                <a16:creationId xmlns:a16="http://schemas.microsoft.com/office/drawing/2014/main" id="{3E4D93F2-B195-2095-1E56-245CA27CEA2B}"/>
              </a:ext>
            </a:extLst>
          </p:cNvPr>
          <p:cNvSpPr>
            <a:spLocks/>
          </p:cNvSpPr>
          <p:nvPr/>
        </p:nvSpPr>
        <p:spPr>
          <a:xfrm>
            <a:off x="7747135" y="1545054"/>
            <a:ext cx="779815" cy="218640"/>
          </a:xfrm>
          <a:prstGeom prst="rect">
            <a:avLst/>
          </a:prstGeom>
          <a:noFill/>
          <a:ln w="0">
            <a:noFill/>
          </a:ln>
        </p:spPr>
        <p:txBody>
          <a:bodyPr wrap="square" lIns="0" tIns="0" rIns="0" bIns="0" anchor="t">
            <a:noAutofit/>
          </a:bodyPr>
          <a:lstStyle>
            <a:defPPr algn="l">
              <a:defRPr sz="959" b="1">
                <a:solidFill>
                  <a:srgbClr val="172956"/>
                </a:solidFill>
                <a:latin typeface="Noto Sans SC"/>
                <a:ea typeface="Noto Sans SC"/>
                <a:cs typeface="Noto Sans SC"/>
              </a:defRPr>
            </a:defPPr>
          </a:lstStyle>
          <a:p>
            <a:pPr algn="l">
              <a:defRPr sz="959" b="1">
                <a:solidFill>
                  <a:srgbClr val="172956"/>
                </a:solidFill>
                <a:latin typeface="Noto Sans SC"/>
                <a:ea typeface="Noto Sans SC"/>
                <a:cs typeface="Noto Sans SC"/>
              </a:defRPr>
            </a:pPr>
            <a:r>
              <a:rPr sz="959" b="1">
                <a:solidFill>
                  <a:srgbClr val="172956"/>
                </a:solidFill>
                <a:latin typeface="Noto Sans SC"/>
                <a:ea typeface="Noto Sans SC"/>
                <a:cs typeface="Noto Sans SC"/>
              </a:rPr>
              <a:t>排序 / Top-k</a:t>
            </a:r>
          </a:p>
        </p:txBody>
      </p:sp>
      <p:sp>
        <p:nvSpPr>
          <p:cNvPr id="727" name="p1_fformpp_text_17">
            <a:extLst>
              <a:ext uri="{FF2B5EF4-FFF2-40B4-BE49-F238E27FC236}">
                <a16:creationId xmlns:a16="http://schemas.microsoft.com/office/drawing/2014/main" id="{E438F769-72C7-AE36-200C-9C5BE85FBD3A}"/>
              </a:ext>
            </a:extLst>
          </p:cNvPr>
          <p:cNvSpPr>
            <a:spLocks/>
          </p:cNvSpPr>
          <p:nvPr/>
        </p:nvSpPr>
        <p:spPr>
          <a:xfrm>
            <a:off x="7805439" y="1924030"/>
            <a:ext cx="663207" cy="204064"/>
          </a:xfrm>
          <a:prstGeom prst="rect">
            <a:avLst/>
          </a:prstGeom>
          <a:noFill/>
          <a:ln w="0">
            <a:noFill/>
          </a:ln>
        </p:spPr>
        <p:txBody>
          <a:bodyPr wrap="square" lIns="0" tIns="0" rIns="0" bIns="0" anchor="t">
            <a:noAutofit/>
          </a:bodyPr>
          <a:lstStyle>
            <a:defPPr algn="ctr">
              <a:defRPr sz="1205" b="0">
                <a:solidFill>
                  <a:srgbClr val="172956"/>
                </a:solidFill>
                <a:latin typeface="Noto Sans SC"/>
                <a:ea typeface="Noto Sans SC"/>
                <a:cs typeface="Noto Sans SC"/>
              </a:defRPr>
            </a:defPPr>
          </a:lstStyle>
          <a:p>
            <a:pPr algn="ctr">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候选 1</a:t>
            </a:r>
          </a:p>
        </p:txBody>
      </p:sp>
      <p:sp>
        <p:nvSpPr>
          <p:cNvPr id="729" name="p1_fformpp_text_18">
            <a:extLst>
              <a:ext uri="{FF2B5EF4-FFF2-40B4-BE49-F238E27FC236}">
                <a16:creationId xmlns:a16="http://schemas.microsoft.com/office/drawing/2014/main" id="{66B29188-BC95-ABEB-E0DA-723740419C54}"/>
              </a:ext>
            </a:extLst>
          </p:cNvPr>
          <p:cNvSpPr>
            <a:spLocks/>
          </p:cNvSpPr>
          <p:nvPr/>
        </p:nvSpPr>
        <p:spPr>
          <a:xfrm>
            <a:off x="7805439" y="2310293"/>
            <a:ext cx="663207" cy="204064"/>
          </a:xfrm>
          <a:prstGeom prst="rect">
            <a:avLst/>
          </a:prstGeom>
          <a:noFill/>
          <a:ln w="0">
            <a:noFill/>
          </a:ln>
        </p:spPr>
        <p:txBody>
          <a:bodyPr wrap="square" lIns="0" tIns="0" rIns="0" bIns="0" anchor="t">
            <a:noAutofit/>
          </a:bodyPr>
          <a:lstStyle>
            <a:defPPr algn="ctr">
              <a:defRPr sz="1205" b="0">
                <a:solidFill>
                  <a:srgbClr val="172956"/>
                </a:solidFill>
                <a:latin typeface="Noto Sans SC"/>
                <a:ea typeface="Noto Sans SC"/>
                <a:cs typeface="Noto Sans SC"/>
              </a:defRPr>
            </a:defPPr>
          </a:lstStyle>
          <a:p>
            <a:pPr algn="ctr">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候选 2</a:t>
            </a:r>
          </a:p>
        </p:txBody>
      </p:sp>
      <p:sp>
        <p:nvSpPr>
          <p:cNvPr id="731" name="p1_fformpp_text_19">
            <a:extLst>
              <a:ext uri="{FF2B5EF4-FFF2-40B4-BE49-F238E27FC236}">
                <a16:creationId xmlns:a16="http://schemas.microsoft.com/office/drawing/2014/main" id="{3A64B9CA-8CB0-3B68-B61A-57CE55A97CCC}"/>
              </a:ext>
            </a:extLst>
          </p:cNvPr>
          <p:cNvSpPr>
            <a:spLocks/>
          </p:cNvSpPr>
          <p:nvPr/>
        </p:nvSpPr>
        <p:spPr>
          <a:xfrm>
            <a:off x="7805439" y="2696557"/>
            <a:ext cx="663207" cy="204064"/>
          </a:xfrm>
          <a:prstGeom prst="rect">
            <a:avLst/>
          </a:prstGeom>
          <a:noFill/>
          <a:ln w="0">
            <a:noFill/>
          </a:ln>
        </p:spPr>
        <p:txBody>
          <a:bodyPr wrap="square" lIns="0" tIns="0" rIns="0" bIns="0" anchor="t">
            <a:noAutofit/>
          </a:bodyPr>
          <a:lstStyle>
            <a:defPPr algn="ctr">
              <a:defRPr sz="1205" b="0">
                <a:solidFill>
                  <a:srgbClr val="172956"/>
                </a:solidFill>
                <a:latin typeface="Noto Sans SC"/>
                <a:ea typeface="Noto Sans SC"/>
                <a:cs typeface="Noto Sans SC"/>
              </a:defRPr>
            </a:defPPr>
          </a:lstStyle>
          <a:p>
            <a:pPr algn="ctr">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候选 3</a:t>
            </a:r>
          </a:p>
        </p:txBody>
      </p:sp>
      <p:sp>
        <p:nvSpPr>
          <p:cNvPr id="733" name="p1_fformpp_text_20">
            <a:extLst>
              <a:ext uri="{FF2B5EF4-FFF2-40B4-BE49-F238E27FC236}">
                <a16:creationId xmlns:a16="http://schemas.microsoft.com/office/drawing/2014/main" id="{9BD4801B-8D68-F898-3EE9-2727BE20AAF9}"/>
              </a:ext>
            </a:extLst>
          </p:cNvPr>
          <p:cNvSpPr>
            <a:spLocks/>
          </p:cNvSpPr>
          <p:nvPr/>
        </p:nvSpPr>
        <p:spPr>
          <a:xfrm>
            <a:off x="7754423" y="3104684"/>
            <a:ext cx="765239" cy="174912"/>
          </a:xfrm>
          <a:prstGeom prst="rect">
            <a:avLst/>
          </a:prstGeom>
          <a:noFill/>
          <a:ln w="0">
            <a:noFill/>
          </a:ln>
        </p:spPr>
        <p:txBody>
          <a:bodyPr wrap="square" lIns="0" tIns="0" rIns="0" bIns="0" anchor="t">
            <a:noAutofit/>
          </a:bodyPr>
          <a:lstStyle>
            <a:defPPr algn="ctr">
              <a:defRPr sz="944" b="0">
                <a:solidFill>
                  <a:srgbClr val="52617D"/>
                </a:solidFill>
                <a:latin typeface="Noto Sans SC"/>
                <a:ea typeface="Noto Sans SC"/>
                <a:cs typeface="Noto Sans SC"/>
              </a:defRPr>
            </a:defPPr>
          </a:lstStyle>
          <a:p>
            <a:pPr algn="ctr">
              <a:defRPr sz="944" b="0">
                <a:solidFill>
                  <a:srgbClr val="52617D"/>
                </a:solidFill>
                <a:latin typeface="Noto Sans SC"/>
                <a:ea typeface="Noto Sans SC"/>
                <a:cs typeface="Noto Sans SC"/>
              </a:defRPr>
            </a:pPr>
            <a:r>
              <a:rPr sz="944" b="0">
                <a:solidFill>
                  <a:srgbClr val="52617D"/>
                </a:solidFill>
                <a:latin typeface="Noto Sans SC"/>
                <a:ea typeface="Noto Sans SC"/>
                <a:cs typeface="Noto Sans SC"/>
              </a:rPr>
              <a:t>选择模型子集</a:t>
            </a:r>
          </a:p>
        </p:txBody>
      </p:sp>
      <p:sp>
        <p:nvSpPr>
          <p:cNvPr id="735" name="p1_fformpp_text_21">
            <a:extLst>
              <a:ext uri="{FF2B5EF4-FFF2-40B4-BE49-F238E27FC236}">
                <a16:creationId xmlns:a16="http://schemas.microsoft.com/office/drawing/2014/main" id="{A6CD11D4-0973-239C-388C-B4E2C0D5C0C6}"/>
              </a:ext>
            </a:extLst>
          </p:cNvPr>
          <p:cNvSpPr>
            <a:spLocks/>
          </p:cNvSpPr>
          <p:nvPr/>
        </p:nvSpPr>
        <p:spPr>
          <a:xfrm>
            <a:off x="4606011" y="3476372"/>
            <a:ext cx="3950091" cy="211352"/>
          </a:xfrm>
          <a:prstGeom prst="rect">
            <a:avLst/>
          </a:prstGeom>
          <a:noFill/>
          <a:ln w="0">
            <a:noFill/>
          </a:ln>
        </p:spPr>
        <p:txBody>
          <a:bodyPr wrap="square" lIns="0" tIns="0" rIns="0" bIns="0" anchor="t">
            <a:noAutofit/>
          </a:bodyPr>
          <a:lstStyle>
            <a:defPPr algn="ctr">
              <a:defRPr sz="1377" b="1">
                <a:solidFill>
                  <a:srgbClr val="172956"/>
                </a:solidFill>
                <a:latin typeface="Noto Sans SC"/>
                <a:ea typeface="Noto Sans SC"/>
                <a:cs typeface="Noto Sans SC"/>
              </a:defRPr>
            </a:defPPr>
          </a:lstStyle>
          <a:p>
            <a:pPr algn="ctr">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M4 验证：联合预测 MASE 并选择模型子集</a:t>
            </a:r>
          </a:p>
        </p:txBody>
      </p:sp>
      <p:sp>
        <p:nvSpPr>
          <p:cNvPr id="737" name="p1_moeini_text_0">
            <a:extLst>
              <a:ext uri="{FF2B5EF4-FFF2-40B4-BE49-F238E27FC236}">
                <a16:creationId xmlns:a16="http://schemas.microsoft.com/office/drawing/2014/main" id="{C3698B1B-3AE3-93AA-1F61-3E6D7D005D75}"/>
              </a:ext>
            </a:extLst>
          </p:cNvPr>
          <p:cNvSpPr>
            <a:spLocks/>
          </p:cNvSpPr>
          <p:nvPr/>
        </p:nvSpPr>
        <p:spPr>
          <a:xfrm>
            <a:off x="8971518" y="940151"/>
            <a:ext cx="204064" cy="247792"/>
          </a:xfrm>
          <a:prstGeom prst="rect">
            <a:avLst/>
          </a:prstGeom>
          <a:noFill/>
          <a:ln w="0">
            <a:noFill/>
          </a:ln>
        </p:spPr>
        <p:txBody>
          <a:bodyPr wrap="square" lIns="0" tIns="0" rIns="0" bIns="0" anchor="t">
            <a:noAutofit/>
          </a:bodyPr>
          <a:lstStyle>
            <a:defPPr algn="ctr">
              <a:defRPr sz="1607" b="1">
                <a:solidFill>
                  <a:srgbClr val="172956"/>
                </a:solidFill>
                <a:latin typeface="Arial"/>
                <a:ea typeface="Arial"/>
                <a:cs typeface="Arial"/>
              </a:defRPr>
            </a:defPPr>
          </a:lstStyle>
          <a:p>
            <a:pPr algn="ctr">
              <a:defRPr sz="1607" b="1">
                <a:solidFill>
                  <a:srgbClr val="172956"/>
                </a:solidFill>
                <a:latin typeface="Arial"/>
                <a:ea typeface="Arial"/>
                <a:cs typeface="Arial"/>
              </a:defRPr>
            </a:pPr>
            <a:r>
              <a:rPr sz="1607" b="1">
                <a:solidFill>
                  <a:srgbClr val="172956"/>
                </a:solidFill>
                <a:latin typeface="Arial"/>
                <a:ea typeface="Arial"/>
                <a:cs typeface="Arial"/>
              </a:rPr>
              <a:t>3</a:t>
            </a:r>
          </a:p>
        </p:txBody>
      </p:sp>
      <p:sp>
        <p:nvSpPr>
          <p:cNvPr id="739" name="p1_moeini_text_1">
            <a:extLst>
              <a:ext uri="{FF2B5EF4-FFF2-40B4-BE49-F238E27FC236}">
                <a16:creationId xmlns:a16="http://schemas.microsoft.com/office/drawing/2014/main" id="{40BF4189-64E9-FA0A-F1E8-D919D40D8F7A}"/>
              </a:ext>
            </a:extLst>
          </p:cNvPr>
          <p:cNvSpPr>
            <a:spLocks/>
          </p:cNvSpPr>
          <p:nvPr/>
        </p:nvSpPr>
        <p:spPr>
          <a:xfrm>
            <a:off x="9306765" y="910999"/>
            <a:ext cx="2660117" cy="298808"/>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Moeini 等 · AAAI 2026</a:t>
            </a:r>
          </a:p>
        </p:txBody>
      </p:sp>
      <p:sp>
        <p:nvSpPr>
          <p:cNvPr id="741" name="p1_moeini_text_2">
            <a:extLst>
              <a:ext uri="{FF2B5EF4-FFF2-40B4-BE49-F238E27FC236}">
                <a16:creationId xmlns:a16="http://schemas.microsoft.com/office/drawing/2014/main" id="{61B784C7-19F5-5ADD-018C-88B913F89D02}"/>
              </a:ext>
            </a:extLst>
          </p:cNvPr>
          <p:cNvSpPr>
            <a:spLocks/>
          </p:cNvSpPr>
          <p:nvPr/>
        </p:nvSpPr>
        <p:spPr>
          <a:xfrm>
            <a:off x="9306765" y="1217095"/>
            <a:ext cx="2660117" cy="240504"/>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任务与架构 / 超参数联合推荐</a:t>
            </a:r>
          </a:p>
        </p:txBody>
      </p:sp>
      <p:sp>
        <p:nvSpPr>
          <p:cNvPr id="743" name="p1_moeini_text_3">
            <a:extLst>
              <a:ext uri="{FF2B5EF4-FFF2-40B4-BE49-F238E27FC236}">
                <a16:creationId xmlns:a16="http://schemas.microsoft.com/office/drawing/2014/main" id="{5F4D6034-9101-01D0-0EC6-3C11D3D4FFDD}"/>
              </a:ext>
            </a:extLst>
          </p:cNvPr>
          <p:cNvSpPr>
            <a:spLocks/>
          </p:cNvSpPr>
          <p:nvPr/>
        </p:nvSpPr>
        <p:spPr>
          <a:xfrm>
            <a:off x="9015245" y="1545054"/>
            <a:ext cx="787103"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任务表示</a:t>
            </a:r>
          </a:p>
        </p:txBody>
      </p:sp>
      <p:sp>
        <p:nvSpPr>
          <p:cNvPr id="745" name="p1_moeini_text_4">
            <a:extLst>
              <a:ext uri="{FF2B5EF4-FFF2-40B4-BE49-F238E27FC236}">
                <a16:creationId xmlns:a16="http://schemas.microsoft.com/office/drawing/2014/main" id="{D2916E5C-E190-7F49-FE8B-B9C4E0A0DE91}"/>
              </a:ext>
            </a:extLst>
          </p:cNvPr>
          <p:cNvSpPr>
            <a:spLocks/>
          </p:cNvSpPr>
          <p:nvPr/>
        </p:nvSpPr>
        <p:spPr>
          <a:xfrm>
            <a:off x="9015245" y="2149957"/>
            <a:ext cx="787103" cy="182200"/>
          </a:xfrm>
          <a:prstGeom prst="rect">
            <a:avLst/>
          </a:prstGeom>
          <a:noFill/>
          <a:ln w="0">
            <a:noFill/>
          </a:ln>
        </p:spPr>
        <p:txBody>
          <a:bodyPr wrap="square" lIns="0" tIns="0" rIns="0" bIns="0" anchor="t">
            <a:noAutofit/>
          </a:bodyPr>
          <a:lstStyle>
            <a:defPPr algn="ctr">
              <a:defRPr sz="1090" b="0">
                <a:solidFill>
                  <a:srgbClr val="172956"/>
                </a:solidFill>
                <a:latin typeface="Noto Sans SC"/>
                <a:ea typeface="Noto Sans SC"/>
                <a:cs typeface="Noto Sans SC"/>
              </a:defRPr>
            </a:defPPr>
          </a:lstStyle>
          <a:p>
            <a:pPr algn="ctr">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时序特征 z</a:t>
            </a:r>
          </a:p>
        </p:txBody>
      </p:sp>
      <p:sp>
        <p:nvSpPr>
          <p:cNvPr id="747" name="p1_moeini_text_5">
            <a:extLst>
              <a:ext uri="{FF2B5EF4-FFF2-40B4-BE49-F238E27FC236}">
                <a16:creationId xmlns:a16="http://schemas.microsoft.com/office/drawing/2014/main" id="{9E09AF3F-9756-9011-64A0-2C528CB1B646}"/>
              </a:ext>
            </a:extLst>
          </p:cNvPr>
          <p:cNvSpPr>
            <a:spLocks/>
          </p:cNvSpPr>
          <p:nvPr/>
        </p:nvSpPr>
        <p:spPr>
          <a:xfrm>
            <a:off x="9015245" y="2550797"/>
            <a:ext cx="787103" cy="218640"/>
          </a:xfrm>
          <a:prstGeom prst="rect">
            <a:avLst/>
          </a:prstGeom>
          <a:noFill/>
          <a:ln w="0">
            <a:noFill/>
          </a:ln>
        </p:spPr>
        <p:txBody>
          <a:bodyPr wrap="square" lIns="0" tIns="0" rIns="0" bIns="0" anchor="t">
            <a:noAutofit/>
          </a:bodyPr>
          <a:lstStyle>
            <a:defPPr algn="l">
              <a:defRPr sz="971" b="1">
                <a:solidFill>
                  <a:srgbClr val="172956"/>
                </a:solidFill>
                <a:latin typeface="Noto Sans SC"/>
                <a:ea typeface="Noto Sans SC"/>
                <a:cs typeface="Noto Sans SC"/>
              </a:defRPr>
            </a:defPPr>
          </a:lstStyle>
          <a:p>
            <a:pPr algn="l">
              <a:defRPr sz="971" b="1">
                <a:solidFill>
                  <a:srgbClr val="172956"/>
                </a:solidFill>
                <a:latin typeface="Noto Sans SC"/>
                <a:ea typeface="Noto Sans SC"/>
                <a:cs typeface="Noto Sans SC"/>
              </a:defRPr>
            </a:pPr>
            <a:r>
              <a:rPr sz="971" b="1">
                <a:solidFill>
                  <a:srgbClr val="172956"/>
                </a:solidFill>
                <a:latin typeface="Noto Sans SC"/>
                <a:ea typeface="Noto Sans SC"/>
                <a:cs typeface="Noto Sans SC"/>
              </a:rPr>
              <a:t>模型配置表示</a:t>
            </a:r>
          </a:p>
        </p:txBody>
      </p:sp>
      <p:sp>
        <p:nvSpPr>
          <p:cNvPr id="749" name="p1_moeini_text_6">
            <a:extLst>
              <a:ext uri="{FF2B5EF4-FFF2-40B4-BE49-F238E27FC236}">
                <a16:creationId xmlns:a16="http://schemas.microsoft.com/office/drawing/2014/main" id="{D48D2AAF-EC06-4F81-42FF-6915FB6A0985}"/>
              </a:ext>
            </a:extLst>
          </p:cNvPr>
          <p:cNvSpPr>
            <a:spLocks/>
          </p:cNvSpPr>
          <p:nvPr/>
        </p:nvSpPr>
        <p:spPr>
          <a:xfrm>
            <a:off x="9000670" y="3170276"/>
            <a:ext cx="816255" cy="153048"/>
          </a:xfrm>
          <a:prstGeom prst="rect">
            <a:avLst/>
          </a:prstGeom>
          <a:noFill/>
          <a:ln w="0">
            <a:noFill/>
          </a:ln>
        </p:spPr>
        <p:txBody>
          <a:bodyPr wrap="square" lIns="0" tIns="0" rIns="0" bIns="0" anchor="t">
            <a:noAutofit/>
          </a:bodyPr>
          <a:lstStyle>
            <a:defPPr algn="ctr">
              <a:defRPr sz="896" b="0">
                <a:solidFill>
                  <a:srgbClr val="172956"/>
                </a:solidFill>
                <a:latin typeface="Noto Sans SC"/>
                <a:ea typeface="Noto Sans SC"/>
                <a:cs typeface="Noto Sans SC"/>
              </a:defRPr>
            </a:defPPr>
          </a:lstStyle>
          <a:p>
            <a:pPr algn="ctr">
              <a:defRPr sz="896" b="0">
                <a:solidFill>
                  <a:srgbClr val="172956"/>
                </a:solidFill>
                <a:latin typeface="Noto Sans SC"/>
                <a:ea typeface="Noto Sans SC"/>
                <a:cs typeface="Noto Sans SC"/>
              </a:defRPr>
            </a:pPr>
            <a:r>
              <a:rPr sz="896" b="0">
                <a:solidFill>
                  <a:srgbClr val="172956"/>
                </a:solidFill>
                <a:latin typeface="Noto Sans SC"/>
                <a:ea typeface="Noto Sans SC"/>
                <a:cs typeface="Noto Sans SC"/>
              </a:rPr>
              <a:t>架构 a，超参 h</a:t>
            </a:r>
          </a:p>
        </p:txBody>
      </p:sp>
      <p:sp>
        <p:nvSpPr>
          <p:cNvPr id="751" name="p1_moeini_text_7">
            <a:extLst>
              <a:ext uri="{FF2B5EF4-FFF2-40B4-BE49-F238E27FC236}">
                <a16:creationId xmlns:a16="http://schemas.microsoft.com/office/drawing/2014/main" id="{F3DB1109-EFCA-2348-15DD-ADD5AD128EC8}"/>
              </a:ext>
            </a:extLst>
          </p:cNvPr>
          <p:cNvSpPr>
            <a:spLocks/>
          </p:cNvSpPr>
          <p:nvPr/>
        </p:nvSpPr>
        <p:spPr>
          <a:xfrm>
            <a:off x="10093868" y="1545054"/>
            <a:ext cx="925575" cy="218640"/>
          </a:xfrm>
          <a:prstGeom prst="rect">
            <a:avLst/>
          </a:prstGeom>
          <a:noFill/>
          <a:ln w="0">
            <a:noFill/>
          </a:ln>
        </p:spPr>
        <p:txBody>
          <a:bodyPr wrap="square" lIns="0" tIns="0" rIns="0" bIns="0" anchor="t">
            <a:noAutofit/>
          </a:bodyPr>
          <a:lstStyle>
            <a:defPPr algn="l">
              <a:defRPr sz="1142" b="1">
                <a:solidFill>
                  <a:srgbClr val="172956"/>
                </a:solidFill>
                <a:latin typeface="Noto Sans SC"/>
                <a:ea typeface="Noto Sans SC"/>
                <a:cs typeface="Noto Sans SC"/>
              </a:defRPr>
            </a:defPPr>
          </a:lstStyle>
          <a:p>
            <a:pPr algn="l">
              <a:defRPr sz="1142" b="1">
                <a:solidFill>
                  <a:srgbClr val="172956"/>
                </a:solidFill>
                <a:latin typeface="Noto Sans SC"/>
                <a:ea typeface="Noto Sans SC"/>
                <a:cs typeface="Noto Sans SC"/>
              </a:defRPr>
            </a:pPr>
            <a:r>
              <a:rPr sz="1142" b="1">
                <a:solidFill>
                  <a:srgbClr val="172956"/>
                </a:solidFill>
                <a:latin typeface="Noto Sans SC"/>
                <a:ea typeface="Noto Sans SC"/>
                <a:cs typeface="Noto Sans SC"/>
              </a:rPr>
              <a:t>性能代理模型</a:t>
            </a:r>
          </a:p>
        </p:txBody>
      </p:sp>
      <p:sp>
        <p:nvSpPr>
          <p:cNvPr id="753" name="p1_moeini_text_8">
            <a:extLst>
              <a:ext uri="{FF2B5EF4-FFF2-40B4-BE49-F238E27FC236}">
                <a16:creationId xmlns:a16="http://schemas.microsoft.com/office/drawing/2014/main" id="{C10B80C2-CA15-DC71-1C56-25E369138822}"/>
              </a:ext>
            </a:extLst>
          </p:cNvPr>
          <p:cNvSpPr>
            <a:spLocks/>
          </p:cNvSpPr>
          <p:nvPr/>
        </p:nvSpPr>
        <p:spPr>
          <a:xfrm>
            <a:off x="10093868" y="2893333"/>
            <a:ext cx="910999" cy="204064"/>
          </a:xfrm>
          <a:prstGeom prst="rect">
            <a:avLst/>
          </a:prstGeom>
          <a:noFill/>
          <a:ln w="0">
            <a:noFill/>
          </a:ln>
        </p:spPr>
        <p:txBody>
          <a:bodyPr wrap="square" lIns="0" tIns="0" rIns="0" bIns="0" anchor="t">
            <a:noAutofit/>
          </a:bodyPr>
          <a:lstStyle>
            <a:defPPr algn="ctr">
              <a:defRPr sz="1262" b="0">
                <a:solidFill>
                  <a:srgbClr val="172956"/>
                </a:solidFill>
                <a:latin typeface="Arial"/>
                <a:ea typeface="Arial"/>
                <a:cs typeface="Arial"/>
              </a:defRPr>
            </a:defPPr>
          </a:lstStyle>
          <a:p>
            <a:pPr algn="ctr">
              <a:defRPr sz="1262" b="0">
                <a:solidFill>
                  <a:srgbClr val="172956"/>
                </a:solidFill>
                <a:latin typeface="Arial"/>
                <a:ea typeface="Arial"/>
                <a:cs typeface="Arial"/>
              </a:defRPr>
            </a:pPr>
            <a:r>
              <a:rPr sz="1262" b="0">
                <a:solidFill>
                  <a:srgbClr val="172956"/>
                </a:solidFill>
                <a:latin typeface="Arial"/>
                <a:ea typeface="Arial"/>
                <a:cs typeface="Arial"/>
              </a:rPr>
              <a:t>f(z, a, h)</a:t>
            </a:r>
          </a:p>
        </p:txBody>
      </p:sp>
      <p:sp>
        <p:nvSpPr>
          <p:cNvPr id="755" name="p1_moeini_text_9">
            <a:extLst>
              <a:ext uri="{FF2B5EF4-FFF2-40B4-BE49-F238E27FC236}">
                <a16:creationId xmlns:a16="http://schemas.microsoft.com/office/drawing/2014/main" id="{C14E0BCF-8480-2995-644B-6B719B46EEAD}"/>
              </a:ext>
            </a:extLst>
          </p:cNvPr>
          <p:cNvSpPr>
            <a:spLocks/>
          </p:cNvSpPr>
          <p:nvPr/>
        </p:nvSpPr>
        <p:spPr>
          <a:xfrm>
            <a:off x="10086580" y="3155700"/>
            <a:ext cx="925575" cy="160336"/>
          </a:xfrm>
          <a:prstGeom prst="rect">
            <a:avLst/>
          </a:prstGeom>
          <a:noFill/>
          <a:ln w="0">
            <a:noFill/>
          </a:ln>
        </p:spPr>
        <p:txBody>
          <a:bodyPr wrap="square" lIns="0" tIns="0" rIns="0" bIns="0" anchor="t">
            <a:noAutofit/>
          </a:bodyPr>
          <a:lstStyle>
            <a:defPPr algn="ctr">
              <a:defRPr sz="976" b="0">
                <a:solidFill>
                  <a:srgbClr val="52617D"/>
                </a:solidFill>
                <a:latin typeface="Noto Sans SC"/>
                <a:ea typeface="Noto Sans SC"/>
                <a:cs typeface="Noto Sans SC"/>
              </a:defRPr>
            </a:defPPr>
          </a:lstStyle>
          <a:p>
            <a:pPr algn="ctr">
              <a:defRPr sz="976" b="0">
                <a:solidFill>
                  <a:srgbClr val="52617D"/>
                </a:solidFill>
                <a:latin typeface="Noto Sans SC"/>
                <a:ea typeface="Noto Sans SC"/>
                <a:cs typeface="Noto Sans SC"/>
              </a:defRPr>
            </a:pPr>
            <a:r>
              <a:rPr sz="976" b="0">
                <a:solidFill>
                  <a:srgbClr val="52617D"/>
                </a:solidFill>
                <a:latin typeface="Noto Sans SC"/>
                <a:ea typeface="Noto Sans SC"/>
                <a:cs typeface="Noto Sans SC"/>
              </a:rPr>
              <a:t>历史记录元训练</a:t>
            </a:r>
          </a:p>
        </p:txBody>
      </p:sp>
      <p:sp>
        <p:nvSpPr>
          <p:cNvPr id="757" name="p1_moeini_text_10">
            <a:extLst>
              <a:ext uri="{FF2B5EF4-FFF2-40B4-BE49-F238E27FC236}">
                <a16:creationId xmlns:a16="http://schemas.microsoft.com/office/drawing/2014/main" id="{8F84D49D-621D-EBEE-D37F-ADE2922F95EA}"/>
              </a:ext>
            </a:extLst>
          </p:cNvPr>
          <p:cNvSpPr>
            <a:spLocks/>
          </p:cNvSpPr>
          <p:nvPr/>
        </p:nvSpPr>
        <p:spPr>
          <a:xfrm>
            <a:off x="11310963" y="1545054"/>
            <a:ext cx="597615" cy="218640"/>
          </a:xfrm>
          <a:prstGeom prst="rect">
            <a:avLst/>
          </a:prstGeom>
          <a:noFill/>
          <a:ln w="0">
            <a:noFill/>
          </a:ln>
        </p:spPr>
        <p:txBody>
          <a:bodyPr wrap="square" lIns="0" tIns="0" rIns="0" bIns="0" anchor="t">
            <a:noAutofit/>
          </a:bodyPr>
          <a:lstStyle>
            <a:defPPr algn="l">
              <a:defRPr sz="1106" b="1">
                <a:solidFill>
                  <a:srgbClr val="172956"/>
                </a:solidFill>
                <a:latin typeface="Noto Sans SC"/>
                <a:ea typeface="Noto Sans SC"/>
                <a:cs typeface="Noto Sans SC"/>
              </a:defRPr>
            </a:defPPr>
          </a:lstStyle>
          <a:p>
            <a:pPr algn="l">
              <a:defRPr sz="1106" b="1">
                <a:solidFill>
                  <a:srgbClr val="172956"/>
                </a:solidFill>
                <a:latin typeface="Noto Sans SC"/>
                <a:ea typeface="Noto Sans SC"/>
                <a:cs typeface="Noto Sans SC"/>
              </a:defRPr>
            </a:pPr>
            <a:r>
              <a:rPr sz="1106" b="1">
                <a:solidFill>
                  <a:srgbClr val="172956"/>
                </a:solidFill>
                <a:latin typeface="Noto Sans SC"/>
                <a:ea typeface="Noto Sans SC"/>
                <a:cs typeface="Noto Sans SC"/>
              </a:rPr>
              <a:t>推荐配置</a:t>
            </a:r>
          </a:p>
        </p:txBody>
      </p:sp>
      <p:sp>
        <p:nvSpPr>
          <p:cNvPr id="759" name="p1_moeini_text_11">
            <a:extLst>
              <a:ext uri="{FF2B5EF4-FFF2-40B4-BE49-F238E27FC236}">
                <a16:creationId xmlns:a16="http://schemas.microsoft.com/office/drawing/2014/main" id="{1C540FA7-A380-A42E-BBF3-1B31D51AFDE9}"/>
              </a:ext>
            </a:extLst>
          </p:cNvPr>
          <p:cNvSpPr>
            <a:spLocks/>
          </p:cNvSpPr>
          <p:nvPr/>
        </p:nvSpPr>
        <p:spPr>
          <a:xfrm>
            <a:off x="11369267" y="2463341"/>
            <a:ext cx="481007" cy="211352"/>
          </a:xfrm>
          <a:prstGeom prst="rect">
            <a:avLst/>
          </a:prstGeom>
          <a:noFill/>
          <a:ln w="0">
            <a:noFill/>
          </a:ln>
        </p:spPr>
        <p:txBody>
          <a:bodyPr wrap="square" lIns="0" tIns="0" rIns="0" bIns="0" anchor="t">
            <a:noAutofit/>
          </a:bodyPr>
          <a:lstStyle>
            <a:defPPr algn="ctr">
              <a:defRPr sz="1148" b="0">
                <a:solidFill>
                  <a:srgbClr val="172956"/>
                </a:solidFill>
                <a:latin typeface="Noto Sans SC"/>
                <a:ea typeface="Noto Sans SC"/>
                <a:cs typeface="Noto Sans SC"/>
              </a:defRPr>
            </a:defPPr>
          </a:lstStyle>
          <a:p>
            <a:pPr algn="ctr">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架构 a</a:t>
            </a:r>
          </a:p>
        </p:txBody>
      </p:sp>
      <p:sp>
        <p:nvSpPr>
          <p:cNvPr id="761" name="p1_moeini_text_12">
            <a:extLst>
              <a:ext uri="{FF2B5EF4-FFF2-40B4-BE49-F238E27FC236}">
                <a16:creationId xmlns:a16="http://schemas.microsoft.com/office/drawing/2014/main" id="{AFD27F8E-E237-5C81-99F6-4C2BA0330904}"/>
              </a:ext>
            </a:extLst>
          </p:cNvPr>
          <p:cNvSpPr>
            <a:spLocks/>
          </p:cNvSpPr>
          <p:nvPr/>
        </p:nvSpPr>
        <p:spPr>
          <a:xfrm>
            <a:off x="11354691" y="2922485"/>
            <a:ext cx="510159" cy="211352"/>
          </a:xfrm>
          <a:prstGeom prst="rect">
            <a:avLst/>
          </a:prstGeom>
          <a:noFill/>
          <a:ln w="0">
            <a:noFill/>
          </a:ln>
        </p:spPr>
        <p:txBody>
          <a:bodyPr wrap="square" lIns="0" tIns="0" rIns="0" bIns="0" anchor="t">
            <a:noAutofit/>
          </a:bodyPr>
          <a:lstStyle>
            <a:defPPr algn="ctr">
              <a:defRPr sz="1148" b="0">
                <a:solidFill>
                  <a:srgbClr val="172956"/>
                </a:solidFill>
                <a:latin typeface="Noto Sans SC"/>
                <a:ea typeface="Noto Sans SC"/>
                <a:cs typeface="Noto Sans SC"/>
              </a:defRPr>
            </a:defPPr>
          </a:lstStyle>
          <a:p>
            <a:pPr algn="ctr">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超参 h</a:t>
            </a:r>
          </a:p>
        </p:txBody>
      </p:sp>
      <p:sp>
        <p:nvSpPr>
          <p:cNvPr id="763" name="p1_moeini_text_13">
            <a:extLst>
              <a:ext uri="{FF2B5EF4-FFF2-40B4-BE49-F238E27FC236}">
                <a16:creationId xmlns:a16="http://schemas.microsoft.com/office/drawing/2014/main" id="{279BC1B0-C11C-6D94-2F4C-5F03D16C2D41}"/>
              </a:ext>
            </a:extLst>
          </p:cNvPr>
          <p:cNvSpPr>
            <a:spLocks/>
          </p:cNvSpPr>
          <p:nvPr/>
        </p:nvSpPr>
        <p:spPr>
          <a:xfrm>
            <a:off x="8964230" y="3476372"/>
            <a:ext cx="2988077" cy="211352"/>
          </a:xfrm>
          <a:prstGeom prst="rect">
            <a:avLst/>
          </a:prstGeom>
          <a:noFill/>
          <a:ln w="0">
            <a:noFill/>
          </a:ln>
        </p:spPr>
        <p:txBody>
          <a:bodyPr wrap="square" lIns="0" tIns="0" rIns="0" bIns="0" anchor="t">
            <a:noAutofit/>
          </a:bodyPr>
          <a:lstStyle>
            <a:defPPr algn="ctr">
              <a:defRPr sz="1320" b="1">
                <a:solidFill>
                  <a:srgbClr val="172956"/>
                </a:solidFill>
                <a:latin typeface="Noto Sans SC"/>
                <a:ea typeface="Noto Sans SC"/>
                <a:cs typeface="Noto Sans SC"/>
              </a:defRPr>
            </a:defPPr>
          </a:lstStyle>
          <a:p>
            <a:pPr algn="ctr">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已验证预测与分类任务中的配置推荐</a:t>
            </a:r>
          </a:p>
        </p:txBody>
      </p:sp>
      <p:sp>
        <p:nvSpPr>
          <p:cNvPr id="765" name="p1_mastfm_text_0">
            <a:extLst>
              <a:ext uri="{FF2B5EF4-FFF2-40B4-BE49-F238E27FC236}">
                <a16:creationId xmlns:a16="http://schemas.microsoft.com/office/drawing/2014/main" id="{F00382C0-FC9B-2451-1235-94548EDC26DD}"/>
              </a:ext>
            </a:extLst>
          </p:cNvPr>
          <p:cNvSpPr>
            <a:spLocks/>
          </p:cNvSpPr>
          <p:nvPr/>
        </p:nvSpPr>
        <p:spPr>
          <a:xfrm>
            <a:off x="233216" y="3920939"/>
            <a:ext cx="204064" cy="247792"/>
          </a:xfrm>
          <a:prstGeom prst="rect">
            <a:avLst/>
          </a:prstGeom>
          <a:noFill/>
          <a:ln w="0">
            <a:noFill/>
          </a:ln>
        </p:spPr>
        <p:txBody>
          <a:bodyPr wrap="square" lIns="0" tIns="0" rIns="0" bIns="0" anchor="t">
            <a:noAutofit/>
          </a:bodyPr>
          <a:lstStyle>
            <a:defPPr algn="ctr">
              <a:defRPr sz="1607" b="1">
                <a:solidFill>
                  <a:srgbClr val="172956"/>
                </a:solidFill>
                <a:latin typeface="Arial"/>
                <a:ea typeface="Arial"/>
                <a:cs typeface="Arial"/>
              </a:defRPr>
            </a:defPPr>
          </a:lstStyle>
          <a:p>
            <a:pPr algn="ctr">
              <a:defRPr sz="1607" b="1">
                <a:solidFill>
                  <a:srgbClr val="172956"/>
                </a:solidFill>
                <a:latin typeface="Arial"/>
                <a:ea typeface="Arial"/>
                <a:cs typeface="Arial"/>
              </a:defRPr>
            </a:pPr>
            <a:r>
              <a:rPr sz="1607" b="1">
                <a:solidFill>
                  <a:srgbClr val="172956"/>
                </a:solidFill>
                <a:latin typeface="Arial"/>
                <a:ea typeface="Arial"/>
                <a:cs typeface="Arial"/>
              </a:rPr>
              <a:t>4</a:t>
            </a:r>
          </a:p>
        </p:txBody>
      </p:sp>
      <p:sp>
        <p:nvSpPr>
          <p:cNvPr id="767" name="p1_mastfm_text_1">
            <a:extLst>
              <a:ext uri="{FF2B5EF4-FFF2-40B4-BE49-F238E27FC236}">
                <a16:creationId xmlns:a16="http://schemas.microsoft.com/office/drawing/2014/main" id="{98699C32-972F-1FE4-4840-3AAE78EB09AE}"/>
              </a:ext>
            </a:extLst>
          </p:cNvPr>
          <p:cNvSpPr>
            <a:spLocks/>
          </p:cNvSpPr>
          <p:nvPr/>
        </p:nvSpPr>
        <p:spPr>
          <a:xfrm>
            <a:off x="568463" y="3891787"/>
            <a:ext cx="5422266" cy="298808"/>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MASTFM · ECML-PKDD 2025</a:t>
            </a:r>
          </a:p>
        </p:txBody>
      </p:sp>
      <p:sp>
        <p:nvSpPr>
          <p:cNvPr id="769" name="p1_mastfm_text_2">
            <a:extLst>
              <a:ext uri="{FF2B5EF4-FFF2-40B4-BE49-F238E27FC236}">
                <a16:creationId xmlns:a16="http://schemas.microsoft.com/office/drawing/2014/main" id="{02A7DF21-8DB5-CF24-5A26-E971C36337A1}"/>
              </a:ext>
            </a:extLst>
          </p:cNvPr>
          <p:cNvSpPr>
            <a:spLocks/>
          </p:cNvSpPr>
          <p:nvPr/>
        </p:nvSpPr>
        <p:spPr>
          <a:xfrm>
            <a:off x="568463" y="4197883"/>
            <a:ext cx="5422266" cy="240504"/>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序列统计与模型输出支持压力状态识别</a:t>
            </a:r>
          </a:p>
        </p:txBody>
      </p:sp>
      <p:sp>
        <p:nvSpPr>
          <p:cNvPr id="771" name="p1_mastfm_text_3">
            <a:extLst>
              <a:ext uri="{FF2B5EF4-FFF2-40B4-BE49-F238E27FC236}">
                <a16:creationId xmlns:a16="http://schemas.microsoft.com/office/drawing/2014/main" id="{20C971A3-182C-8CAF-73AA-4FC4664DD53C}"/>
              </a:ext>
            </a:extLst>
          </p:cNvPr>
          <p:cNvSpPr>
            <a:spLocks/>
          </p:cNvSpPr>
          <p:nvPr/>
        </p:nvSpPr>
        <p:spPr>
          <a:xfrm>
            <a:off x="284232" y="4496691"/>
            <a:ext cx="2528933"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输入：序列特征 + 性能估计</a:t>
            </a:r>
          </a:p>
        </p:txBody>
      </p:sp>
      <p:sp>
        <p:nvSpPr>
          <p:cNvPr id="773" name="p1_mastfm_text_4">
            <a:extLst>
              <a:ext uri="{FF2B5EF4-FFF2-40B4-BE49-F238E27FC236}">
                <a16:creationId xmlns:a16="http://schemas.microsoft.com/office/drawing/2014/main" id="{FD0C2061-5440-93D4-0A9A-68C481FCB6DF}"/>
              </a:ext>
            </a:extLst>
          </p:cNvPr>
          <p:cNvSpPr>
            <a:spLocks/>
          </p:cNvSpPr>
          <p:nvPr/>
        </p:nvSpPr>
        <p:spPr>
          <a:xfrm>
            <a:off x="306096" y="4744482"/>
            <a:ext cx="1129639" cy="196776"/>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序列统计特征</a:t>
            </a:r>
          </a:p>
        </p:txBody>
      </p:sp>
      <p:sp>
        <p:nvSpPr>
          <p:cNvPr id="775" name="p1_mastfm_text_5">
            <a:extLst>
              <a:ext uri="{FF2B5EF4-FFF2-40B4-BE49-F238E27FC236}">
                <a16:creationId xmlns:a16="http://schemas.microsoft.com/office/drawing/2014/main" id="{E38C995B-100E-2C66-B5A9-9A9A0B74BE69}"/>
              </a:ext>
            </a:extLst>
          </p:cNvPr>
          <p:cNvSpPr>
            <a:spLocks/>
          </p:cNvSpPr>
          <p:nvPr/>
        </p:nvSpPr>
        <p:spPr>
          <a:xfrm>
            <a:off x="306096" y="5524298"/>
            <a:ext cx="1136927" cy="167624"/>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趋势、波动与结构</a:t>
            </a:r>
          </a:p>
        </p:txBody>
      </p:sp>
      <p:sp>
        <p:nvSpPr>
          <p:cNvPr id="777" name="p1_mastfm_text_6">
            <a:extLst>
              <a:ext uri="{FF2B5EF4-FFF2-40B4-BE49-F238E27FC236}">
                <a16:creationId xmlns:a16="http://schemas.microsoft.com/office/drawing/2014/main" id="{EBA19ED7-29A4-E2AD-BB2C-1BD81AA04A50}"/>
              </a:ext>
            </a:extLst>
          </p:cNvPr>
          <p:cNvSpPr>
            <a:spLocks/>
          </p:cNvSpPr>
          <p:nvPr/>
        </p:nvSpPr>
        <p:spPr>
          <a:xfrm>
            <a:off x="1632510" y="4744482"/>
            <a:ext cx="1151503" cy="196776"/>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模型输出信息</a:t>
            </a:r>
          </a:p>
        </p:txBody>
      </p:sp>
      <p:sp>
        <p:nvSpPr>
          <p:cNvPr id="779" name="p1_mastfm_text_7">
            <a:extLst>
              <a:ext uri="{FF2B5EF4-FFF2-40B4-BE49-F238E27FC236}">
                <a16:creationId xmlns:a16="http://schemas.microsoft.com/office/drawing/2014/main" id="{2344D305-BDF2-9D03-FD0C-A37A09F8200C}"/>
              </a:ext>
            </a:extLst>
          </p:cNvPr>
          <p:cNvSpPr>
            <a:spLocks/>
          </p:cNvSpPr>
          <p:nvPr/>
        </p:nvSpPr>
        <p:spPr>
          <a:xfrm>
            <a:off x="2120806" y="5087018"/>
            <a:ext cx="677783" cy="276944"/>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性能估计</a:t>
            </a:r>
          </a:p>
        </p:txBody>
      </p:sp>
      <p:sp>
        <p:nvSpPr>
          <p:cNvPr id="781" name="p1_mastfm_text_8">
            <a:extLst>
              <a:ext uri="{FF2B5EF4-FFF2-40B4-BE49-F238E27FC236}">
                <a16:creationId xmlns:a16="http://schemas.microsoft.com/office/drawing/2014/main" id="{F553F88F-8AEA-3F2B-E503-5CDFC257E93C}"/>
              </a:ext>
            </a:extLst>
          </p:cNvPr>
          <p:cNvSpPr>
            <a:spLocks/>
          </p:cNvSpPr>
          <p:nvPr/>
        </p:nvSpPr>
        <p:spPr>
          <a:xfrm>
            <a:off x="2120806" y="5320234"/>
            <a:ext cx="677783" cy="276944"/>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输出统计</a:t>
            </a:r>
          </a:p>
        </p:txBody>
      </p:sp>
      <p:sp>
        <p:nvSpPr>
          <p:cNvPr id="783" name="p1_mastfm_text_9">
            <a:extLst>
              <a:ext uri="{FF2B5EF4-FFF2-40B4-BE49-F238E27FC236}">
                <a16:creationId xmlns:a16="http://schemas.microsoft.com/office/drawing/2014/main" id="{37ACE64A-FA72-E904-5E8E-30DAA9E4FD67}"/>
              </a:ext>
            </a:extLst>
          </p:cNvPr>
          <p:cNvSpPr>
            <a:spLocks/>
          </p:cNvSpPr>
          <p:nvPr/>
        </p:nvSpPr>
        <p:spPr>
          <a:xfrm>
            <a:off x="3119260" y="4496691"/>
            <a:ext cx="1144215"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压力状态判断</a:t>
            </a:r>
          </a:p>
        </p:txBody>
      </p:sp>
      <p:sp>
        <p:nvSpPr>
          <p:cNvPr id="785" name="p1_mastfm_text_10">
            <a:extLst>
              <a:ext uri="{FF2B5EF4-FFF2-40B4-BE49-F238E27FC236}">
                <a16:creationId xmlns:a16="http://schemas.microsoft.com/office/drawing/2014/main" id="{E44C619E-E241-ECAE-43EB-B36EF8059F0B}"/>
              </a:ext>
            </a:extLst>
          </p:cNvPr>
          <p:cNvSpPr>
            <a:spLocks/>
          </p:cNvSpPr>
          <p:nvPr/>
        </p:nvSpPr>
        <p:spPr>
          <a:xfrm>
            <a:off x="3177564" y="4788210"/>
            <a:ext cx="1027607" cy="196776"/>
          </a:xfrm>
          <a:prstGeom prst="rect">
            <a:avLst/>
          </a:prstGeom>
          <a:noFill/>
          <a:ln w="0">
            <a:noFill/>
          </a:ln>
        </p:spPr>
        <p:txBody>
          <a:bodyPr wrap="square" lIns="0" tIns="0" rIns="0" bIns="0" anchor="t">
            <a:noAutofit/>
          </a:bodyPr>
          <a:lstStyle>
            <a:defPPr algn="ctr">
              <a:defRPr sz="1205" b="0">
                <a:solidFill>
                  <a:srgbClr val="172956"/>
                </a:solidFill>
                <a:latin typeface="Noto Sans SC"/>
                <a:ea typeface="Noto Sans SC"/>
                <a:cs typeface="Noto Sans SC"/>
              </a:defRPr>
            </a:defPPr>
          </a:lstStyle>
          <a:p>
            <a:pPr algn="ctr">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P(压力)</a:t>
            </a:r>
          </a:p>
        </p:txBody>
      </p:sp>
      <p:sp>
        <p:nvSpPr>
          <p:cNvPr id="787" name="p1_mastfm_text_11">
            <a:extLst>
              <a:ext uri="{FF2B5EF4-FFF2-40B4-BE49-F238E27FC236}">
                <a16:creationId xmlns:a16="http://schemas.microsoft.com/office/drawing/2014/main" id="{955581E5-62ED-F584-E995-6975F1B383D7}"/>
              </a:ext>
            </a:extLst>
          </p:cNvPr>
          <p:cNvSpPr>
            <a:spLocks/>
          </p:cNvSpPr>
          <p:nvPr/>
        </p:nvSpPr>
        <p:spPr>
          <a:xfrm>
            <a:off x="3206716" y="5633617"/>
            <a:ext cx="991167" cy="145760"/>
          </a:xfrm>
          <a:prstGeom prst="rect">
            <a:avLst/>
          </a:prstGeom>
          <a:noFill/>
          <a:ln w="0">
            <a:noFill/>
          </a:ln>
        </p:spPr>
        <p:txBody>
          <a:bodyPr wrap="square" lIns="0" tIns="0" rIns="0" bIns="0" anchor="t">
            <a:noAutofit/>
          </a:bodyPr>
          <a:lstStyle>
            <a:defPPr algn="ctr">
              <a:defRPr sz="861" b="0">
                <a:solidFill>
                  <a:srgbClr val="52617D"/>
                </a:solidFill>
                <a:latin typeface="Noto Sans SC"/>
                <a:ea typeface="Noto Sans SC"/>
                <a:cs typeface="Noto Sans SC"/>
              </a:defRPr>
            </a:defPPr>
          </a:lstStyle>
          <a:p>
            <a:pPr algn="ctr">
              <a:defRPr sz="861" b="0">
                <a:solidFill>
                  <a:srgbClr val="52617D"/>
                </a:solidFill>
                <a:latin typeface="Noto Sans SC"/>
                <a:ea typeface="Noto Sans SC"/>
                <a:cs typeface="Noto Sans SC"/>
              </a:defRPr>
            </a:pPr>
            <a:r>
              <a:rPr sz="861" b="0">
                <a:solidFill>
                  <a:srgbClr val="52617D"/>
                </a:solidFill>
                <a:latin typeface="Noto Sans SC"/>
                <a:ea typeface="Noto Sans SC"/>
                <a:cs typeface="Noto Sans SC"/>
              </a:rPr>
              <a:t>概率示意</a:t>
            </a:r>
          </a:p>
        </p:txBody>
      </p:sp>
      <p:sp>
        <p:nvSpPr>
          <p:cNvPr id="789" name="p1_mastfm_text_12">
            <a:extLst>
              <a:ext uri="{FF2B5EF4-FFF2-40B4-BE49-F238E27FC236}">
                <a16:creationId xmlns:a16="http://schemas.microsoft.com/office/drawing/2014/main" id="{F6891EDD-994D-E91A-20A3-61C14B91410C}"/>
              </a:ext>
            </a:extLst>
          </p:cNvPr>
          <p:cNvSpPr>
            <a:spLocks/>
          </p:cNvSpPr>
          <p:nvPr/>
        </p:nvSpPr>
        <p:spPr>
          <a:xfrm>
            <a:off x="4569571" y="4496691"/>
            <a:ext cx="1348278"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SHAP 特征解释</a:t>
            </a:r>
          </a:p>
        </p:txBody>
      </p:sp>
      <p:sp>
        <p:nvSpPr>
          <p:cNvPr id="791" name="p1_mastfm_text_13">
            <a:extLst>
              <a:ext uri="{FF2B5EF4-FFF2-40B4-BE49-F238E27FC236}">
                <a16:creationId xmlns:a16="http://schemas.microsoft.com/office/drawing/2014/main" id="{5DD34743-3178-0BD8-3587-94A8E0FBC1A5}"/>
              </a:ext>
            </a:extLst>
          </p:cNvPr>
          <p:cNvSpPr>
            <a:spLocks/>
          </p:cNvSpPr>
          <p:nvPr/>
        </p:nvSpPr>
        <p:spPr>
          <a:xfrm>
            <a:off x="4584147" y="4831938"/>
            <a:ext cx="269656" cy="182200"/>
          </a:xfrm>
          <a:prstGeom prst="rect">
            <a:avLst/>
          </a:prstGeom>
          <a:noFill/>
          <a:ln w="0">
            <a:noFill/>
          </a:ln>
        </p:spPr>
        <p:txBody>
          <a:bodyPr wrap="square" lIns="0" tIns="0" rIns="0" bIns="0" anchor="t">
            <a:noAutofit/>
          </a:bodyPr>
          <a:lstStyle>
            <a:defPPr algn="l">
              <a:defRPr sz="1033" b="0">
                <a:solidFill>
                  <a:srgbClr val="172956"/>
                </a:solidFill>
                <a:latin typeface="Arial"/>
                <a:ea typeface="Arial"/>
                <a:cs typeface="Arial"/>
              </a:defRPr>
            </a:defPPr>
          </a:lstStyle>
          <a:p>
            <a:pPr algn="l">
              <a:defRPr sz="1033" b="0">
                <a:solidFill>
                  <a:srgbClr val="172956"/>
                </a:solidFill>
                <a:latin typeface="Arial"/>
                <a:ea typeface="Arial"/>
                <a:cs typeface="Arial"/>
              </a:defRPr>
            </a:pPr>
            <a:r>
              <a:rPr sz="1033" b="0">
                <a:solidFill>
                  <a:srgbClr val="172956"/>
                </a:solidFill>
                <a:latin typeface="Arial"/>
                <a:ea typeface="Arial"/>
                <a:cs typeface="Arial"/>
              </a:rPr>
              <a:t>F₁</a:t>
            </a:r>
          </a:p>
        </p:txBody>
      </p:sp>
      <p:sp>
        <p:nvSpPr>
          <p:cNvPr id="793" name="p1_mastfm_text_14">
            <a:extLst>
              <a:ext uri="{FF2B5EF4-FFF2-40B4-BE49-F238E27FC236}">
                <a16:creationId xmlns:a16="http://schemas.microsoft.com/office/drawing/2014/main" id="{9CAD3AD0-9171-8C4E-B81D-621F17E996A8}"/>
              </a:ext>
            </a:extLst>
          </p:cNvPr>
          <p:cNvSpPr>
            <a:spLocks/>
          </p:cNvSpPr>
          <p:nvPr/>
        </p:nvSpPr>
        <p:spPr>
          <a:xfrm>
            <a:off x="4584147" y="5043290"/>
            <a:ext cx="269656" cy="182200"/>
          </a:xfrm>
          <a:prstGeom prst="rect">
            <a:avLst/>
          </a:prstGeom>
          <a:noFill/>
          <a:ln w="0">
            <a:noFill/>
          </a:ln>
        </p:spPr>
        <p:txBody>
          <a:bodyPr wrap="square" lIns="0" tIns="0" rIns="0" bIns="0" anchor="t">
            <a:noAutofit/>
          </a:bodyPr>
          <a:lstStyle>
            <a:defPPr algn="l">
              <a:defRPr sz="1033" b="0">
                <a:solidFill>
                  <a:srgbClr val="172956"/>
                </a:solidFill>
                <a:latin typeface="Arial"/>
                <a:ea typeface="Arial"/>
                <a:cs typeface="Arial"/>
              </a:defRPr>
            </a:defPPr>
          </a:lstStyle>
          <a:p>
            <a:pPr algn="l">
              <a:defRPr sz="1033" b="0">
                <a:solidFill>
                  <a:srgbClr val="172956"/>
                </a:solidFill>
                <a:latin typeface="Arial"/>
                <a:ea typeface="Arial"/>
                <a:cs typeface="Arial"/>
              </a:defRPr>
            </a:pPr>
            <a:r>
              <a:rPr sz="1033" b="0">
                <a:solidFill>
                  <a:srgbClr val="172956"/>
                </a:solidFill>
                <a:latin typeface="Arial"/>
                <a:ea typeface="Arial"/>
                <a:cs typeface="Arial"/>
              </a:rPr>
              <a:t>F₂</a:t>
            </a:r>
          </a:p>
        </p:txBody>
      </p:sp>
      <p:sp>
        <p:nvSpPr>
          <p:cNvPr id="795" name="p1_mastfm_text_15">
            <a:extLst>
              <a:ext uri="{FF2B5EF4-FFF2-40B4-BE49-F238E27FC236}">
                <a16:creationId xmlns:a16="http://schemas.microsoft.com/office/drawing/2014/main" id="{7C3E3749-F280-F875-4FC9-84FC3A04BD07}"/>
              </a:ext>
            </a:extLst>
          </p:cNvPr>
          <p:cNvSpPr>
            <a:spLocks/>
          </p:cNvSpPr>
          <p:nvPr/>
        </p:nvSpPr>
        <p:spPr>
          <a:xfrm>
            <a:off x="4584147" y="5254642"/>
            <a:ext cx="269656" cy="182200"/>
          </a:xfrm>
          <a:prstGeom prst="rect">
            <a:avLst/>
          </a:prstGeom>
          <a:noFill/>
          <a:ln w="0">
            <a:noFill/>
          </a:ln>
        </p:spPr>
        <p:txBody>
          <a:bodyPr wrap="square" lIns="0" tIns="0" rIns="0" bIns="0" anchor="t">
            <a:noAutofit/>
          </a:bodyPr>
          <a:lstStyle>
            <a:defPPr algn="l">
              <a:defRPr sz="1033" b="0">
                <a:solidFill>
                  <a:srgbClr val="172956"/>
                </a:solidFill>
                <a:latin typeface="Arial"/>
                <a:ea typeface="Arial"/>
                <a:cs typeface="Arial"/>
              </a:defRPr>
            </a:defPPr>
          </a:lstStyle>
          <a:p>
            <a:pPr algn="l">
              <a:defRPr sz="1033" b="0">
                <a:solidFill>
                  <a:srgbClr val="172956"/>
                </a:solidFill>
                <a:latin typeface="Arial"/>
                <a:ea typeface="Arial"/>
                <a:cs typeface="Arial"/>
              </a:defRPr>
            </a:pPr>
            <a:r>
              <a:rPr sz="1033" b="0">
                <a:solidFill>
                  <a:srgbClr val="172956"/>
                </a:solidFill>
                <a:latin typeface="Arial"/>
                <a:ea typeface="Arial"/>
                <a:cs typeface="Arial"/>
              </a:rPr>
              <a:t>F₃</a:t>
            </a:r>
          </a:p>
        </p:txBody>
      </p:sp>
      <p:sp>
        <p:nvSpPr>
          <p:cNvPr id="797" name="p1_mastfm_text_16">
            <a:extLst>
              <a:ext uri="{FF2B5EF4-FFF2-40B4-BE49-F238E27FC236}">
                <a16:creationId xmlns:a16="http://schemas.microsoft.com/office/drawing/2014/main" id="{02C78948-F84D-8592-FB83-8951296DB5DA}"/>
              </a:ext>
            </a:extLst>
          </p:cNvPr>
          <p:cNvSpPr>
            <a:spLocks/>
          </p:cNvSpPr>
          <p:nvPr/>
        </p:nvSpPr>
        <p:spPr>
          <a:xfrm>
            <a:off x="4584147" y="5465994"/>
            <a:ext cx="269656" cy="182200"/>
          </a:xfrm>
          <a:prstGeom prst="rect">
            <a:avLst/>
          </a:prstGeom>
          <a:noFill/>
          <a:ln w="0">
            <a:noFill/>
          </a:ln>
        </p:spPr>
        <p:txBody>
          <a:bodyPr wrap="square" lIns="0" tIns="0" rIns="0" bIns="0" anchor="t">
            <a:noAutofit/>
          </a:bodyPr>
          <a:lstStyle>
            <a:defPPr algn="l">
              <a:defRPr sz="1033" b="0">
                <a:solidFill>
                  <a:srgbClr val="172956"/>
                </a:solidFill>
                <a:latin typeface="Arial"/>
                <a:ea typeface="Arial"/>
                <a:cs typeface="Arial"/>
              </a:defRPr>
            </a:defPPr>
          </a:lstStyle>
          <a:p>
            <a:pPr algn="l">
              <a:defRPr sz="1033" b="0">
                <a:solidFill>
                  <a:srgbClr val="172956"/>
                </a:solidFill>
                <a:latin typeface="Arial"/>
                <a:ea typeface="Arial"/>
                <a:cs typeface="Arial"/>
              </a:defRPr>
            </a:pPr>
            <a:r>
              <a:rPr sz="1033" b="0">
                <a:solidFill>
                  <a:srgbClr val="172956"/>
                </a:solidFill>
                <a:latin typeface="Arial"/>
                <a:ea typeface="Arial"/>
                <a:cs typeface="Arial"/>
              </a:rPr>
              <a:t>F₄</a:t>
            </a:r>
          </a:p>
        </p:txBody>
      </p:sp>
      <p:sp>
        <p:nvSpPr>
          <p:cNvPr id="799" name="p1_mastfm_text_17">
            <a:extLst>
              <a:ext uri="{FF2B5EF4-FFF2-40B4-BE49-F238E27FC236}">
                <a16:creationId xmlns:a16="http://schemas.microsoft.com/office/drawing/2014/main" id="{7D66F5D2-A36A-DE56-B995-23F5C9E80413}"/>
              </a:ext>
            </a:extLst>
          </p:cNvPr>
          <p:cNvSpPr>
            <a:spLocks/>
          </p:cNvSpPr>
          <p:nvPr/>
        </p:nvSpPr>
        <p:spPr>
          <a:xfrm>
            <a:off x="276944" y="5917849"/>
            <a:ext cx="5640905" cy="204064"/>
          </a:xfrm>
          <a:prstGeom prst="rect">
            <a:avLst/>
          </a:prstGeom>
          <a:noFill/>
          <a:ln w="0">
            <a:noFill/>
          </a:ln>
        </p:spPr>
        <p:txBody>
          <a:bodyPr wrap="square" lIns="0" tIns="0" rIns="0" bIns="0" anchor="t">
            <a:noAutofit/>
          </a:bodyPr>
          <a:lstStyle>
            <a:defPPr algn="ctr">
              <a:defRPr sz="1320" b="1">
                <a:solidFill>
                  <a:srgbClr val="172956"/>
                </a:solidFill>
                <a:latin typeface="Noto Sans SC"/>
                <a:ea typeface="Noto Sans SC"/>
                <a:cs typeface="Noto Sans SC"/>
              </a:defRPr>
            </a:defPPr>
          </a:lstStyle>
          <a:p>
            <a:pPr algn="ctr">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数据增强补足稀少压力样本，SHAP 解释模型何时易失效</a:t>
            </a:r>
          </a:p>
        </p:txBody>
      </p:sp>
      <p:sp>
        <p:nvSpPr>
          <p:cNvPr id="801" name="p1_timespeaks_text_0">
            <a:extLst>
              <a:ext uri="{FF2B5EF4-FFF2-40B4-BE49-F238E27FC236}">
                <a16:creationId xmlns:a16="http://schemas.microsoft.com/office/drawing/2014/main" id="{42F467F0-1476-7710-AD9A-95D7237C76C2}"/>
              </a:ext>
            </a:extLst>
          </p:cNvPr>
          <p:cNvSpPr>
            <a:spLocks/>
          </p:cNvSpPr>
          <p:nvPr/>
        </p:nvSpPr>
        <p:spPr>
          <a:xfrm>
            <a:off x="6369705" y="3920939"/>
            <a:ext cx="204064" cy="247792"/>
          </a:xfrm>
          <a:prstGeom prst="rect">
            <a:avLst/>
          </a:prstGeom>
          <a:noFill/>
          <a:ln w="0">
            <a:noFill/>
          </a:ln>
        </p:spPr>
        <p:txBody>
          <a:bodyPr wrap="square" lIns="0" tIns="0" rIns="0" bIns="0" anchor="t">
            <a:noAutofit/>
          </a:bodyPr>
          <a:lstStyle>
            <a:defPPr algn="ctr">
              <a:defRPr sz="1607" b="1">
                <a:solidFill>
                  <a:srgbClr val="172956"/>
                </a:solidFill>
                <a:latin typeface="Arial"/>
                <a:ea typeface="Arial"/>
                <a:cs typeface="Arial"/>
              </a:defRPr>
            </a:defPPr>
          </a:lstStyle>
          <a:p>
            <a:pPr algn="ctr">
              <a:defRPr sz="1607" b="1">
                <a:solidFill>
                  <a:srgbClr val="172956"/>
                </a:solidFill>
                <a:latin typeface="Arial"/>
                <a:ea typeface="Arial"/>
                <a:cs typeface="Arial"/>
              </a:defRPr>
            </a:pPr>
            <a:r>
              <a:rPr sz="1607" b="1">
                <a:solidFill>
                  <a:srgbClr val="172956"/>
                </a:solidFill>
                <a:latin typeface="Arial"/>
                <a:ea typeface="Arial"/>
                <a:cs typeface="Arial"/>
              </a:rPr>
              <a:t>5</a:t>
            </a:r>
          </a:p>
        </p:txBody>
      </p:sp>
      <p:sp>
        <p:nvSpPr>
          <p:cNvPr id="803" name="p1_timespeaks_text_1">
            <a:extLst>
              <a:ext uri="{FF2B5EF4-FFF2-40B4-BE49-F238E27FC236}">
                <a16:creationId xmlns:a16="http://schemas.microsoft.com/office/drawing/2014/main" id="{5E560366-396E-1F7F-107A-CC0E90A9D184}"/>
              </a:ext>
            </a:extLst>
          </p:cNvPr>
          <p:cNvSpPr>
            <a:spLocks/>
          </p:cNvSpPr>
          <p:nvPr/>
        </p:nvSpPr>
        <p:spPr>
          <a:xfrm>
            <a:off x="6704952" y="3891787"/>
            <a:ext cx="5261930" cy="298808"/>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TimeSpeaks · 2025</a:t>
            </a:r>
          </a:p>
        </p:txBody>
      </p:sp>
      <p:sp>
        <p:nvSpPr>
          <p:cNvPr id="805" name="p1_timespeaks_text_2">
            <a:extLst>
              <a:ext uri="{FF2B5EF4-FFF2-40B4-BE49-F238E27FC236}">
                <a16:creationId xmlns:a16="http://schemas.microsoft.com/office/drawing/2014/main" id="{F047011A-8ABD-6270-5610-7CD3BBC12BDB}"/>
              </a:ext>
            </a:extLst>
          </p:cNvPr>
          <p:cNvSpPr>
            <a:spLocks/>
          </p:cNvSpPr>
          <p:nvPr/>
        </p:nvSpPr>
        <p:spPr>
          <a:xfrm>
            <a:off x="6704952" y="4197883"/>
            <a:ext cx="5261930" cy="240504"/>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学习最优模型标签的时序依赖</a:t>
            </a:r>
          </a:p>
        </p:txBody>
      </p:sp>
      <p:sp>
        <p:nvSpPr>
          <p:cNvPr id="807" name="p1_timespeaks_text_3">
            <a:extLst>
              <a:ext uri="{FF2B5EF4-FFF2-40B4-BE49-F238E27FC236}">
                <a16:creationId xmlns:a16="http://schemas.microsoft.com/office/drawing/2014/main" id="{992C7EB8-0E69-A923-FAE2-9E644E6B062E}"/>
              </a:ext>
            </a:extLst>
          </p:cNvPr>
          <p:cNvSpPr>
            <a:spLocks/>
          </p:cNvSpPr>
          <p:nvPr/>
        </p:nvSpPr>
        <p:spPr>
          <a:xfrm>
            <a:off x="6420721" y="4496691"/>
            <a:ext cx="2062502"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历史选择序列与上下文</a:t>
            </a:r>
          </a:p>
        </p:txBody>
      </p:sp>
      <p:sp>
        <p:nvSpPr>
          <p:cNvPr id="809" name="p1_timespeaks_text_4">
            <a:extLst>
              <a:ext uri="{FF2B5EF4-FFF2-40B4-BE49-F238E27FC236}">
                <a16:creationId xmlns:a16="http://schemas.microsoft.com/office/drawing/2014/main" id="{611738CF-1D39-A088-851E-57DD428A752B}"/>
              </a:ext>
            </a:extLst>
          </p:cNvPr>
          <p:cNvSpPr>
            <a:spLocks/>
          </p:cNvSpPr>
          <p:nvPr/>
        </p:nvSpPr>
        <p:spPr>
          <a:xfrm>
            <a:off x="6464448" y="4802786"/>
            <a:ext cx="204064" cy="225928"/>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A</a:t>
            </a:r>
          </a:p>
        </p:txBody>
      </p:sp>
      <p:sp>
        <p:nvSpPr>
          <p:cNvPr id="811" name="p1_timespeaks_text_5">
            <a:extLst>
              <a:ext uri="{FF2B5EF4-FFF2-40B4-BE49-F238E27FC236}">
                <a16:creationId xmlns:a16="http://schemas.microsoft.com/office/drawing/2014/main" id="{E85B3CDF-1B38-07B5-F66E-D1F7AD21B0CF}"/>
              </a:ext>
            </a:extLst>
          </p:cNvPr>
          <p:cNvSpPr>
            <a:spLocks/>
          </p:cNvSpPr>
          <p:nvPr/>
        </p:nvSpPr>
        <p:spPr>
          <a:xfrm>
            <a:off x="6777832" y="4802786"/>
            <a:ext cx="204064" cy="225928"/>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B</a:t>
            </a:r>
          </a:p>
        </p:txBody>
      </p:sp>
      <p:sp>
        <p:nvSpPr>
          <p:cNvPr id="813" name="p1_timespeaks_text_6">
            <a:extLst>
              <a:ext uri="{FF2B5EF4-FFF2-40B4-BE49-F238E27FC236}">
                <a16:creationId xmlns:a16="http://schemas.microsoft.com/office/drawing/2014/main" id="{83BC67FB-C9F2-35A1-6C70-F30EEA44C93E}"/>
              </a:ext>
            </a:extLst>
          </p:cNvPr>
          <p:cNvSpPr>
            <a:spLocks/>
          </p:cNvSpPr>
          <p:nvPr/>
        </p:nvSpPr>
        <p:spPr>
          <a:xfrm>
            <a:off x="7091216" y="4802786"/>
            <a:ext cx="204064" cy="225928"/>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A</a:t>
            </a:r>
          </a:p>
        </p:txBody>
      </p:sp>
      <p:sp>
        <p:nvSpPr>
          <p:cNvPr id="815" name="p1_timespeaks_text_7">
            <a:extLst>
              <a:ext uri="{FF2B5EF4-FFF2-40B4-BE49-F238E27FC236}">
                <a16:creationId xmlns:a16="http://schemas.microsoft.com/office/drawing/2014/main" id="{5274D344-3CAC-E405-6DF6-8C7C922F41F0}"/>
              </a:ext>
            </a:extLst>
          </p:cNvPr>
          <p:cNvSpPr>
            <a:spLocks/>
          </p:cNvSpPr>
          <p:nvPr/>
        </p:nvSpPr>
        <p:spPr>
          <a:xfrm>
            <a:off x="7404599" y="4802786"/>
            <a:ext cx="204064" cy="225928"/>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B</a:t>
            </a:r>
          </a:p>
        </p:txBody>
      </p:sp>
      <p:sp>
        <p:nvSpPr>
          <p:cNvPr id="817" name="p1_timespeaks_text_8">
            <a:extLst>
              <a:ext uri="{FF2B5EF4-FFF2-40B4-BE49-F238E27FC236}">
                <a16:creationId xmlns:a16="http://schemas.microsoft.com/office/drawing/2014/main" id="{8DD2E084-8605-728F-44F5-9BE7ACA3E816}"/>
              </a:ext>
            </a:extLst>
          </p:cNvPr>
          <p:cNvSpPr>
            <a:spLocks/>
          </p:cNvSpPr>
          <p:nvPr/>
        </p:nvSpPr>
        <p:spPr>
          <a:xfrm>
            <a:off x="7717983" y="4802786"/>
            <a:ext cx="204064" cy="225928"/>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C</a:t>
            </a:r>
          </a:p>
        </p:txBody>
      </p:sp>
      <p:sp>
        <p:nvSpPr>
          <p:cNvPr id="819" name="p1_timespeaks_text_9">
            <a:extLst>
              <a:ext uri="{FF2B5EF4-FFF2-40B4-BE49-F238E27FC236}">
                <a16:creationId xmlns:a16="http://schemas.microsoft.com/office/drawing/2014/main" id="{4DD06D86-A779-2E88-8405-876035659B49}"/>
              </a:ext>
            </a:extLst>
          </p:cNvPr>
          <p:cNvSpPr>
            <a:spLocks/>
          </p:cNvSpPr>
          <p:nvPr/>
        </p:nvSpPr>
        <p:spPr>
          <a:xfrm>
            <a:off x="8031367" y="4802786"/>
            <a:ext cx="204064" cy="225928"/>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A</a:t>
            </a:r>
          </a:p>
        </p:txBody>
      </p:sp>
      <p:sp>
        <p:nvSpPr>
          <p:cNvPr id="821" name="p1_timespeaks_text_10">
            <a:extLst>
              <a:ext uri="{FF2B5EF4-FFF2-40B4-BE49-F238E27FC236}">
                <a16:creationId xmlns:a16="http://schemas.microsoft.com/office/drawing/2014/main" id="{C602D8D2-C655-8929-375E-8FF3FB585A1A}"/>
              </a:ext>
            </a:extLst>
          </p:cNvPr>
          <p:cNvSpPr>
            <a:spLocks/>
          </p:cNvSpPr>
          <p:nvPr/>
        </p:nvSpPr>
        <p:spPr>
          <a:xfrm>
            <a:off x="6457160" y="5152610"/>
            <a:ext cx="1989622" cy="182200"/>
          </a:xfrm>
          <a:prstGeom prst="rect">
            <a:avLst/>
          </a:prstGeom>
          <a:noFill/>
          <a:ln w="0">
            <a:noFill/>
          </a:ln>
        </p:spPr>
        <p:txBody>
          <a:bodyPr wrap="square" lIns="0" tIns="0" rIns="0" bIns="0" anchor="t">
            <a:noAutofit/>
          </a:bodyPr>
          <a:lstStyle>
            <a:defPPr algn="l">
              <a:defRPr sz="1039" b="0">
                <a:solidFill>
                  <a:srgbClr val="172956"/>
                </a:solidFill>
                <a:latin typeface="Noto Sans SC"/>
                <a:ea typeface="Noto Sans SC"/>
                <a:cs typeface="Noto Sans SC"/>
              </a:defRPr>
            </a:defPPr>
          </a:lstStyle>
          <a:p>
            <a:pPr algn="l">
              <a:defRPr sz="1039" b="0">
                <a:solidFill>
                  <a:srgbClr val="172956"/>
                </a:solidFill>
                <a:latin typeface="Noto Sans SC"/>
                <a:ea typeface="Noto Sans SC"/>
                <a:cs typeface="Noto Sans SC"/>
              </a:defRPr>
            </a:pPr>
            <a:r>
              <a:rPr sz="1039" b="0">
                <a:solidFill>
                  <a:srgbClr val="172956"/>
                </a:solidFill>
                <a:latin typeface="Noto Sans SC"/>
                <a:ea typeface="Noto Sans SC"/>
                <a:cs typeface="Noto Sans SC"/>
              </a:rPr>
              <a:t>历史最优模型标签 + 序列上下文</a:t>
            </a:r>
          </a:p>
        </p:txBody>
      </p:sp>
      <p:sp>
        <p:nvSpPr>
          <p:cNvPr id="823" name="p1_timespeaks_text_11">
            <a:extLst>
              <a:ext uri="{FF2B5EF4-FFF2-40B4-BE49-F238E27FC236}">
                <a16:creationId xmlns:a16="http://schemas.microsoft.com/office/drawing/2014/main" id="{F955C742-BB93-2E0C-1B2F-D0B624ADAF1E}"/>
              </a:ext>
            </a:extLst>
          </p:cNvPr>
          <p:cNvSpPr>
            <a:spLocks/>
          </p:cNvSpPr>
          <p:nvPr/>
        </p:nvSpPr>
        <p:spPr>
          <a:xfrm>
            <a:off x="8782030" y="4496691"/>
            <a:ext cx="998455" cy="218640"/>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时序建模</a:t>
            </a:r>
          </a:p>
        </p:txBody>
      </p:sp>
      <p:sp>
        <p:nvSpPr>
          <p:cNvPr id="825" name="p1_timespeaks_text_12">
            <a:extLst>
              <a:ext uri="{FF2B5EF4-FFF2-40B4-BE49-F238E27FC236}">
                <a16:creationId xmlns:a16="http://schemas.microsoft.com/office/drawing/2014/main" id="{20F2A2A0-88BD-F5E9-1CAF-56A66B01307B}"/>
              </a:ext>
            </a:extLst>
          </p:cNvPr>
          <p:cNvSpPr>
            <a:spLocks/>
          </p:cNvSpPr>
          <p:nvPr/>
        </p:nvSpPr>
        <p:spPr>
          <a:xfrm>
            <a:off x="8854910" y="4919394"/>
            <a:ext cx="852695" cy="247792"/>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BiLSTM /</a:t>
            </a:r>
          </a:p>
        </p:txBody>
      </p:sp>
      <p:sp>
        <p:nvSpPr>
          <p:cNvPr id="827" name="p1_timespeaks_text_13">
            <a:extLst>
              <a:ext uri="{FF2B5EF4-FFF2-40B4-BE49-F238E27FC236}">
                <a16:creationId xmlns:a16="http://schemas.microsoft.com/office/drawing/2014/main" id="{74DB2232-BC1A-7BDD-2FDA-C36AC9B8DCE4}"/>
              </a:ext>
            </a:extLst>
          </p:cNvPr>
          <p:cNvSpPr>
            <a:spLocks/>
          </p:cNvSpPr>
          <p:nvPr/>
        </p:nvSpPr>
        <p:spPr>
          <a:xfrm>
            <a:off x="8854910" y="5123458"/>
            <a:ext cx="852695" cy="247792"/>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TimeXer</a:t>
            </a:r>
          </a:p>
        </p:txBody>
      </p:sp>
      <p:sp>
        <p:nvSpPr>
          <p:cNvPr id="829" name="p1_timespeaks_text_14">
            <a:extLst>
              <a:ext uri="{FF2B5EF4-FFF2-40B4-BE49-F238E27FC236}">
                <a16:creationId xmlns:a16="http://schemas.microsoft.com/office/drawing/2014/main" id="{AD394A1F-778B-3FDA-97F8-BDE4E6A6FCC6}"/>
              </a:ext>
            </a:extLst>
          </p:cNvPr>
          <p:cNvSpPr>
            <a:spLocks/>
          </p:cNvSpPr>
          <p:nvPr/>
        </p:nvSpPr>
        <p:spPr>
          <a:xfrm>
            <a:off x="8803894" y="5531586"/>
            <a:ext cx="954727" cy="167624"/>
          </a:xfrm>
          <a:prstGeom prst="rect">
            <a:avLst/>
          </a:prstGeom>
          <a:noFill/>
          <a:ln w="0">
            <a:noFill/>
          </a:ln>
        </p:spPr>
        <p:txBody>
          <a:bodyPr wrap="square" lIns="0" tIns="0" rIns="0" bIns="0" anchor="t">
            <a:noAutofit/>
          </a:bodyPr>
          <a:lstStyle>
            <a:defPPr algn="ctr">
              <a:defRPr sz="1033" b="0">
                <a:solidFill>
                  <a:srgbClr val="172956"/>
                </a:solidFill>
                <a:latin typeface="Noto Sans SC"/>
                <a:ea typeface="Noto Sans SC"/>
                <a:cs typeface="Noto Sans SC"/>
              </a:defRPr>
            </a:defPPr>
          </a:lstStyle>
          <a:p>
            <a:pPr algn="ctr">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预测后续标签</a:t>
            </a:r>
          </a:p>
        </p:txBody>
      </p:sp>
      <p:sp>
        <p:nvSpPr>
          <p:cNvPr id="831" name="p1_timespeaks_text_15">
            <a:extLst>
              <a:ext uri="{FF2B5EF4-FFF2-40B4-BE49-F238E27FC236}">
                <a16:creationId xmlns:a16="http://schemas.microsoft.com/office/drawing/2014/main" id="{61C6ABF0-0FF4-EC12-4955-DA7838055E46}"/>
              </a:ext>
            </a:extLst>
          </p:cNvPr>
          <p:cNvSpPr>
            <a:spLocks/>
          </p:cNvSpPr>
          <p:nvPr/>
        </p:nvSpPr>
        <p:spPr>
          <a:xfrm>
            <a:off x="10086580" y="4496691"/>
            <a:ext cx="1807422" cy="218640"/>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未来选择</a:t>
            </a:r>
          </a:p>
        </p:txBody>
      </p:sp>
      <p:sp>
        <p:nvSpPr>
          <p:cNvPr id="833" name="p1_timespeaks_text_16">
            <a:extLst>
              <a:ext uri="{FF2B5EF4-FFF2-40B4-BE49-F238E27FC236}">
                <a16:creationId xmlns:a16="http://schemas.microsoft.com/office/drawing/2014/main" id="{343D03BA-7219-60FB-DF5F-36EDBF5564DD}"/>
              </a:ext>
            </a:extLst>
          </p:cNvPr>
          <p:cNvSpPr>
            <a:spLocks/>
          </p:cNvSpPr>
          <p:nvPr/>
        </p:nvSpPr>
        <p:spPr>
          <a:xfrm>
            <a:off x="10137596" y="4817362"/>
            <a:ext cx="218640" cy="240504"/>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B</a:t>
            </a:r>
          </a:p>
        </p:txBody>
      </p:sp>
      <p:sp>
        <p:nvSpPr>
          <p:cNvPr id="835" name="p1_timespeaks_text_17">
            <a:extLst>
              <a:ext uri="{FF2B5EF4-FFF2-40B4-BE49-F238E27FC236}">
                <a16:creationId xmlns:a16="http://schemas.microsoft.com/office/drawing/2014/main" id="{E90CF44F-D854-C4B1-A305-B16932D21078}"/>
              </a:ext>
            </a:extLst>
          </p:cNvPr>
          <p:cNvSpPr>
            <a:spLocks/>
          </p:cNvSpPr>
          <p:nvPr/>
        </p:nvSpPr>
        <p:spPr>
          <a:xfrm>
            <a:off x="10472844" y="4817362"/>
            <a:ext cx="218640" cy="240504"/>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B</a:t>
            </a:r>
          </a:p>
        </p:txBody>
      </p:sp>
      <p:sp>
        <p:nvSpPr>
          <p:cNvPr id="837" name="p1_timespeaks_text_18">
            <a:extLst>
              <a:ext uri="{FF2B5EF4-FFF2-40B4-BE49-F238E27FC236}">
                <a16:creationId xmlns:a16="http://schemas.microsoft.com/office/drawing/2014/main" id="{FFFCC354-A6E5-C561-D4EA-66860C5C30B9}"/>
              </a:ext>
            </a:extLst>
          </p:cNvPr>
          <p:cNvSpPr>
            <a:spLocks/>
          </p:cNvSpPr>
          <p:nvPr/>
        </p:nvSpPr>
        <p:spPr>
          <a:xfrm>
            <a:off x="10808091" y="4817362"/>
            <a:ext cx="218640" cy="240504"/>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A</a:t>
            </a:r>
          </a:p>
        </p:txBody>
      </p:sp>
      <p:sp>
        <p:nvSpPr>
          <p:cNvPr id="839" name="p1_timespeaks_text_19">
            <a:extLst>
              <a:ext uri="{FF2B5EF4-FFF2-40B4-BE49-F238E27FC236}">
                <a16:creationId xmlns:a16="http://schemas.microsoft.com/office/drawing/2014/main" id="{435A4AE0-8015-232E-ACDF-E2FFFD26FAB5}"/>
              </a:ext>
            </a:extLst>
          </p:cNvPr>
          <p:cNvSpPr>
            <a:spLocks/>
          </p:cNvSpPr>
          <p:nvPr/>
        </p:nvSpPr>
        <p:spPr>
          <a:xfrm>
            <a:off x="11143339" y="4817362"/>
            <a:ext cx="218640" cy="240504"/>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A</a:t>
            </a:r>
          </a:p>
        </p:txBody>
      </p:sp>
      <p:sp>
        <p:nvSpPr>
          <p:cNvPr id="841" name="p1_timespeaks_text_20">
            <a:extLst>
              <a:ext uri="{FF2B5EF4-FFF2-40B4-BE49-F238E27FC236}">
                <a16:creationId xmlns:a16="http://schemas.microsoft.com/office/drawing/2014/main" id="{35FAD02F-08AE-36EC-995B-18144F035D31}"/>
              </a:ext>
            </a:extLst>
          </p:cNvPr>
          <p:cNvSpPr>
            <a:spLocks/>
          </p:cNvSpPr>
          <p:nvPr/>
        </p:nvSpPr>
        <p:spPr>
          <a:xfrm>
            <a:off x="11478587" y="4817362"/>
            <a:ext cx="218640" cy="240504"/>
          </a:xfrm>
          <a:prstGeom prst="rect">
            <a:avLst/>
          </a:prstGeom>
          <a:noFill/>
          <a:ln w="0">
            <a:noFill/>
          </a:ln>
        </p:spPr>
        <p:txBody>
          <a:bodyPr wrap="square" lIns="0" tIns="0" rIns="0" bIns="0" anchor="t">
            <a:noAutofit/>
          </a:bodyPr>
          <a:lstStyle>
            <a:defPPr algn="ctr">
              <a:defRPr sz="1320" b="1">
                <a:solidFill>
                  <a:srgbClr val="FFFFFF"/>
                </a:solidFill>
                <a:latin typeface="Arial"/>
                <a:ea typeface="Arial"/>
                <a:cs typeface="Arial"/>
              </a:defRPr>
            </a:defPPr>
          </a:lstStyle>
          <a:p>
            <a:pPr algn="ctr">
              <a:defRPr sz="1320" b="1">
                <a:solidFill>
                  <a:srgbClr val="FFFFFF"/>
                </a:solidFill>
                <a:latin typeface="Arial"/>
                <a:ea typeface="Arial"/>
                <a:cs typeface="Arial"/>
              </a:defRPr>
            </a:pPr>
            <a:r>
              <a:rPr sz="1320" b="1">
                <a:solidFill>
                  <a:srgbClr val="FFFFFF"/>
                </a:solidFill>
                <a:latin typeface="Arial"/>
                <a:ea typeface="Arial"/>
                <a:cs typeface="Arial"/>
              </a:rPr>
              <a:t>C</a:t>
            </a:r>
          </a:p>
        </p:txBody>
      </p:sp>
      <p:sp>
        <p:nvSpPr>
          <p:cNvPr id="843" name="p1_timespeaks_text_21">
            <a:extLst>
              <a:ext uri="{FF2B5EF4-FFF2-40B4-BE49-F238E27FC236}">
                <a16:creationId xmlns:a16="http://schemas.microsoft.com/office/drawing/2014/main" id="{6CFF0E1D-A879-9D3C-AC0B-A2E4C266B29F}"/>
              </a:ext>
            </a:extLst>
          </p:cNvPr>
          <p:cNvSpPr>
            <a:spLocks/>
          </p:cNvSpPr>
          <p:nvPr/>
        </p:nvSpPr>
        <p:spPr>
          <a:xfrm>
            <a:off x="10144884" y="5240066"/>
            <a:ext cx="1683526" cy="291520"/>
          </a:xfrm>
          <a:prstGeom prst="rect">
            <a:avLst/>
          </a:prstGeom>
          <a:noFill/>
          <a:ln w="0">
            <a:noFill/>
          </a:ln>
        </p:spPr>
        <p:txBody>
          <a:bodyPr wrap="square" lIns="0" tIns="0" rIns="0" bIns="0" anchor="t">
            <a:noAutofit/>
          </a:bodyPr>
          <a:lstStyle>
            <a:defPPr algn="l">
              <a:defRPr sz="1133" b="0">
                <a:solidFill>
                  <a:srgbClr val="172956"/>
                </a:solidFill>
                <a:latin typeface="Noto Sans SC"/>
                <a:ea typeface="Noto Sans SC"/>
                <a:cs typeface="Noto Sans SC"/>
              </a:defRPr>
            </a:defPPr>
          </a:lstStyle>
          <a:p>
            <a:pPr algn="l">
              <a:defRPr sz="1133" b="0">
                <a:solidFill>
                  <a:srgbClr val="172956"/>
                </a:solidFill>
                <a:latin typeface="Noto Sans SC"/>
                <a:ea typeface="Noto Sans SC"/>
                <a:cs typeface="Noto Sans SC"/>
              </a:defRPr>
            </a:pPr>
            <a:r>
              <a:rPr sz="1133" b="0">
                <a:solidFill>
                  <a:srgbClr val="172956"/>
                </a:solidFill>
                <a:latin typeface="Noto Sans SC"/>
                <a:ea typeface="Noto Sans SC"/>
                <a:cs typeface="Noto Sans SC"/>
              </a:rPr>
              <a:t>预测未来的最佳模型标签</a:t>
            </a:r>
          </a:p>
        </p:txBody>
      </p:sp>
      <p:sp>
        <p:nvSpPr>
          <p:cNvPr id="845" name="p1_timespeaks_text_22">
            <a:extLst>
              <a:ext uri="{FF2B5EF4-FFF2-40B4-BE49-F238E27FC236}">
                <a16:creationId xmlns:a16="http://schemas.microsoft.com/office/drawing/2014/main" id="{90A85D7E-5B4C-C57E-F852-1436C4B81F30}"/>
              </a:ext>
            </a:extLst>
          </p:cNvPr>
          <p:cNvSpPr>
            <a:spLocks/>
          </p:cNvSpPr>
          <p:nvPr/>
        </p:nvSpPr>
        <p:spPr>
          <a:xfrm>
            <a:off x="10144884" y="5487858"/>
            <a:ext cx="1683526" cy="291520"/>
          </a:xfrm>
          <a:prstGeom prst="rect">
            <a:avLst/>
          </a:prstGeom>
          <a:noFill/>
          <a:ln w="0">
            <a:noFill/>
          </a:ln>
        </p:spPr>
        <p:txBody>
          <a:bodyPr wrap="square" lIns="0" tIns="0" rIns="0" bIns="0" anchor="t">
            <a:noAutofit/>
          </a:bodyPr>
          <a:lstStyle>
            <a:defPPr algn="l">
              <a:defRPr sz="1246" b="0">
                <a:solidFill>
                  <a:srgbClr val="172956"/>
                </a:solidFill>
                <a:latin typeface="Noto Sans SC"/>
                <a:ea typeface="Noto Sans SC"/>
                <a:cs typeface="Noto Sans SC"/>
              </a:defRPr>
            </a:defPPr>
          </a:lstStyle>
          <a:p>
            <a:pPr algn="l">
              <a:defRPr sz="1246" b="0">
                <a:solidFill>
                  <a:srgbClr val="172956"/>
                </a:solidFill>
                <a:latin typeface="Noto Sans SC"/>
                <a:ea typeface="Noto Sans SC"/>
                <a:cs typeface="Noto Sans SC"/>
              </a:defRPr>
            </a:pPr>
            <a:r>
              <a:rPr sz="1246" b="0">
                <a:solidFill>
                  <a:srgbClr val="172956"/>
                </a:solidFill>
                <a:latin typeface="Noto Sans SC"/>
                <a:ea typeface="Noto Sans SC"/>
                <a:cs typeface="Noto Sans SC"/>
              </a:rPr>
              <a:t>在既有候选中持续选择</a:t>
            </a:r>
          </a:p>
        </p:txBody>
      </p:sp>
      <p:sp>
        <p:nvSpPr>
          <p:cNvPr id="847" name="p1_timespeaks_text_23">
            <a:extLst>
              <a:ext uri="{FF2B5EF4-FFF2-40B4-BE49-F238E27FC236}">
                <a16:creationId xmlns:a16="http://schemas.microsoft.com/office/drawing/2014/main" id="{8304EE24-4864-9A1C-9846-6377B061F18E}"/>
              </a:ext>
            </a:extLst>
          </p:cNvPr>
          <p:cNvSpPr>
            <a:spLocks/>
          </p:cNvSpPr>
          <p:nvPr/>
        </p:nvSpPr>
        <p:spPr>
          <a:xfrm>
            <a:off x="6413433" y="5917849"/>
            <a:ext cx="5495146" cy="204064"/>
          </a:xfrm>
          <a:prstGeom prst="rect">
            <a:avLst/>
          </a:prstGeom>
          <a:noFill/>
          <a:ln w="0">
            <a:noFill/>
          </a:ln>
        </p:spPr>
        <p:txBody>
          <a:bodyPr wrap="square" lIns="0" tIns="0" rIns="0" bIns="0" anchor="t">
            <a:noAutofit/>
          </a:bodyPr>
          <a:lstStyle>
            <a:defPPr algn="ctr">
              <a:defRPr sz="1320" b="1">
                <a:solidFill>
                  <a:srgbClr val="172956"/>
                </a:solidFill>
                <a:latin typeface="Noto Sans SC"/>
                <a:ea typeface="Noto Sans SC"/>
                <a:cs typeface="Noto Sans SC"/>
              </a:defRPr>
            </a:defPPr>
          </a:lstStyle>
          <a:p>
            <a:pPr algn="ctr">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M4、Store Sales 与零售案例验证动态选择</a:t>
            </a:r>
          </a:p>
        </p:txBody>
      </p:sp>
      <p:sp>
        <p:nvSpPr>
          <p:cNvPr id="849" name="p1_information_frontier_text_0">
            <a:extLst>
              <a:ext uri="{FF2B5EF4-FFF2-40B4-BE49-F238E27FC236}">
                <a16:creationId xmlns:a16="http://schemas.microsoft.com/office/drawing/2014/main" id="{439BE8D0-14C9-C676-D69B-E6CD4D47F2B9}"/>
              </a:ext>
            </a:extLst>
          </p:cNvPr>
          <p:cNvSpPr>
            <a:spLocks/>
          </p:cNvSpPr>
          <p:nvPr/>
        </p:nvSpPr>
        <p:spPr>
          <a:xfrm>
            <a:off x="240504" y="6318689"/>
            <a:ext cx="11704514" cy="262368"/>
          </a:xfrm>
          <a:prstGeom prst="rect">
            <a:avLst/>
          </a:prstGeom>
          <a:noFill/>
          <a:ln w="0">
            <a:noFill/>
          </a:ln>
        </p:spPr>
        <p:txBody>
          <a:bodyPr wrap="square" lIns="0" tIns="0" rIns="0" bIns="0" anchor="t">
            <a:noAutofit/>
          </a:bodyPr>
          <a:lstStyle>
            <a:defPPr algn="l">
              <a:defRPr sz="1607" b="1">
                <a:solidFill>
                  <a:srgbClr val="9C3E76"/>
                </a:solidFill>
                <a:latin typeface="Noto Sans SC"/>
                <a:ea typeface="Noto Sans SC"/>
                <a:cs typeface="Noto Sans SC"/>
              </a:defRPr>
            </a:defPPr>
          </a:lstStyle>
          <a:p>
            <a:pPr algn="l">
              <a:defRPr sz="1607" b="1">
                <a:solidFill>
                  <a:srgbClr val="9C3E76"/>
                </a:solidFill>
                <a:latin typeface="Noto Sans SC"/>
                <a:ea typeface="Noto Sans SC"/>
                <a:cs typeface="Noto Sans SC"/>
              </a:defRPr>
            </a:pPr>
            <a:r>
              <a:rPr sz="1607" b="1">
                <a:solidFill>
                  <a:srgbClr val="9C3E76"/>
                </a:solidFill>
                <a:latin typeface="Noto Sans SC"/>
                <a:ea typeface="Noto Sans SC"/>
                <a:cs typeface="Noto Sans SC"/>
              </a:rPr>
              <a:t>可推进：已执行候选的样本外验证残差，能否改善尚未执行候选的适应性估计？</a:t>
            </a:r>
          </a:p>
        </p:txBody>
      </p:sp>
      <p:sp>
        <p:nvSpPr>
          <p:cNvPr id="851" name="p1_information_frontier_text_1">
            <a:extLst>
              <a:ext uri="{FF2B5EF4-FFF2-40B4-BE49-F238E27FC236}">
                <a16:creationId xmlns:a16="http://schemas.microsoft.com/office/drawing/2014/main" id="{12A641C2-29EE-252C-8B78-D81DA13574BD}"/>
              </a:ext>
            </a:extLst>
          </p:cNvPr>
          <p:cNvSpPr>
            <a:spLocks/>
          </p:cNvSpPr>
          <p:nvPr/>
        </p:nvSpPr>
        <p:spPr>
          <a:xfrm>
            <a:off x="240504" y="6610208"/>
            <a:ext cx="11289099" cy="174912"/>
          </a:xfrm>
          <a:prstGeom prst="rect">
            <a:avLst/>
          </a:prstGeom>
          <a:noFill/>
          <a:ln w="0">
            <a:noFill/>
          </a:ln>
        </p:spPr>
        <p:txBody>
          <a:bodyPr wrap="square" lIns="0" tIns="0" rIns="0" bIns="0" anchor="t">
            <a:noAutofit/>
          </a:bodyPr>
          <a:lstStyle>
            <a:defPPr algn="l">
              <a:defRPr sz="1090" b="0">
                <a:solidFill>
                  <a:srgbClr val="52617D"/>
                </a:solidFill>
                <a:latin typeface="Noto Sans SC"/>
                <a:ea typeface="Noto Sans SC"/>
                <a:cs typeface="Noto Sans SC"/>
              </a:defRPr>
            </a:defPPr>
          </a:lstStyle>
          <a:p>
            <a:pPr algn="l">
              <a:defRPr sz="1090" b="0">
                <a:solidFill>
                  <a:srgbClr val="52617D"/>
                </a:solidFill>
                <a:latin typeface="Noto Sans SC"/>
                <a:ea typeface="Noto Sans SC"/>
                <a:cs typeface="Noto Sans SC"/>
              </a:defRPr>
            </a:pPr>
            <a:r>
              <a:rPr sz="1090" b="0">
                <a:solidFill>
                  <a:srgbClr val="52617D"/>
                </a:solidFill>
                <a:latin typeface="Noto Sans SC"/>
                <a:ea typeface="Noto Sans SC"/>
                <a:cs typeface="Noto Sans SC"/>
              </a:rPr>
              <a:t>需区分已有的序列分解残差统计与具体预测器的样本外验证残差。图形为机制示意，不表示实测结果。</a:t>
            </a:r>
          </a:p>
        </p:txBody>
      </p:sp>
    </p:spTree>
    <p:extLst>
      <p:ext uri="{BB962C8B-B14F-4D97-AF65-F5344CB8AC3E}">
        <p14:creationId xmlns:p14="http://schemas.microsoft.com/office/powerpoint/2010/main" val="16559957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2_smac3_rect_1">
            <a:extLst>
              <a:ext uri="{FF2B5EF4-FFF2-40B4-BE49-F238E27FC236}">
                <a16:creationId xmlns:a16="http://schemas.microsoft.com/office/drawing/2014/main" id="{3B50CF10-4878-2A29-4602-631A1D1D5923}"/>
              </a:ext>
            </a:extLst>
          </p:cNvPr>
          <p:cNvSpPr>
            <a:spLocks/>
          </p:cNvSpPr>
          <p:nvPr/>
        </p:nvSpPr>
        <p:spPr>
          <a:xfrm>
            <a:off x="102032" y="816255"/>
            <a:ext cx="5174474" cy="3009940"/>
          </a:xfrm>
          <a:prstGeom prst="roundRect">
            <a:avLst>
              <a:gd name="adj" fmla="val 2906"/>
            </a:avLst>
          </a:prstGeom>
          <a:gradFill>
            <a:gsLst>
              <a:gs pos="0">
                <a:srgbClr val="FEFEFF"/>
              </a:gs>
              <a:gs pos="100000">
                <a:srgbClr val="EDF0F8"/>
              </a:gs>
            </a:gsLst>
            <a:lin ang="5400000"/>
          </a:gradFill>
          <a:ln w="9839">
            <a:solidFill>
              <a:srgbClr val="172956"/>
            </a:solidFill>
            <a:prstDash val="solid"/>
          </a:ln>
        </p:spPr>
      </p:sp>
      <p:sp>
        <p:nvSpPr>
          <p:cNvPr id="5" name="p2_smac3_rect_2">
            <a:extLst>
              <a:ext uri="{FF2B5EF4-FFF2-40B4-BE49-F238E27FC236}">
                <a16:creationId xmlns:a16="http://schemas.microsoft.com/office/drawing/2014/main" id="{4F2F1FAB-69C4-7B80-1A8A-CA1E28215CC7}"/>
              </a:ext>
            </a:extLst>
          </p:cNvPr>
          <p:cNvSpPr>
            <a:spLocks/>
          </p:cNvSpPr>
          <p:nvPr/>
        </p:nvSpPr>
        <p:spPr>
          <a:xfrm>
            <a:off x="204064" y="903711"/>
            <a:ext cx="262368" cy="269656"/>
          </a:xfrm>
          <a:prstGeom prst="roundRect">
            <a:avLst>
              <a:gd name="adj" fmla="val 13889"/>
            </a:avLst>
          </a:prstGeom>
          <a:solidFill>
            <a:srgbClr val="DFE7F8"/>
          </a:solidFill>
          <a:ln w="0">
            <a:noFill/>
            <a:prstDash val="solid"/>
          </a:ln>
        </p:spPr>
      </p:sp>
      <p:sp>
        <p:nvSpPr>
          <p:cNvPr id="7" name="p2_smac3_rect_3">
            <a:extLst>
              <a:ext uri="{FF2B5EF4-FFF2-40B4-BE49-F238E27FC236}">
                <a16:creationId xmlns:a16="http://schemas.microsoft.com/office/drawing/2014/main" id="{7C760B7E-A906-AA9A-3228-027C0E734017}"/>
              </a:ext>
            </a:extLst>
          </p:cNvPr>
          <p:cNvSpPr>
            <a:spLocks/>
          </p:cNvSpPr>
          <p:nvPr/>
        </p:nvSpPr>
        <p:spPr>
          <a:xfrm>
            <a:off x="211352" y="1486750"/>
            <a:ext cx="1209807" cy="1668950"/>
          </a:xfrm>
          <a:prstGeom prst="roundRect">
            <a:avLst>
              <a:gd name="adj" fmla="val 3614"/>
            </a:avLst>
          </a:prstGeom>
          <a:solidFill>
            <a:srgbClr val="FFFFFF"/>
          </a:solidFill>
          <a:ln w="7288">
            <a:solidFill>
              <a:srgbClr val="C3CEE7"/>
            </a:solidFill>
            <a:prstDash val="solid"/>
          </a:ln>
        </p:spPr>
      </p:sp>
      <p:sp>
        <p:nvSpPr>
          <p:cNvPr id="9" name="p2_smac3_path_4">
            <a:extLst>
              <a:ext uri="{FF2B5EF4-FFF2-40B4-BE49-F238E27FC236}">
                <a16:creationId xmlns:a16="http://schemas.microsoft.com/office/drawing/2014/main" id="{4BFC028D-BDAD-8CC6-2C4B-57289E18E3CD}"/>
              </a:ext>
            </a:extLst>
          </p:cNvPr>
          <p:cNvSpPr>
            <a:spLocks/>
          </p:cNvSpPr>
          <p:nvPr/>
        </p:nvSpPr>
        <p:spPr>
          <a:xfrm>
            <a:off x="320672" y="2716599"/>
            <a:ext cx="336705" cy="729"/>
          </a:xfrm>
          <a:custGeom>
            <a:avLst/>
            <a:gdLst/>
            <a:ahLst/>
            <a:cxnLst/>
            <a:rect l="0" t="0" r="0" b="0"/>
            <a:pathLst>
              <a:path w="440055" h="953">
                <a:moveTo>
                  <a:pt x="0" y="0"/>
                </a:moveTo>
                <a:lnTo>
                  <a:pt x="440055" y="0"/>
                </a:lnTo>
              </a:path>
            </a:pathLst>
          </a:custGeom>
          <a:noFill/>
          <a:ln w="8746">
            <a:solidFill>
              <a:srgbClr val="394D93"/>
            </a:solidFill>
            <a:prstDash val="solid"/>
          </a:ln>
        </p:spPr>
      </p:sp>
      <p:sp>
        <p:nvSpPr>
          <p:cNvPr id="11" name="p2_smac3_path_5">
            <a:extLst>
              <a:ext uri="{FF2B5EF4-FFF2-40B4-BE49-F238E27FC236}">
                <a16:creationId xmlns:a16="http://schemas.microsoft.com/office/drawing/2014/main" id="{ADE8C02D-5984-92AA-FE89-E851AFFFCF16}"/>
              </a:ext>
            </a:extLst>
          </p:cNvPr>
          <p:cNvSpPr>
            <a:spLocks/>
          </p:cNvSpPr>
          <p:nvPr/>
        </p:nvSpPr>
        <p:spPr>
          <a:xfrm>
            <a:off x="657377" y="2716599"/>
            <a:ext cx="336705" cy="729"/>
          </a:xfrm>
          <a:custGeom>
            <a:avLst/>
            <a:gdLst/>
            <a:ahLst/>
            <a:cxnLst/>
            <a:rect l="0" t="0" r="0" b="0"/>
            <a:pathLst>
              <a:path w="440055" h="953">
                <a:moveTo>
                  <a:pt x="0" y="0"/>
                </a:moveTo>
                <a:lnTo>
                  <a:pt x="440055" y="0"/>
                </a:lnTo>
              </a:path>
            </a:pathLst>
          </a:custGeom>
          <a:noFill/>
          <a:ln w="8746">
            <a:solidFill>
              <a:srgbClr val="394D93"/>
            </a:solidFill>
            <a:prstDash val="solid"/>
          </a:ln>
        </p:spPr>
      </p:sp>
      <p:sp>
        <p:nvSpPr>
          <p:cNvPr id="13" name="p2_smac3_path_6">
            <a:extLst>
              <a:ext uri="{FF2B5EF4-FFF2-40B4-BE49-F238E27FC236}">
                <a16:creationId xmlns:a16="http://schemas.microsoft.com/office/drawing/2014/main" id="{A0B7FD5D-879E-313B-D19B-1040563DE4CE}"/>
              </a:ext>
            </a:extLst>
          </p:cNvPr>
          <p:cNvSpPr>
            <a:spLocks/>
          </p:cNvSpPr>
          <p:nvPr/>
        </p:nvSpPr>
        <p:spPr>
          <a:xfrm>
            <a:off x="994082" y="2716599"/>
            <a:ext cx="288604" cy="729"/>
          </a:xfrm>
          <a:custGeom>
            <a:avLst/>
            <a:gdLst/>
            <a:ahLst/>
            <a:cxnLst/>
            <a:rect l="0" t="0" r="0" b="0"/>
            <a:pathLst>
              <a:path w="377190" h="953">
                <a:moveTo>
                  <a:pt x="0" y="0"/>
                </a:moveTo>
                <a:lnTo>
                  <a:pt x="377190" y="0"/>
                </a:lnTo>
              </a:path>
            </a:pathLst>
          </a:custGeom>
          <a:noFill/>
          <a:ln w="8746">
            <a:solidFill>
              <a:srgbClr val="394D93"/>
            </a:solidFill>
            <a:prstDash val="solid"/>
          </a:ln>
        </p:spPr>
      </p:sp>
      <p:sp>
        <p:nvSpPr>
          <p:cNvPr id="15" name="p2_smac3_path_7">
            <a:extLst>
              <a:ext uri="{FF2B5EF4-FFF2-40B4-BE49-F238E27FC236}">
                <a16:creationId xmlns:a16="http://schemas.microsoft.com/office/drawing/2014/main" id="{686C9A44-A522-5F07-B0D2-3C85DD0ADFC4}"/>
              </a:ext>
            </a:extLst>
          </p:cNvPr>
          <p:cNvSpPr>
            <a:spLocks/>
          </p:cNvSpPr>
          <p:nvPr/>
        </p:nvSpPr>
        <p:spPr>
          <a:xfrm>
            <a:off x="320672" y="2888960"/>
            <a:ext cx="336705" cy="729"/>
          </a:xfrm>
          <a:custGeom>
            <a:avLst/>
            <a:gdLst/>
            <a:ahLst/>
            <a:cxnLst/>
            <a:rect l="0" t="0" r="0" b="0"/>
            <a:pathLst>
              <a:path w="440055" h="953">
                <a:moveTo>
                  <a:pt x="0" y="0"/>
                </a:moveTo>
                <a:lnTo>
                  <a:pt x="440055" y="0"/>
                </a:lnTo>
              </a:path>
            </a:pathLst>
          </a:custGeom>
          <a:noFill/>
          <a:ln w="8746">
            <a:solidFill>
              <a:srgbClr val="394D93"/>
            </a:solidFill>
            <a:prstDash val="solid"/>
          </a:ln>
        </p:spPr>
      </p:sp>
      <p:sp>
        <p:nvSpPr>
          <p:cNvPr id="17" name="p2_smac3_path_8">
            <a:extLst>
              <a:ext uri="{FF2B5EF4-FFF2-40B4-BE49-F238E27FC236}">
                <a16:creationId xmlns:a16="http://schemas.microsoft.com/office/drawing/2014/main" id="{D15B1F4C-BBA7-FE2B-432D-ED6D7A8A7622}"/>
              </a:ext>
            </a:extLst>
          </p:cNvPr>
          <p:cNvSpPr>
            <a:spLocks/>
          </p:cNvSpPr>
          <p:nvPr/>
        </p:nvSpPr>
        <p:spPr>
          <a:xfrm>
            <a:off x="657377" y="2888960"/>
            <a:ext cx="336705" cy="729"/>
          </a:xfrm>
          <a:custGeom>
            <a:avLst/>
            <a:gdLst/>
            <a:ahLst/>
            <a:cxnLst/>
            <a:rect l="0" t="0" r="0" b="0"/>
            <a:pathLst>
              <a:path w="440055" h="953">
                <a:moveTo>
                  <a:pt x="0" y="0"/>
                </a:moveTo>
                <a:lnTo>
                  <a:pt x="440055" y="0"/>
                </a:lnTo>
              </a:path>
            </a:pathLst>
          </a:custGeom>
          <a:noFill/>
          <a:ln w="8746">
            <a:solidFill>
              <a:srgbClr val="394D93"/>
            </a:solidFill>
            <a:prstDash val="solid"/>
          </a:ln>
        </p:spPr>
      </p:sp>
      <p:sp>
        <p:nvSpPr>
          <p:cNvPr id="19" name="p2_smac3_path_9">
            <a:extLst>
              <a:ext uri="{FF2B5EF4-FFF2-40B4-BE49-F238E27FC236}">
                <a16:creationId xmlns:a16="http://schemas.microsoft.com/office/drawing/2014/main" id="{1A81BE03-C008-3F6A-84D8-10725CC6AA28}"/>
              </a:ext>
            </a:extLst>
          </p:cNvPr>
          <p:cNvSpPr>
            <a:spLocks/>
          </p:cNvSpPr>
          <p:nvPr/>
        </p:nvSpPr>
        <p:spPr>
          <a:xfrm>
            <a:off x="994082" y="2888960"/>
            <a:ext cx="288604" cy="729"/>
          </a:xfrm>
          <a:custGeom>
            <a:avLst/>
            <a:gdLst/>
            <a:ahLst/>
            <a:cxnLst/>
            <a:rect l="0" t="0" r="0" b="0"/>
            <a:pathLst>
              <a:path w="377190" h="953">
                <a:moveTo>
                  <a:pt x="0" y="0"/>
                </a:moveTo>
                <a:lnTo>
                  <a:pt x="377190" y="0"/>
                </a:lnTo>
              </a:path>
            </a:pathLst>
          </a:custGeom>
          <a:noFill/>
          <a:ln w="8746">
            <a:solidFill>
              <a:srgbClr val="394D93"/>
            </a:solidFill>
            <a:prstDash val="solid"/>
          </a:ln>
        </p:spPr>
      </p:sp>
      <p:sp>
        <p:nvSpPr>
          <p:cNvPr id="21" name="p2_smac3_path_10">
            <a:extLst>
              <a:ext uri="{FF2B5EF4-FFF2-40B4-BE49-F238E27FC236}">
                <a16:creationId xmlns:a16="http://schemas.microsoft.com/office/drawing/2014/main" id="{B604E9F0-1710-4065-0C7E-521D2165F8A7}"/>
              </a:ext>
            </a:extLst>
          </p:cNvPr>
          <p:cNvSpPr>
            <a:spLocks/>
          </p:cNvSpPr>
          <p:nvPr/>
        </p:nvSpPr>
        <p:spPr>
          <a:xfrm>
            <a:off x="320672" y="2716599"/>
            <a:ext cx="336705" cy="172361"/>
          </a:xfrm>
          <a:custGeom>
            <a:avLst/>
            <a:gdLst/>
            <a:ahLst/>
            <a:cxnLst/>
            <a:rect l="0" t="0" r="0" b="0"/>
            <a:pathLst>
              <a:path w="440055" h="225266">
                <a:moveTo>
                  <a:pt x="0" y="0"/>
                </a:moveTo>
                <a:lnTo>
                  <a:pt x="440055" y="225266"/>
                </a:lnTo>
              </a:path>
            </a:pathLst>
          </a:custGeom>
          <a:noFill/>
          <a:ln w="8746">
            <a:solidFill>
              <a:srgbClr val="394D93"/>
            </a:solidFill>
            <a:prstDash val="solid"/>
          </a:ln>
        </p:spPr>
      </p:sp>
      <p:sp>
        <p:nvSpPr>
          <p:cNvPr id="23" name="p2_smac3_path_11">
            <a:extLst>
              <a:ext uri="{FF2B5EF4-FFF2-40B4-BE49-F238E27FC236}">
                <a16:creationId xmlns:a16="http://schemas.microsoft.com/office/drawing/2014/main" id="{D738EE2A-484C-7283-B90C-4B52875DA5AC}"/>
              </a:ext>
            </a:extLst>
          </p:cNvPr>
          <p:cNvSpPr>
            <a:spLocks/>
          </p:cNvSpPr>
          <p:nvPr/>
        </p:nvSpPr>
        <p:spPr>
          <a:xfrm>
            <a:off x="657377" y="2716599"/>
            <a:ext cx="336705" cy="172361"/>
          </a:xfrm>
          <a:custGeom>
            <a:avLst/>
            <a:gdLst/>
            <a:ahLst/>
            <a:cxnLst/>
            <a:rect l="0" t="0" r="0" b="0"/>
            <a:pathLst>
              <a:path w="440055" h="225266">
                <a:moveTo>
                  <a:pt x="0" y="0"/>
                </a:moveTo>
                <a:lnTo>
                  <a:pt x="440055" y="225266"/>
                </a:lnTo>
              </a:path>
            </a:pathLst>
          </a:custGeom>
          <a:noFill/>
          <a:ln w="8746">
            <a:solidFill>
              <a:srgbClr val="394D93"/>
            </a:solidFill>
            <a:prstDash val="solid"/>
          </a:ln>
        </p:spPr>
      </p:sp>
      <p:sp>
        <p:nvSpPr>
          <p:cNvPr id="25" name="p2_smac3_path_12">
            <a:extLst>
              <a:ext uri="{FF2B5EF4-FFF2-40B4-BE49-F238E27FC236}">
                <a16:creationId xmlns:a16="http://schemas.microsoft.com/office/drawing/2014/main" id="{5800968C-9BBA-20ED-E8C6-F1044FDA0D06}"/>
              </a:ext>
            </a:extLst>
          </p:cNvPr>
          <p:cNvSpPr>
            <a:spLocks/>
          </p:cNvSpPr>
          <p:nvPr/>
        </p:nvSpPr>
        <p:spPr>
          <a:xfrm>
            <a:off x="994082" y="2716599"/>
            <a:ext cx="288604" cy="172361"/>
          </a:xfrm>
          <a:custGeom>
            <a:avLst/>
            <a:gdLst/>
            <a:ahLst/>
            <a:cxnLst/>
            <a:rect l="0" t="0" r="0" b="0"/>
            <a:pathLst>
              <a:path w="377190" h="225266">
                <a:moveTo>
                  <a:pt x="0" y="0"/>
                </a:moveTo>
                <a:lnTo>
                  <a:pt x="377190" y="225266"/>
                </a:lnTo>
              </a:path>
            </a:pathLst>
          </a:custGeom>
          <a:noFill/>
          <a:ln w="8746">
            <a:solidFill>
              <a:srgbClr val="394D93"/>
            </a:solidFill>
            <a:prstDash val="solid"/>
          </a:ln>
        </p:spPr>
      </p:sp>
      <p:sp>
        <p:nvSpPr>
          <p:cNvPr id="27" name="p2_smac3_ellipse_13">
            <a:extLst>
              <a:ext uri="{FF2B5EF4-FFF2-40B4-BE49-F238E27FC236}">
                <a16:creationId xmlns:a16="http://schemas.microsoft.com/office/drawing/2014/main" id="{880C1463-753B-72FF-FAB0-C0AA1635BEFE}"/>
              </a:ext>
            </a:extLst>
          </p:cNvPr>
          <p:cNvSpPr>
            <a:spLocks/>
          </p:cNvSpPr>
          <p:nvPr/>
        </p:nvSpPr>
        <p:spPr>
          <a:xfrm>
            <a:off x="292977" y="2688904"/>
            <a:ext cx="55389" cy="55389"/>
          </a:xfrm>
          <a:prstGeom prst="ellipse">
            <a:avLst/>
          </a:prstGeom>
          <a:solidFill>
            <a:srgbClr val="FFFFFF"/>
          </a:solidFill>
          <a:ln w="8746">
            <a:solidFill>
              <a:srgbClr val="394D93"/>
            </a:solidFill>
            <a:prstDash val="solid"/>
          </a:ln>
        </p:spPr>
      </p:sp>
      <p:sp>
        <p:nvSpPr>
          <p:cNvPr id="29" name="p2_smac3_ellipse_14">
            <a:extLst>
              <a:ext uri="{FF2B5EF4-FFF2-40B4-BE49-F238E27FC236}">
                <a16:creationId xmlns:a16="http://schemas.microsoft.com/office/drawing/2014/main" id="{8C04566D-DF68-24B8-C811-22863B200651}"/>
              </a:ext>
            </a:extLst>
          </p:cNvPr>
          <p:cNvSpPr>
            <a:spLocks/>
          </p:cNvSpPr>
          <p:nvPr/>
        </p:nvSpPr>
        <p:spPr>
          <a:xfrm>
            <a:off x="629682" y="2688904"/>
            <a:ext cx="55389" cy="55389"/>
          </a:xfrm>
          <a:prstGeom prst="ellipse">
            <a:avLst/>
          </a:prstGeom>
          <a:solidFill>
            <a:srgbClr val="E1E7F7"/>
          </a:solidFill>
          <a:ln w="8746">
            <a:solidFill>
              <a:srgbClr val="394D93"/>
            </a:solidFill>
            <a:prstDash val="solid"/>
          </a:ln>
        </p:spPr>
      </p:sp>
      <p:sp>
        <p:nvSpPr>
          <p:cNvPr id="31" name="p2_smac3_ellipse_15">
            <a:extLst>
              <a:ext uri="{FF2B5EF4-FFF2-40B4-BE49-F238E27FC236}">
                <a16:creationId xmlns:a16="http://schemas.microsoft.com/office/drawing/2014/main" id="{5D04C3B1-60B7-506A-FD51-306E0545DA42}"/>
              </a:ext>
            </a:extLst>
          </p:cNvPr>
          <p:cNvSpPr>
            <a:spLocks/>
          </p:cNvSpPr>
          <p:nvPr/>
        </p:nvSpPr>
        <p:spPr>
          <a:xfrm>
            <a:off x="966388" y="2688904"/>
            <a:ext cx="55389" cy="55389"/>
          </a:xfrm>
          <a:prstGeom prst="ellipse">
            <a:avLst/>
          </a:prstGeom>
          <a:solidFill>
            <a:srgbClr val="FFFFFF"/>
          </a:solidFill>
          <a:ln w="8746">
            <a:solidFill>
              <a:srgbClr val="394D93"/>
            </a:solidFill>
            <a:prstDash val="solid"/>
          </a:ln>
        </p:spPr>
      </p:sp>
      <p:sp>
        <p:nvSpPr>
          <p:cNvPr id="33" name="p2_smac3_ellipse_16">
            <a:extLst>
              <a:ext uri="{FF2B5EF4-FFF2-40B4-BE49-F238E27FC236}">
                <a16:creationId xmlns:a16="http://schemas.microsoft.com/office/drawing/2014/main" id="{CAB56478-FBCA-94CD-6BBB-E4DF5D5D2E52}"/>
              </a:ext>
            </a:extLst>
          </p:cNvPr>
          <p:cNvSpPr>
            <a:spLocks/>
          </p:cNvSpPr>
          <p:nvPr/>
        </p:nvSpPr>
        <p:spPr>
          <a:xfrm>
            <a:off x="1254992" y="2688904"/>
            <a:ext cx="55389" cy="55389"/>
          </a:xfrm>
          <a:prstGeom prst="ellipse">
            <a:avLst/>
          </a:prstGeom>
          <a:solidFill>
            <a:srgbClr val="E1E7F7"/>
          </a:solidFill>
          <a:ln w="8746">
            <a:solidFill>
              <a:srgbClr val="394D93"/>
            </a:solidFill>
            <a:prstDash val="solid"/>
          </a:ln>
        </p:spPr>
      </p:sp>
      <p:sp>
        <p:nvSpPr>
          <p:cNvPr id="35" name="p2_smac3_ellipse_17">
            <a:extLst>
              <a:ext uri="{FF2B5EF4-FFF2-40B4-BE49-F238E27FC236}">
                <a16:creationId xmlns:a16="http://schemas.microsoft.com/office/drawing/2014/main" id="{49F9BEF6-0ECA-E407-AD5A-CAF84E8D9271}"/>
              </a:ext>
            </a:extLst>
          </p:cNvPr>
          <p:cNvSpPr>
            <a:spLocks/>
          </p:cNvSpPr>
          <p:nvPr/>
        </p:nvSpPr>
        <p:spPr>
          <a:xfrm>
            <a:off x="292977" y="2861265"/>
            <a:ext cx="55389" cy="55389"/>
          </a:xfrm>
          <a:prstGeom prst="ellipse">
            <a:avLst/>
          </a:prstGeom>
          <a:solidFill>
            <a:srgbClr val="FFFFFF"/>
          </a:solidFill>
          <a:ln w="8746">
            <a:solidFill>
              <a:srgbClr val="394D93"/>
            </a:solidFill>
            <a:prstDash val="solid"/>
          </a:ln>
        </p:spPr>
      </p:sp>
      <p:sp>
        <p:nvSpPr>
          <p:cNvPr id="37" name="p2_smac3_ellipse_18">
            <a:extLst>
              <a:ext uri="{FF2B5EF4-FFF2-40B4-BE49-F238E27FC236}">
                <a16:creationId xmlns:a16="http://schemas.microsoft.com/office/drawing/2014/main" id="{A0986816-B839-8B71-7334-DFCDBEE32B66}"/>
              </a:ext>
            </a:extLst>
          </p:cNvPr>
          <p:cNvSpPr>
            <a:spLocks/>
          </p:cNvSpPr>
          <p:nvPr/>
        </p:nvSpPr>
        <p:spPr>
          <a:xfrm>
            <a:off x="629682" y="2861265"/>
            <a:ext cx="55389" cy="55389"/>
          </a:xfrm>
          <a:prstGeom prst="ellipse">
            <a:avLst/>
          </a:prstGeom>
          <a:solidFill>
            <a:srgbClr val="E1E7F7"/>
          </a:solidFill>
          <a:ln w="8746">
            <a:solidFill>
              <a:srgbClr val="394D93"/>
            </a:solidFill>
            <a:prstDash val="solid"/>
          </a:ln>
        </p:spPr>
      </p:sp>
      <p:sp>
        <p:nvSpPr>
          <p:cNvPr id="39" name="p2_smac3_ellipse_19">
            <a:extLst>
              <a:ext uri="{FF2B5EF4-FFF2-40B4-BE49-F238E27FC236}">
                <a16:creationId xmlns:a16="http://schemas.microsoft.com/office/drawing/2014/main" id="{FB57BA11-168E-8A54-BBB8-046288107219}"/>
              </a:ext>
            </a:extLst>
          </p:cNvPr>
          <p:cNvSpPr>
            <a:spLocks/>
          </p:cNvSpPr>
          <p:nvPr/>
        </p:nvSpPr>
        <p:spPr>
          <a:xfrm>
            <a:off x="966388" y="2861265"/>
            <a:ext cx="55389" cy="55389"/>
          </a:xfrm>
          <a:prstGeom prst="ellipse">
            <a:avLst/>
          </a:prstGeom>
          <a:solidFill>
            <a:srgbClr val="FFFFFF"/>
          </a:solidFill>
          <a:ln w="8746">
            <a:solidFill>
              <a:srgbClr val="394D93"/>
            </a:solidFill>
            <a:prstDash val="solid"/>
          </a:ln>
        </p:spPr>
      </p:sp>
      <p:sp>
        <p:nvSpPr>
          <p:cNvPr id="41" name="p2_smac3_ellipse_20">
            <a:extLst>
              <a:ext uri="{FF2B5EF4-FFF2-40B4-BE49-F238E27FC236}">
                <a16:creationId xmlns:a16="http://schemas.microsoft.com/office/drawing/2014/main" id="{53B67BDC-B7C3-71E2-BFC0-8A705C298177}"/>
              </a:ext>
            </a:extLst>
          </p:cNvPr>
          <p:cNvSpPr>
            <a:spLocks/>
          </p:cNvSpPr>
          <p:nvPr/>
        </p:nvSpPr>
        <p:spPr>
          <a:xfrm>
            <a:off x="1254992" y="2861265"/>
            <a:ext cx="55389" cy="55389"/>
          </a:xfrm>
          <a:prstGeom prst="ellipse">
            <a:avLst/>
          </a:prstGeom>
          <a:solidFill>
            <a:srgbClr val="E1E7F7"/>
          </a:solidFill>
          <a:ln w="8746">
            <a:solidFill>
              <a:srgbClr val="394D93"/>
            </a:solidFill>
            <a:prstDash val="solid"/>
          </a:ln>
        </p:spPr>
      </p:sp>
      <p:sp>
        <p:nvSpPr>
          <p:cNvPr id="43" name="p2_smac3_rect_21">
            <a:extLst>
              <a:ext uri="{FF2B5EF4-FFF2-40B4-BE49-F238E27FC236}">
                <a16:creationId xmlns:a16="http://schemas.microsoft.com/office/drawing/2014/main" id="{E4FC5D2B-6CB5-394E-AE15-DA93E63B1108}"/>
              </a:ext>
            </a:extLst>
          </p:cNvPr>
          <p:cNvSpPr>
            <a:spLocks/>
          </p:cNvSpPr>
          <p:nvPr/>
        </p:nvSpPr>
        <p:spPr>
          <a:xfrm>
            <a:off x="1566918" y="1486750"/>
            <a:ext cx="1136927" cy="1668950"/>
          </a:xfrm>
          <a:prstGeom prst="roundRect">
            <a:avLst>
              <a:gd name="adj" fmla="val 3846"/>
            </a:avLst>
          </a:prstGeom>
          <a:solidFill>
            <a:srgbClr val="FFFFFF"/>
          </a:solidFill>
          <a:ln w="7288">
            <a:solidFill>
              <a:srgbClr val="C3CEE7"/>
            </a:solidFill>
            <a:prstDash val="solid"/>
          </a:ln>
        </p:spPr>
      </p:sp>
      <p:sp>
        <p:nvSpPr>
          <p:cNvPr id="45" name="p2_smac3_rect_22">
            <a:extLst>
              <a:ext uri="{FF2B5EF4-FFF2-40B4-BE49-F238E27FC236}">
                <a16:creationId xmlns:a16="http://schemas.microsoft.com/office/drawing/2014/main" id="{B1F77F37-D180-E5A6-D904-2725AE5C5E8B}"/>
              </a:ext>
            </a:extLst>
          </p:cNvPr>
          <p:cNvSpPr>
            <a:spLocks/>
          </p:cNvSpPr>
          <p:nvPr/>
        </p:nvSpPr>
        <p:spPr>
          <a:xfrm>
            <a:off x="1705390" y="1887590"/>
            <a:ext cx="852695" cy="284232"/>
          </a:xfrm>
          <a:prstGeom prst="roundRect">
            <a:avLst>
              <a:gd name="adj" fmla="val 12821"/>
            </a:avLst>
          </a:prstGeom>
          <a:gradFill>
            <a:gsLst>
              <a:gs pos="0">
                <a:srgbClr val="E5EAF8"/>
              </a:gs>
              <a:gs pos="100000">
                <a:srgbClr val="C4CEEB"/>
              </a:gs>
            </a:gsLst>
            <a:lin ang="5400000"/>
          </a:gradFill>
          <a:ln w="7288">
            <a:solidFill>
              <a:srgbClr val="8599C3"/>
            </a:solidFill>
            <a:prstDash val="solid"/>
          </a:ln>
        </p:spPr>
      </p:sp>
      <p:sp>
        <p:nvSpPr>
          <p:cNvPr id="47" name="p2_smac3_path_23">
            <a:extLst>
              <a:ext uri="{FF2B5EF4-FFF2-40B4-BE49-F238E27FC236}">
                <a16:creationId xmlns:a16="http://schemas.microsoft.com/office/drawing/2014/main" id="{CCF54353-4455-C841-7DD6-A97A4562EC17}"/>
              </a:ext>
            </a:extLst>
          </p:cNvPr>
          <p:cNvSpPr>
            <a:spLocks/>
          </p:cNvSpPr>
          <p:nvPr/>
        </p:nvSpPr>
        <p:spPr>
          <a:xfrm>
            <a:off x="2135382" y="2186397"/>
            <a:ext cx="729" cy="131184"/>
          </a:xfrm>
          <a:custGeom>
            <a:avLst/>
            <a:gdLst/>
            <a:ahLst/>
            <a:cxnLst/>
            <a:rect l="0" t="0" r="0" b="0"/>
            <a:pathLst>
              <a:path w="953" h="171450">
                <a:moveTo>
                  <a:pt x="0" y="0"/>
                </a:moveTo>
                <a:lnTo>
                  <a:pt x="0" y="171450"/>
                </a:lnTo>
              </a:path>
            </a:pathLst>
          </a:custGeom>
          <a:noFill/>
          <a:ln w="9474">
            <a:solidFill>
              <a:srgbClr val="394D93"/>
            </a:solidFill>
            <a:prstDash val="solid"/>
          </a:ln>
        </p:spPr>
      </p:sp>
      <p:sp>
        <p:nvSpPr>
          <p:cNvPr id="49" name="p2_smac3_path_24">
            <a:extLst>
              <a:ext uri="{FF2B5EF4-FFF2-40B4-BE49-F238E27FC236}">
                <a16:creationId xmlns:a16="http://schemas.microsoft.com/office/drawing/2014/main" id="{C2CD367F-96E3-EF36-D0DF-3C9B7CB72C16}"/>
              </a:ext>
            </a:extLst>
          </p:cNvPr>
          <p:cNvSpPr>
            <a:spLocks/>
          </p:cNvSpPr>
          <p:nvPr/>
        </p:nvSpPr>
        <p:spPr>
          <a:xfrm>
            <a:off x="2096901" y="2230125"/>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51" name="p2_smac3_rect_25">
            <a:extLst>
              <a:ext uri="{FF2B5EF4-FFF2-40B4-BE49-F238E27FC236}">
                <a16:creationId xmlns:a16="http://schemas.microsoft.com/office/drawing/2014/main" id="{B9D385CF-C90C-E035-6619-94BD14599EED}"/>
              </a:ext>
            </a:extLst>
          </p:cNvPr>
          <p:cNvSpPr>
            <a:spLocks/>
          </p:cNvSpPr>
          <p:nvPr/>
        </p:nvSpPr>
        <p:spPr>
          <a:xfrm>
            <a:off x="1705390" y="2368597"/>
            <a:ext cx="852695" cy="284232"/>
          </a:xfrm>
          <a:prstGeom prst="roundRect">
            <a:avLst>
              <a:gd name="adj" fmla="val 12821"/>
            </a:avLst>
          </a:prstGeom>
          <a:gradFill>
            <a:gsLst>
              <a:gs pos="0">
                <a:srgbClr val="FEFEFF"/>
              </a:gs>
              <a:gs pos="100000">
                <a:srgbClr val="EDF0F8"/>
              </a:gs>
            </a:gsLst>
            <a:lin ang="5400000"/>
          </a:gradFill>
          <a:ln w="7288">
            <a:solidFill>
              <a:srgbClr val="8599C3"/>
            </a:solidFill>
            <a:prstDash val="solid"/>
          </a:ln>
        </p:spPr>
      </p:sp>
      <p:sp>
        <p:nvSpPr>
          <p:cNvPr id="53" name="p2_smac3_rect_26">
            <a:extLst>
              <a:ext uri="{FF2B5EF4-FFF2-40B4-BE49-F238E27FC236}">
                <a16:creationId xmlns:a16="http://schemas.microsoft.com/office/drawing/2014/main" id="{924FBF5A-88F5-9B51-C883-63D91AA0EF6D}"/>
              </a:ext>
            </a:extLst>
          </p:cNvPr>
          <p:cNvSpPr>
            <a:spLocks/>
          </p:cNvSpPr>
          <p:nvPr/>
        </p:nvSpPr>
        <p:spPr>
          <a:xfrm>
            <a:off x="2849605" y="1486750"/>
            <a:ext cx="1042183" cy="983879"/>
          </a:xfrm>
          <a:prstGeom prst="roundRect">
            <a:avLst>
              <a:gd name="adj" fmla="val 4444"/>
            </a:avLst>
          </a:prstGeom>
          <a:solidFill>
            <a:srgbClr val="FFFFFF"/>
          </a:solidFill>
          <a:ln w="7288">
            <a:solidFill>
              <a:srgbClr val="C3CEE7"/>
            </a:solidFill>
            <a:prstDash val="solid"/>
          </a:ln>
        </p:spPr>
      </p:sp>
      <p:sp>
        <p:nvSpPr>
          <p:cNvPr id="55" name="p2_smac3_path_27">
            <a:extLst>
              <a:ext uri="{FF2B5EF4-FFF2-40B4-BE49-F238E27FC236}">
                <a16:creationId xmlns:a16="http://schemas.microsoft.com/office/drawing/2014/main" id="{6A596220-E961-7414-D52F-908E48FAD640}"/>
              </a:ext>
            </a:extLst>
          </p:cNvPr>
          <p:cNvSpPr>
            <a:spLocks/>
          </p:cNvSpPr>
          <p:nvPr/>
        </p:nvSpPr>
        <p:spPr>
          <a:xfrm>
            <a:off x="3010062" y="2032912"/>
            <a:ext cx="62312" cy="113037"/>
          </a:xfrm>
          <a:custGeom>
            <a:avLst/>
            <a:gdLst/>
            <a:ahLst/>
            <a:cxnLst/>
            <a:rect l="0" t="0" r="0" b="0"/>
            <a:pathLst>
              <a:path w="81439" h="147733">
                <a:moveTo>
                  <a:pt x="81439" y="0"/>
                </a:moveTo>
                <a:lnTo>
                  <a:pt x="0" y="147733"/>
                </a:lnTo>
              </a:path>
            </a:pathLst>
          </a:custGeom>
          <a:noFill/>
          <a:ln w="10203">
            <a:solidFill>
              <a:srgbClr val="394D93"/>
            </a:solidFill>
            <a:prstDash val="solid"/>
          </a:ln>
        </p:spPr>
      </p:sp>
      <p:sp>
        <p:nvSpPr>
          <p:cNvPr id="57" name="p2_smac3_path_28">
            <a:extLst>
              <a:ext uri="{FF2B5EF4-FFF2-40B4-BE49-F238E27FC236}">
                <a16:creationId xmlns:a16="http://schemas.microsoft.com/office/drawing/2014/main" id="{FB7147AD-C1C1-0C2C-ED6B-7EA9A03AAE15}"/>
              </a:ext>
            </a:extLst>
          </p:cNvPr>
          <p:cNvSpPr>
            <a:spLocks/>
          </p:cNvSpPr>
          <p:nvPr/>
        </p:nvSpPr>
        <p:spPr>
          <a:xfrm>
            <a:off x="3072374" y="2032912"/>
            <a:ext cx="64620" cy="113037"/>
          </a:xfrm>
          <a:custGeom>
            <a:avLst/>
            <a:gdLst/>
            <a:ahLst/>
            <a:cxnLst/>
            <a:rect l="0" t="0" r="0" b="0"/>
            <a:pathLst>
              <a:path w="84455" h="147733">
                <a:moveTo>
                  <a:pt x="0" y="0"/>
                </a:moveTo>
                <a:lnTo>
                  <a:pt x="84455" y="147733"/>
                </a:lnTo>
              </a:path>
            </a:pathLst>
          </a:custGeom>
          <a:noFill/>
          <a:ln w="10203">
            <a:solidFill>
              <a:srgbClr val="394D93"/>
            </a:solidFill>
            <a:prstDash val="solid"/>
          </a:ln>
        </p:spPr>
      </p:sp>
      <p:sp>
        <p:nvSpPr>
          <p:cNvPr id="59" name="p2_smac3_path_29">
            <a:extLst>
              <a:ext uri="{FF2B5EF4-FFF2-40B4-BE49-F238E27FC236}">
                <a16:creationId xmlns:a16="http://schemas.microsoft.com/office/drawing/2014/main" id="{AEE51A03-14FC-D94C-DD17-C77F1D28BE28}"/>
              </a:ext>
            </a:extLst>
          </p:cNvPr>
          <p:cNvSpPr>
            <a:spLocks/>
          </p:cNvSpPr>
          <p:nvPr/>
        </p:nvSpPr>
        <p:spPr>
          <a:xfrm>
            <a:off x="2975444" y="2145949"/>
            <a:ext cx="34618" cy="116462"/>
          </a:xfrm>
          <a:custGeom>
            <a:avLst/>
            <a:gdLst/>
            <a:ahLst/>
            <a:cxnLst/>
            <a:rect l="0" t="0" r="0" b="0"/>
            <a:pathLst>
              <a:path w="45244" h="152210">
                <a:moveTo>
                  <a:pt x="45244" y="0"/>
                </a:moveTo>
                <a:lnTo>
                  <a:pt x="0" y="152210"/>
                </a:lnTo>
              </a:path>
            </a:pathLst>
          </a:custGeom>
          <a:noFill/>
          <a:ln w="10203">
            <a:solidFill>
              <a:srgbClr val="394D93"/>
            </a:solidFill>
            <a:prstDash val="solid"/>
          </a:ln>
        </p:spPr>
      </p:sp>
      <p:sp>
        <p:nvSpPr>
          <p:cNvPr id="61" name="p2_smac3_path_30">
            <a:extLst>
              <a:ext uri="{FF2B5EF4-FFF2-40B4-BE49-F238E27FC236}">
                <a16:creationId xmlns:a16="http://schemas.microsoft.com/office/drawing/2014/main" id="{11CA3607-C825-CDCD-9071-EF39B1855310}"/>
              </a:ext>
            </a:extLst>
          </p:cNvPr>
          <p:cNvSpPr>
            <a:spLocks/>
          </p:cNvSpPr>
          <p:nvPr/>
        </p:nvSpPr>
        <p:spPr>
          <a:xfrm>
            <a:off x="3010062" y="2145949"/>
            <a:ext cx="36926" cy="116462"/>
          </a:xfrm>
          <a:custGeom>
            <a:avLst/>
            <a:gdLst/>
            <a:ahLst/>
            <a:cxnLst/>
            <a:rect l="0" t="0" r="0" b="0"/>
            <a:pathLst>
              <a:path w="48260" h="152210">
                <a:moveTo>
                  <a:pt x="0" y="0"/>
                </a:moveTo>
                <a:lnTo>
                  <a:pt x="48260" y="152210"/>
                </a:lnTo>
              </a:path>
            </a:pathLst>
          </a:custGeom>
          <a:noFill/>
          <a:ln w="10203">
            <a:solidFill>
              <a:srgbClr val="394D93"/>
            </a:solidFill>
            <a:prstDash val="solid"/>
          </a:ln>
        </p:spPr>
      </p:sp>
      <p:sp>
        <p:nvSpPr>
          <p:cNvPr id="63" name="p2_smac3_path_31">
            <a:extLst>
              <a:ext uri="{FF2B5EF4-FFF2-40B4-BE49-F238E27FC236}">
                <a16:creationId xmlns:a16="http://schemas.microsoft.com/office/drawing/2014/main" id="{3C1443F6-2ABF-5852-6639-E55BF5C6FFCB}"/>
              </a:ext>
            </a:extLst>
          </p:cNvPr>
          <p:cNvSpPr>
            <a:spLocks/>
          </p:cNvSpPr>
          <p:nvPr/>
        </p:nvSpPr>
        <p:spPr>
          <a:xfrm>
            <a:off x="3100069" y="2145949"/>
            <a:ext cx="36926" cy="116462"/>
          </a:xfrm>
          <a:custGeom>
            <a:avLst/>
            <a:gdLst/>
            <a:ahLst/>
            <a:cxnLst/>
            <a:rect l="0" t="0" r="0" b="0"/>
            <a:pathLst>
              <a:path w="48260" h="152210">
                <a:moveTo>
                  <a:pt x="48260" y="0"/>
                </a:moveTo>
                <a:lnTo>
                  <a:pt x="0" y="152210"/>
                </a:lnTo>
              </a:path>
            </a:pathLst>
          </a:custGeom>
          <a:noFill/>
          <a:ln w="10203">
            <a:solidFill>
              <a:srgbClr val="394D93"/>
            </a:solidFill>
            <a:prstDash val="solid"/>
          </a:ln>
        </p:spPr>
      </p:sp>
      <p:sp>
        <p:nvSpPr>
          <p:cNvPr id="65" name="p2_smac3_path_32">
            <a:extLst>
              <a:ext uri="{FF2B5EF4-FFF2-40B4-BE49-F238E27FC236}">
                <a16:creationId xmlns:a16="http://schemas.microsoft.com/office/drawing/2014/main" id="{2A5E9571-7272-9F2F-78BD-7A7E21C1C53F}"/>
              </a:ext>
            </a:extLst>
          </p:cNvPr>
          <p:cNvSpPr>
            <a:spLocks/>
          </p:cNvSpPr>
          <p:nvPr/>
        </p:nvSpPr>
        <p:spPr>
          <a:xfrm>
            <a:off x="3136994" y="2145949"/>
            <a:ext cx="41542" cy="116462"/>
          </a:xfrm>
          <a:custGeom>
            <a:avLst/>
            <a:gdLst/>
            <a:ahLst/>
            <a:cxnLst/>
            <a:rect l="0" t="0" r="0" b="0"/>
            <a:pathLst>
              <a:path w="54292" h="152210">
                <a:moveTo>
                  <a:pt x="0" y="0"/>
                </a:moveTo>
                <a:lnTo>
                  <a:pt x="54292" y="152210"/>
                </a:lnTo>
              </a:path>
            </a:pathLst>
          </a:custGeom>
          <a:noFill/>
          <a:ln w="10203">
            <a:solidFill>
              <a:srgbClr val="394D93"/>
            </a:solidFill>
            <a:prstDash val="solid"/>
          </a:ln>
        </p:spPr>
      </p:sp>
      <p:sp>
        <p:nvSpPr>
          <p:cNvPr id="67" name="p2_smac3_path_33">
            <a:extLst>
              <a:ext uri="{FF2B5EF4-FFF2-40B4-BE49-F238E27FC236}">
                <a16:creationId xmlns:a16="http://schemas.microsoft.com/office/drawing/2014/main" id="{4CD14C15-5AA0-18ED-1226-6C6A84A572FE}"/>
              </a:ext>
            </a:extLst>
          </p:cNvPr>
          <p:cNvSpPr>
            <a:spLocks/>
          </p:cNvSpPr>
          <p:nvPr/>
        </p:nvSpPr>
        <p:spPr>
          <a:xfrm>
            <a:off x="3019293" y="2262411"/>
            <a:ext cx="27694" cy="99335"/>
          </a:xfrm>
          <a:custGeom>
            <a:avLst/>
            <a:gdLst/>
            <a:ahLst/>
            <a:cxnLst/>
            <a:rect l="0" t="0" r="0" b="0"/>
            <a:pathLst>
              <a:path w="36195" h="129826">
                <a:moveTo>
                  <a:pt x="36195" y="0"/>
                </a:moveTo>
                <a:lnTo>
                  <a:pt x="0" y="129826"/>
                </a:lnTo>
              </a:path>
            </a:pathLst>
          </a:custGeom>
          <a:noFill/>
          <a:ln w="10203">
            <a:solidFill>
              <a:srgbClr val="394D93"/>
            </a:solidFill>
            <a:prstDash val="solid"/>
          </a:ln>
        </p:spPr>
      </p:sp>
      <p:sp>
        <p:nvSpPr>
          <p:cNvPr id="69" name="p2_smac3_path_34">
            <a:extLst>
              <a:ext uri="{FF2B5EF4-FFF2-40B4-BE49-F238E27FC236}">
                <a16:creationId xmlns:a16="http://schemas.microsoft.com/office/drawing/2014/main" id="{F20ADE46-7DFE-F97F-A779-9D7DC5220415}"/>
              </a:ext>
            </a:extLst>
          </p:cNvPr>
          <p:cNvSpPr>
            <a:spLocks/>
          </p:cNvSpPr>
          <p:nvPr/>
        </p:nvSpPr>
        <p:spPr>
          <a:xfrm>
            <a:off x="3046988" y="2262411"/>
            <a:ext cx="30002" cy="99335"/>
          </a:xfrm>
          <a:custGeom>
            <a:avLst/>
            <a:gdLst/>
            <a:ahLst/>
            <a:cxnLst/>
            <a:rect l="0" t="0" r="0" b="0"/>
            <a:pathLst>
              <a:path w="39211" h="129826">
                <a:moveTo>
                  <a:pt x="0" y="0"/>
                </a:moveTo>
                <a:lnTo>
                  <a:pt x="39211" y="129826"/>
                </a:lnTo>
              </a:path>
            </a:pathLst>
          </a:custGeom>
          <a:noFill/>
          <a:ln w="10203">
            <a:solidFill>
              <a:srgbClr val="394D93"/>
            </a:solidFill>
            <a:prstDash val="solid"/>
          </a:ln>
        </p:spPr>
      </p:sp>
      <p:sp>
        <p:nvSpPr>
          <p:cNvPr id="71" name="p2_smac3_ellipse_35">
            <a:extLst>
              <a:ext uri="{FF2B5EF4-FFF2-40B4-BE49-F238E27FC236}">
                <a16:creationId xmlns:a16="http://schemas.microsoft.com/office/drawing/2014/main" id="{12852EDA-AD0F-055F-F3CD-8FD4ADADA955}"/>
              </a:ext>
            </a:extLst>
          </p:cNvPr>
          <p:cNvSpPr>
            <a:spLocks/>
          </p:cNvSpPr>
          <p:nvPr/>
        </p:nvSpPr>
        <p:spPr>
          <a:xfrm>
            <a:off x="3047595" y="2008133"/>
            <a:ext cx="49558" cy="49558"/>
          </a:xfrm>
          <a:prstGeom prst="ellipse">
            <a:avLst/>
          </a:prstGeom>
          <a:solidFill>
            <a:srgbClr val="C3CFEF"/>
          </a:solidFill>
          <a:ln w="8746">
            <a:solidFill>
              <a:srgbClr val="394D93"/>
            </a:solidFill>
            <a:prstDash val="solid"/>
          </a:ln>
        </p:spPr>
      </p:sp>
      <p:sp>
        <p:nvSpPr>
          <p:cNvPr id="73" name="p2_smac3_ellipse_36">
            <a:extLst>
              <a:ext uri="{FF2B5EF4-FFF2-40B4-BE49-F238E27FC236}">
                <a16:creationId xmlns:a16="http://schemas.microsoft.com/office/drawing/2014/main" id="{8C429B23-D826-12D9-7666-B689456EFFAD}"/>
              </a:ext>
            </a:extLst>
          </p:cNvPr>
          <p:cNvSpPr>
            <a:spLocks/>
          </p:cNvSpPr>
          <p:nvPr/>
        </p:nvSpPr>
        <p:spPr>
          <a:xfrm>
            <a:off x="2985283" y="2121170"/>
            <a:ext cx="49558" cy="49558"/>
          </a:xfrm>
          <a:prstGeom prst="ellipse">
            <a:avLst/>
          </a:prstGeom>
          <a:solidFill>
            <a:srgbClr val="C3CFEF"/>
          </a:solidFill>
          <a:ln w="8746">
            <a:solidFill>
              <a:srgbClr val="394D93"/>
            </a:solidFill>
            <a:prstDash val="solid"/>
          </a:ln>
        </p:spPr>
      </p:sp>
      <p:sp>
        <p:nvSpPr>
          <p:cNvPr id="75" name="p2_smac3_ellipse_37">
            <a:extLst>
              <a:ext uri="{FF2B5EF4-FFF2-40B4-BE49-F238E27FC236}">
                <a16:creationId xmlns:a16="http://schemas.microsoft.com/office/drawing/2014/main" id="{17A33115-43F3-4CCC-97FB-6200CCDD57E6}"/>
              </a:ext>
            </a:extLst>
          </p:cNvPr>
          <p:cNvSpPr>
            <a:spLocks/>
          </p:cNvSpPr>
          <p:nvPr/>
        </p:nvSpPr>
        <p:spPr>
          <a:xfrm>
            <a:off x="3112215" y="2121170"/>
            <a:ext cx="49558" cy="49558"/>
          </a:xfrm>
          <a:prstGeom prst="ellipse">
            <a:avLst/>
          </a:prstGeom>
          <a:solidFill>
            <a:srgbClr val="C3CFEF"/>
          </a:solidFill>
          <a:ln w="8746">
            <a:solidFill>
              <a:srgbClr val="394D93"/>
            </a:solidFill>
            <a:prstDash val="solid"/>
          </a:ln>
        </p:spPr>
      </p:sp>
      <p:sp>
        <p:nvSpPr>
          <p:cNvPr id="77" name="p2_smac3_ellipse_38">
            <a:extLst>
              <a:ext uri="{FF2B5EF4-FFF2-40B4-BE49-F238E27FC236}">
                <a16:creationId xmlns:a16="http://schemas.microsoft.com/office/drawing/2014/main" id="{9EC77AD1-8626-8BDA-1F63-996C30DC3227}"/>
              </a:ext>
            </a:extLst>
          </p:cNvPr>
          <p:cNvSpPr>
            <a:spLocks/>
          </p:cNvSpPr>
          <p:nvPr/>
        </p:nvSpPr>
        <p:spPr>
          <a:xfrm>
            <a:off x="2950665" y="2237632"/>
            <a:ext cx="49558" cy="49558"/>
          </a:xfrm>
          <a:prstGeom prst="ellipse">
            <a:avLst/>
          </a:prstGeom>
          <a:solidFill>
            <a:srgbClr val="FFFFFF"/>
          </a:solidFill>
          <a:ln w="8746">
            <a:solidFill>
              <a:srgbClr val="394D93"/>
            </a:solidFill>
            <a:prstDash val="solid"/>
          </a:ln>
        </p:spPr>
      </p:sp>
      <p:sp>
        <p:nvSpPr>
          <p:cNvPr id="79" name="p2_smac3_ellipse_39">
            <a:extLst>
              <a:ext uri="{FF2B5EF4-FFF2-40B4-BE49-F238E27FC236}">
                <a16:creationId xmlns:a16="http://schemas.microsoft.com/office/drawing/2014/main" id="{D4E8B395-05B6-5233-AEA4-141C09E17643}"/>
              </a:ext>
            </a:extLst>
          </p:cNvPr>
          <p:cNvSpPr>
            <a:spLocks/>
          </p:cNvSpPr>
          <p:nvPr/>
        </p:nvSpPr>
        <p:spPr>
          <a:xfrm>
            <a:off x="3022209" y="2237632"/>
            <a:ext cx="49558" cy="49558"/>
          </a:xfrm>
          <a:prstGeom prst="ellipse">
            <a:avLst/>
          </a:prstGeom>
          <a:solidFill>
            <a:srgbClr val="FFFFFF"/>
          </a:solidFill>
          <a:ln w="8746">
            <a:solidFill>
              <a:srgbClr val="394D93"/>
            </a:solidFill>
            <a:prstDash val="solid"/>
          </a:ln>
        </p:spPr>
      </p:sp>
      <p:sp>
        <p:nvSpPr>
          <p:cNvPr id="81" name="p2_smac3_ellipse_40">
            <a:extLst>
              <a:ext uri="{FF2B5EF4-FFF2-40B4-BE49-F238E27FC236}">
                <a16:creationId xmlns:a16="http://schemas.microsoft.com/office/drawing/2014/main" id="{1238E673-4212-7F1E-6CF4-8929B8688533}"/>
              </a:ext>
            </a:extLst>
          </p:cNvPr>
          <p:cNvSpPr>
            <a:spLocks/>
          </p:cNvSpPr>
          <p:nvPr/>
        </p:nvSpPr>
        <p:spPr>
          <a:xfrm>
            <a:off x="3075289" y="2237632"/>
            <a:ext cx="49558" cy="49558"/>
          </a:xfrm>
          <a:prstGeom prst="ellipse">
            <a:avLst/>
          </a:prstGeom>
          <a:solidFill>
            <a:srgbClr val="FFFFFF"/>
          </a:solidFill>
          <a:ln w="8746">
            <a:solidFill>
              <a:srgbClr val="394D93"/>
            </a:solidFill>
            <a:prstDash val="solid"/>
          </a:ln>
        </p:spPr>
      </p:sp>
      <p:sp>
        <p:nvSpPr>
          <p:cNvPr id="83" name="p2_smac3_ellipse_41">
            <a:extLst>
              <a:ext uri="{FF2B5EF4-FFF2-40B4-BE49-F238E27FC236}">
                <a16:creationId xmlns:a16="http://schemas.microsoft.com/office/drawing/2014/main" id="{E21EF165-A6D7-B287-3C09-CFFE3764BAC8}"/>
              </a:ext>
            </a:extLst>
          </p:cNvPr>
          <p:cNvSpPr>
            <a:spLocks/>
          </p:cNvSpPr>
          <p:nvPr/>
        </p:nvSpPr>
        <p:spPr>
          <a:xfrm>
            <a:off x="3153757" y="2237632"/>
            <a:ext cx="49558" cy="49558"/>
          </a:xfrm>
          <a:prstGeom prst="ellipse">
            <a:avLst/>
          </a:prstGeom>
          <a:solidFill>
            <a:srgbClr val="FFFFFF"/>
          </a:solidFill>
          <a:ln w="8746">
            <a:solidFill>
              <a:srgbClr val="394D93"/>
            </a:solidFill>
            <a:prstDash val="solid"/>
          </a:ln>
        </p:spPr>
      </p:sp>
      <p:sp>
        <p:nvSpPr>
          <p:cNvPr id="85" name="p2_smac3_ellipse_42">
            <a:extLst>
              <a:ext uri="{FF2B5EF4-FFF2-40B4-BE49-F238E27FC236}">
                <a16:creationId xmlns:a16="http://schemas.microsoft.com/office/drawing/2014/main" id="{654B1CE4-5294-FE51-C1D2-DFDC2CCE957C}"/>
              </a:ext>
            </a:extLst>
          </p:cNvPr>
          <p:cNvSpPr>
            <a:spLocks/>
          </p:cNvSpPr>
          <p:nvPr/>
        </p:nvSpPr>
        <p:spPr>
          <a:xfrm>
            <a:off x="2994514" y="2336967"/>
            <a:ext cx="49558" cy="49558"/>
          </a:xfrm>
          <a:prstGeom prst="ellipse">
            <a:avLst/>
          </a:prstGeom>
          <a:solidFill>
            <a:srgbClr val="FFFFFF"/>
          </a:solidFill>
          <a:ln w="8746">
            <a:solidFill>
              <a:srgbClr val="394D93"/>
            </a:solidFill>
            <a:prstDash val="solid"/>
          </a:ln>
        </p:spPr>
      </p:sp>
      <p:sp>
        <p:nvSpPr>
          <p:cNvPr id="87" name="p2_smac3_ellipse_43">
            <a:extLst>
              <a:ext uri="{FF2B5EF4-FFF2-40B4-BE49-F238E27FC236}">
                <a16:creationId xmlns:a16="http://schemas.microsoft.com/office/drawing/2014/main" id="{093596D4-8D8E-A0FA-23EA-D17AEE8F44FE}"/>
              </a:ext>
            </a:extLst>
          </p:cNvPr>
          <p:cNvSpPr>
            <a:spLocks/>
          </p:cNvSpPr>
          <p:nvPr/>
        </p:nvSpPr>
        <p:spPr>
          <a:xfrm>
            <a:off x="3052211" y="2336967"/>
            <a:ext cx="49558" cy="49558"/>
          </a:xfrm>
          <a:prstGeom prst="ellipse">
            <a:avLst/>
          </a:prstGeom>
          <a:solidFill>
            <a:srgbClr val="FFFFFF"/>
          </a:solidFill>
          <a:ln w="8746">
            <a:solidFill>
              <a:srgbClr val="394D93"/>
            </a:solidFill>
            <a:prstDash val="solid"/>
          </a:ln>
        </p:spPr>
      </p:sp>
      <p:sp>
        <p:nvSpPr>
          <p:cNvPr id="89" name="p2_smac3_path_44">
            <a:extLst>
              <a:ext uri="{FF2B5EF4-FFF2-40B4-BE49-F238E27FC236}">
                <a16:creationId xmlns:a16="http://schemas.microsoft.com/office/drawing/2014/main" id="{6E5D7B61-DB85-CFEF-931C-10F970A4287A}"/>
              </a:ext>
            </a:extLst>
          </p:cNvPr>
          <p:cNvSpPr>
            <a:spLocks/>
          </p:cNvSpPr>
          <p:nvPr/>
        </p:nvSpPr>
        <p:spPr>
          <a:xfrm>
            <a:off x="3289192" y="2032912"/>
            <a:ext cx="66928" cy="102761"/>
          </a:xfrm>
          <a:custGeom>
            <a:avLst/>
            <a:gdLst/>
            <a:ahLst/>
            <a:cxnLst/>
            <a:rect l="0" t="0" r="0" b="0"/>
            <a:pathLst>
              <a:path w="87471" h="134303">
                <a:moveTo>
                  <a:pt x="87471" y="0"/>
                </a:moveTo>
                <a:lnTo>
                  <a:pt x="0" y="134303"/>
                </a:lnTo>
              </a:path>
            </a:pathLst>
          </a:custGeom>
          <a:noFill/>
          <a:ln w="10203">
            <a:solidFill>
              <a:srgbClr val="394D93"/>
            </a:solidFill>
            <a:prstDash val="solid"/>
          </a:ln>
        </p:spPr>
      </p:sp>
      <p:sp>
        <p:nvSpPr>
          <p:cNvPr id="91" name="p2_smac3_path_45">
            <a:extLst>
              <a:ext uri="{FF2B5EF4-FFF2-40B4-BE49-F238E27FC236}">
                <a16:creationId xmlns:a16="http://schemas.microsoft.com/office/drawing/2014/main" id="{CD0FF2B7-A659-2336-42C3-7608CF8AC8A1}"/>
              </a:ext>
            </a:extLst>
          </p:cNvPr>
          <p:cNvSpPr>
            <a:spLocks/>
          </p:cNvSpPr>
          <p:nvPr/>
        </p:nvSpPr>
        <p:spPr>
          <a:xfrm>
            <a:off x="3356120" y="2032912"/>
            <a:ext cx="69236" cy="102761"/>
          </a:xfrm>
          <a:custGeom>
            <a:avLst/>
            <a:gdLst/>
            <a:ahLst/>
            <a:cxnLst/>
            <a:rect l="0" t="0" r="0" b="0"/>
            <a:pathLst>
              <a:path w="90488" h="134303">
                <a:moveTo>
                  <a:pt x="0" y="0"/>
                </a:moveTo>
                <a:lnTo>
                  <a:pt x="90488" y="134303"/>
                </a:lnTo>
              </a:path>
            </a:pathLst>
          </a:custGeom>
          <a:noFill/>
          <a:ln w="10203">
            <a:solidFill>
              <a:srgbClr val="394D93"/>
            </a:solidFill>
            <a:prstDash val="solid"/>
          </a:ln>
        </p:spPr>
      </p:sp>
      <p:sp>
        <p:nvSpPr>
          <p:cNvPr id="93" name="p2_smac3_path_46">
            <a:extLst>
              <a:ext uri="{FF2B5EF4-FFF2-40B4-BE49-F238E27FC236}">
                <a16:creationId xmlns:a16="http://schemas.microsoft.com/office/drawing/2014/main" id="{A6F2E5B3-9CE8-260C-120B-0DB21CE1F901}"/>
              </a:ext>
            </a:extLst>
          </p:cNvPr>
          <p:cNvSpPr>
            <a:spLocks/>
          </p:cNvSpPr>
          <p:nvPr/>
        </p:nvSpPr>
        <p:spPr>
          <a:xfrm>
            <a:off x="3252266" y="2135673"/>
            <a:ext cx="36926" cy="123313"/>
          </a:xfrm>
          <a:custGeom>
            <a:avLst/>
            <a:gdLst/>
            <a:ahLst/>
            <a:cxnLst/>
            <a:rect l="0" t="0" r="0" b="0"/>
            <a:pathLst>
              <a:path w="48260" h="161163">
                <a:moveTo>
                  <a:pt x="48260" y="0"/>
                </a:moveTo>
                <a:lnTo>
                  <a:pt x="0" y="161163"/>
                </a:lnTo>
              </a:path>
            </a:pathLst>
          </a:custGeom>
          <a:noFill/>
          <a:ln w="10203">
            <a:solidFill>
              <a:srgbClr val="394D93"/>
            </a:solidFill>
            <a:prstDash val="solid"/>
          </a:ln>
        </p:spPr>
      </p:sp>
      <p:sp>
        <p:nvSpPr>
          <p:cNvPr id="95" name="p2_smac3_path_47">
            <a:extLst>
              <a:ext uri="{FF2B5EF4-FFF2-40B4-BE49-F238E27FC236}">
                <a16:creationId xmlns:a16="http://schemas.microsoft.com/office/drawing/2014/main" id="{307D63E3-EB1B-B556-E70E-2C52ADC17090}"/>
              </a:ext>
            </a:extLst>
          </p:cNvPr>
          <p:cNvSpPr>
            <a:spLocks/>
          </p:cNvSpPr>
          <p:nvPr/>
        </p:nvSpPr>
        <p:spPr>
          <a:xfrm>
            <a:off x="3289192" y="2135673"/>
            <a:ext cx="36926" cy="123313"/>
          </a:xfrm>
          <a:custGeom>
            <a:avLst/>
            <a:gdLst/>
            <a:ahLst/>
            <a:cxnLst/>
            <a:rect l="0" t="0" r="0" b="0"/>
            <a:pathLst>
              <a:path w="48260" h="161163">
                <a:moveTo>
                  <a:pt x="0" y="0"/>
                </a:moveTo>
                <a:lnTo>
                  <a:pt x="48260" y="161163"/>
                </a:lnTo>
              </a:path>
            </a:pathLst>
          </a:custGeom>
          <a:noFill/>
          <a:ln w="10203">
            <a:solidFill>
              <a:srgbClr val="394D93"/>
            </a:solidFill>
            <a:prstDash val="solid"/>
          </a:ln>
        </p:spPr>
      </p:sp>
      <p:sp>
        <p:nvSpPr>
          <p:cNvPr id="97" name="p2_smac3_path_48">
            <a:extLst>
              <a:ext uri="{FF2B5EF4-FFF2-40B4-BE49-F238E27FC236}">
                <a16:creationId xmlns:a16="http://schemas.microsoft.com/office/drawing/2014/main" id="{F04B65FF-BC3F-E6B5-D163-1CFE990C6A07}"/>
              </a:ext>
            </a:extLst>
          </p:cNvPr>
          <p:cNvSpPr>
            <a:spLocks/>
          </p:cNvSpPr>
          <p:nvPr/>
        </p:nvSpPr>
        <p:spPr>
          <a:xfrm>
            <a:off x="3386122" y="2135673"/>
            <a:ext cx="39234" cy="116462"/>
          </a:xfrm>
          <a:custGeom>
            <a:avLst/>
            <a:gdLst/>
            <a:ahLst/>
            <a:cxnLst/>
            <a:rect l="0" t="0" r="0" b="0"/>
            <a:pathLst>
              <a:path w="51276" h="152209">
                <a:moveTo>
                  <a:pt x="51276" y="0"/>
                </a:moveTo>
                <a:lnTo>
                  <a:pt x="0" y="152209"/>
                </a:lnTo>
              </a:path>
            </a:pathLst>
          </a:custGeom>
          <a:noFill/>
          <a:ln w="10203">
            <a:solidFill>
              <a:srgbClr val="394D93"/>
            </a:solidFill>
            <a:prstDash val="solid"/>
          </a:ln>
        </p:spPr>
      </p:sp>
      <p:sp>
        <p:nvSpPr>
          <p:cNvPr id="99" name="p2_smac3_path_49">
            <a:extLst>
              <a:ext uri="{FF2B5EF4-FFF2-40B4-BE49-F238E27FC236}">
                <a16:creationId xmlns:a16="http://schemas.microsoft.com/office/drawing/2014/main" id="{5DCBC4A5-FC8D-A08F-BD90-C747DA3B37EE}"/>
              </a:ext>
            </a:extLst>
          </p:cNvPr>
          <p:cNvSpPr>
            <a:spLocks/>
          </p:cNvSpPr>
          <p:nvPr/>
        </p:nvSpPr>
        <p:spPr>
          <a:xfrm>
            <a:off x="3425356" y="2135673"/>
            <a:ext cx="34618" cy="116462"/>
          </a:xfrm>
          <a:custGeom>
            <a:avLst/>
            <a:gdLst/>
            <a:ahLst/>
            <a:cxnLst/>
            <a:rect l="0" t="0" r="0" b="0"/>
            <a:pathLst>
              <a:path w="45244" h="152209">
                <a:moveTo>
                  <a:pt x="0" y="0"/>
                </a:moveTo>
                <a:lnTo>
                  <a:pt x="45244" y="152209"/>
                </a:lnTo>
              </a:path>
            </a:pathLst>
          </a:custGeom>
          <a:noFill/>
          <a:ln w="10203">
            <a:solidFill>
              <a:srgbClr val="394D93"/>
            </a:solidFill>
            <a:prstDash val="solid"/>
          </a:ln>
        </p:spPr>
      </p:sp>
      <p:sp>
        <p:nvSpPr>
          <p:cNvPr id="101" name="p2_smac3_path_50">
            <a:extLst>
              <a:ext uri="{FF2B5EF4-FFF2-40B4-BE49-F238E27FC236}">
                <a16:creationId xmlns:a16="http://schemas.microsoft.com/office/drawing/2014/main" id="{A0718E1A-ED80-5439-0F2C-653B7D8340CA}"/>
              </a:ext>
            </a:extLst>
          </p:cNvPr>
          <p:cNvSpPr>
            <a:spLocks/>
          </p:cNvSpPr>
          <p:nvPr/>
        </p:nvSpPr>
        <p:spPr>
          <a:xfrm>
            <a:off x="3356120" y="2252135"/>
            <a:ext cx="30002" cy="109611"/>
          </a:xfrm>
          <a:custGeom>
            <a:avLst/>
            <a:gdLst/>
            <a:ahLst/>
            <a:cxnLst/>
            <a:rect l="0" t="0" r="0" b="0"/>
            <a:pathLst>
              <a:path w="39211" h="143256">
                <a:moveTo>
                  <a:pt x="39211" y="0"/>
                </a:moveTo>
                <a:lnTo>
                  <a:pt x="0" y="143256"/>
                </a:lnTo>
              </a:path>
            </a:pathLst>
          </a:custGeom>
          <a:noFill/>
          <a:ln w="10203">
            <a:solidFill>
              <a:srgbClr val="394D93"/>
            </a:solidFill>
            <a:prstDash val="solid"/>
          </a:ln>
        </p:spPr>
      </p:sp>
      <p:sp>
        <p:nvSpPr>
          <p:cNvPr id="103" name="p2_smac3_path_51">
            <a:extLst>
              <a:ext uri="{FF2B5EF4-FFF2-40B4-BE49-F238E27FC236}">
                <a16:creationId xmlns:a16="http://schemas.microsoft.com/office/drawing/2014/main" id="{E1698F02-AF43-05A4-9C11-C576C36AEF11}"/>
              </a:ext>
            </a:extLst>
          </p:cNvPr>
          <p:cNvSpPr>
            <a:spLocks/>
          </p:cNvSpPr>
          <p:nvPr/>
        </p:nvSpPr>
        <p:spPr>
          <a:xfrm>
            <a:off x="3386122" y="2252135"/>
            <a:ext cx="25387" cy="109611"/>
          </a:xfrm>
          <a:custGeom>
            <a:avLst/>
            <a:gdLst/>
            <a:ahLst/>
            <a:cxnLst/>
            <a:rect l="0" t="0" r="0" b="0"/>
            <a:pathLst>
              <a:path w="33179" h="143256">
                <a:moveTo>
                  <a:pt x="0" y="0"/>
                </a:moveTo>
                <a:lnTo>
                  <a:pt x="33179" y="143256"/>
                </a:lnTo>
              </a:path>
            </a:pathLst>
          </a:custGeom>
          <a:noFill/>
          <a:ln w="10203">
            <a:solidFill>
              <a:srgbClr val="394D93"/>
            </a:solidFill>
            <a:prstDash val="solid"/>
          </a:ln>
        </p:spPr>
      </p:sp>
      <p:sp>
        <p:nvSpPr>
          <p:cNvPr id="105" name="p2_smac3_ellipse_52">
            <a:extLst>
              <a:ext uri="{FF2B5EF4-FFF2-40B4-BE49-F238E27FC236}">
                <a16:creationId xmlns:a16="http://schemas.microsoft.com/office/drawing/2014/main" id="{E24EAAE8-834A-D08B-BB35-364E3A892F21}"/>
              </a:ext>
            </a:extLst>
          </p:cNvPr>
          <p:cNvSpPr>
            <a:spLocks/>
          </p:cNvSpPr>
          <p:nvPr/>
        </p:nvSpPr>
        <p:spPr>
          <a:xfrm>
            <a:off x="3331341" y="2008133"/>
            <a:ext cx="49558" cy="49558"/>
          </a:xfrm>
          <a:prstGeom prst="ellipse">
            <a:avLst/>
          </a:prstGeom>
          <a:solidFill>
            <a:srgbClr val="C3CFEF"/>
          </a:solidFill>
          <a:ln w="8746">
            <a:solidFill>
              <a:srgbClr val="394D93"/>
            </a:solidFill>
            <a:prstDash val="solid"/>
          </a:ln>
        </p:spPr>
      </p:sp>
      <p:sp>
        <p:nvSpPr>
          <p:cNvPr id="107" name="p2_smac3_ellipse_53">
            <a:extLst>
              <a:ext uri="{FF2B5EF4-FFF2-40B4-BE49-F238E27FC236}">
                <a16:creationId xmlns:a16="http://schemas.microsoft.com/office/drawing/2014/main" id="{C4B2684D-671D-710D-6AA9-0156A9405297}"/>
              </a:ext>
            </a:extLst>
          </p:cNvPr>
          <p:cNvSpPr>
            <a:spLocks/>
          </p:cNvSpPr>
          <p:nvPr/>
        </p:nvSpPr>
        <p:spPr>
          <a:xfrm>
            <a:off x="3264413" y="2110894"/>
            <a:ext cx="49558" cy="49558"/>
          </a:xfrm>
          <a:prstGeom prst="ellipse">
            <a:avLst/>
          </a:prstGeom>
          <a:solidFill>
            <a:srgbClr val="C3CFEF"/>
          </a:solidFill>
          <a:ln w="8746">
            <a:solidFill>
              <a:srgbClr val="394D93"/>
            </a:solidFill>
            <a:prstDash val="solid"/>
          </a:ln>
        </p:spPr>
      </p:sp>
      <p:sp>
        <p:nvSpPr>
          <p:cNvPr id="109" name="p2_smac3_ellipse_54">
            <a:extLst>
              <a:ext uri="{FF2B5EF4-FFF2-40B4-BE49-F238E27FC236}">
                <a16:creationId xmlns:a16="http://schemas.microsoft.com/office/drawing/2014/main" id="{2FC9F338-5856-C347-E89F-F877C613FC92}"/>
              </a:ext>
            </a:extLst>
          </p:cNvPr>
          <p:cNvSpPr>
            <a:spLocks/>
          </p:cNvSpPr>
          <p:nvPr/>
        </p:nvSpPr>
        <p:spPr>
          <a:xfrm>
            <a:off x="3400577" y="2110894"/>
            <a:ext cx="49558" cy="49558"/>
          </a:xfrm>
          <a:prstGeom prst="ellipse">
            <a:avLst/>
          </a:prstGeom>
          <a:solidFill>
            <a:srgbClr val="C3CFEF"/>
          </a:solidFill>
          <a:ln w="8746">
            <a:solidFill>
              <a:srgbClr val="394D93"/>
            </a:solidFill>
            <a:prstDash val="solid"/>
          </a:ln>
        </p:spPr>
      </p:sp>
      <p:sp>
        <p:nvSpPr>
          <p:cNvPr id="111" name="p2_smac3_ellipse_55">
            <a:extLst>
              <a:ext uri="{FF2B5EF4-FFF2-40B4-BE49-F238E27FC236}">
                <a16:creationId xmlns:a16="http://schemas.microsoft.com/office/drawing/2014/main" id="{F62304D8-F5CB-6974-2FFA-757EB56B27DF}"/>
              </a:ext>
            </a:extLst>
          </p:cNvPr>
          <p:cNvSpPr>
            <a:spLocks/>
          </p:cNvSpPr>
          <p:nvPr/>
        </p:nvSpPr>
        <p:spPr>
          <a:xfrm>
            <a:off x="3227487" y="2234207"/>
            <a:ext cx="49558" cy="49558"/>
          </a:xfrm>
          <a:prstGeom prst="ellipse">
            <a:avLst/>
          </a:prstGeom>
          <a:solidFill>
            <a:srgbClr val="FFFFFF"/>
          </a:solidFill>
          <a:ln w="8746">
            <a:solidFill>
              <a:srgbClr val="394D93"/>
            </a:solidFill>
            <a:prstDash val="solid"/>
          </a:ln>
        </p:spPr>
      </p:sp>
      <p:sp>
        <p:nvSpPr>
          <p:cNvPr id="113" name="p2_smac3_ellipse_56">
            <a:extLst>
              <a:ext uri="{FF2B5EF4-FFF2-40B4-BE49-F238E27FC236}">
                <a16:creationId xmlns:a16="http://schemas.microsoft.com/office/drawing/2014/main" id="{61A28C43-55D7-1828-D7A3-58DDB5FB7085}"/>
              </a:ext>
            </a:extLst>
          </p:cNvPr>
          <p:cNvSpPr>
            <a:spLocks/>
          </p:cNvSpPr>
          <p:nvPr/>
        </p:nvSpPr>
        <p:spPr>
          <a:xfrm>
            <a:off x="3301339" y="2234207"/>
            <a:ext cx="49558" cy="49558"/>
          </a:xfrm>
          <a:prstGeom prst="ellipse">
            <a:avLst/>
          </a:prstGeom>
          <a:solidFill>
            <a:srgbClr val="FFFFFF"/>
          </a:solidFill>
          <a:ln w="8746">
            <a:solidFill>
              <a:srgbClr val="394D93"/>
            </a:solidFill>
            <a:prstDash val="solid"/>
          </a:ln>
        </p:spPr>
      </p:sp>
      <p:sp>
        <p:nvSpPr>
          <p:cNvPr id="115" name="p2_smac3_ellipse_57">
            <a:extLst>
              <a:ext uri="{FF2B5EF4-FFF2-40B4-BE49-F238E27FC236}">
                <a16:creationId xmlns:a16="http://schemas.microsoft.com/office/drawing/2014/main" id="{BF921200-4BCD-36C6-4FD4-47B573FFAACC}"/>
              </a:ext>
            </a:extLst>
          </p:cNvPr>
          <p:cNvSpPr>
            <a:spLocks/>
          </p:cNvSpPr>
          <p:nvPr/>
        </p:nvSpPr>
        <p:spPr>
          <a:xfrm>
            <a:off x="3361343" y="2227356"/>
            <a:ext cx="49558" cy="49558"/>
          </a:xfrm>
          <a:prstGeom prst="ellipse">
            <a:avLst/>
          </a:prstGeom>
          <a:solidFill>
            <a:srgbClr val="FFFFFF"/>
          </a:solidFill>
          <a:ln w="8746">
            <a:solidFill>
              <a:srgbClr val="394D93"/>
            </a:solidFill>
            <a:prstDash val="solid"/>
          </a:ln>
        </p:spPr>
      </p:sp>
      <p:sp>
        <p:nvSpPr>
          <p:cNvPr id="117" name="p2_smac3_ellipse_58">
            <a:extLst>
              <a:ext uri="{FF2B5EF4-FFF2-40B4-BE49-F238E27FC236}">
                <a16:creationId xmlns:a16="http://schemas.microsoft.com/office/drawing/2014/main" id="{CD717A74-06AC-7212-0746-29D8CF0783DC}"/>
              </a:ext>
            </a:extLst>
          </p:cNvPr>
          <p:cNvSpPr>
            <a:spLocks/>
          </p:cNvSpPr>
          <p:nvPr/>
        </p:nvSpPr>
        <p:spPr>
          <a:xfrm>
            <a:off x="3435195" y="2227356"/>
            <a:ext cx="49558" cy="49558"/>
          </a:xfrm>
          <a:prstGeom prst="ellipse">
            <a:avLst/>
          </a:prstGeom>
          <a:solidFill>
            <a:srgbClr val="FFFFFF"/>
          </a:solidFill>
          <a:ln w="8746">
            <a:solidFill>
              <a:srgbClr val="394D93"/>
            </a:solidFill>
            <a:prstDash val="solid"/>
          </a:ln>
        </p:spPr>
      </p:sp>
      <p:sp>
        <p:nvSpPr>
          <p:cNvPr id="119" name="p2_smac3_ellipse_59">
            <a:extLst>
              <a:ext uri="{FF2B5EF4-FFF2-40B4-BE49-F238E27FC236}">
                <a16:creationId xmlns:a16="http://schemas.microsoft.com/office/drawing/2014/main" id="{E5856647-28DF-28A9-35F2-3E89BE11A050}"/>
              </a:ext>
            </a:extLst>
          </p:cNvPr>
          <p:cNvSpPr>
            <a:spLocks/>
          </p:cNvSpPr>
          <p:nvPr/>
        </p:nvSpPr>
        <p:spPr>
          <a:xfrm>
            <a:off x="3331341" y="2336967"/>
            <a:ext cx="49558" cy="49558"/>
          </a:xfrm>
          <a:prstGeom prst="ellipse">
            <a:avLst/>
          </a:prstGeom>
          <a:solidFill>
            <a:srgbClr val="FFFFFF"/>
          </a:solidFill>
          <a:ln w="8746">
            <a:solidFill>
              <a:srgbClr val="394D93"/>
            </a:solidFill>
            <a:prstDash val="solid"/>
          </a:ln>
        </p:spPr>
      </p:sp>
      <p:sp>
        <p:nvSpPr>
          <p:cNvPr id="121" name="p2_smac3_ellipse_60">
            <a:extLst>
              <a:ext uri="{FF2B5EF4-FFF2-40B4-BE49-F238E27FC236}">
                <a16:creationId xmlns:a16="http://schemas.microsoft.com/office/drawing/2014/main" id="{3E4D2EBA-4695-6E52-5EBE-365E1101AB76}"/>
              </a:ext>
            </a:extLst>
          </p:cNvPr>
          <p:cNvSpPr>
            <a:spLocks/>
          </p:cNvSpPr>
          <p:nvPr/>
        </p:nvSpPr>
        <p:spPr>
          <a:xfrm>
            <a:off x="3386730" y="2336967"/>
            <a:ext cx="49558" cy="49558"/>
          </a:xfrm>
          <a:prstGeom prst="ellipse">
            <a:avLst/>
          </a:prstGeom>
          <a:solidFill>
            <a:srgbClr val="FFFFFF"/>
          </a:solidFill>
          <a:ln w="8746">
            <a:solidFill>
              <a:srgbClr val="394D93"/>
            </a:solidFill>
            <a:prstDash val="solid"/>
          </a:ln>
        </p:spPr>
      </p:sp>
      <p:sp>
        <p:nvSpPr>
          <p:cNvPr id="123" name="p2_smac3_path_61">
            <a:extLst>
              <a:ext uri="{FF2B5EF4-FFF2-40B4-BE49-F238E27FC236}">
                <a16:creationId xmlns:a16="http://schemas.microsoft.com/office/drawing/2014/main" id="{5619E3DF-E0D2-BC0E-C9B7-D89B0CDE528B}"/>
              </a:ext>
            </a:extLst>
          </p:cNvPr>
          <p:cNvSpPr>
            <a:spLocks/>
          </p:cNvSpPr>
          <p:nvPr/>
        </p:nvSpPr>
        <p:spPr>
          <a:xfrm>
            <a:off x="3556783" y="2032912"/>
            <a:ext cx="69236" cy="113037"/>
          </a:xfrm>
          <a:custGeom>
            <a:avLst/>
            <a:gdLst/>
            <a:ahLst/>
            <a:cxnLst/>
            <a:rect l="0" t="0" r="0" b="0"/>
            <a:pathLst>
              <a:path w="90488" h="147733">
                <a:moveTo>
                  <a:pt x="90488" y="0"/>
                </a:moveTo>
                <a:lnTo>
                  <a:pt x="0" y="147733"/>
                </a:lnTo>
              </a:path>
            </a:pathLst>
          </a:custGeom>
          <a:noFill/>
          <a:ln w="10203">
            <a:solidFill>
              <a:srgbClr val="394D93"/>
            </a:solidFill>
            <a:prstDash val="solid"/>
          </a:ln>
        </p:spPr>
      </p:sp>
      <p:sp>
        <p:nvSpPr>
          <p:cNvPr id="125" name="p2_smac3_path_62">
            <a:extLst>
              <a:ext uri="{FF2B5EF4-FFF2-40B4-BE49-F238E27FC236}">
                <a16:creationId xmlns:a16="http://schemas.microsoft.com/office/drawing/2014/main" id="{101E3467-13EB-23AC-038C-4DC22AEC6F9B}"/>
              </a:ext>
            </a:extLst>
          </p:cNvPr>
          <p:cNvSpPr>
            <a:spLocks/>
          </p:cNvSpPr>
          <p:nvPr/>
        </p:nvSpPr>
        <p:spPr>
          <a:xfrm>
            <a:off x="3626019" y="2032912"/>
            <a:ext cx="62312" cy="113037"/>
          </a:xfrm>
          <a:custGeom>
            <a:avLst/>
            <a:gdLst/>
            <a:ahLst/>
            <a:cxnLst/>
            <a:rect l="0" t="0" r="0" b="0"/>
            <a:pathLst>
              <a:path w="81439" h="147733">
                <a:moveTo>
                  <a:pt x="0" y="0"/>
                </a:moveTo>
                <a:lnTo>
                  <a:pt x="81439" y="147733"/>
                </a:lnTo>
              </a:path>
            </a:pathLst>
          </a:custGeom>
          <a:noFill/>
          <a:ln w="10203">
            <a:solidFill>
              <a:srgbClr val="394D93"/>
            </a:solidFill>
            <a:prstDash val="solid"/>
          </a:ln>
        </p:spPr>
      </p:sp>
      <p:sp>
        <p:nvSpPr>
          <p:cNvPr id="127" name="p2_smac3_path_63">
            <a:extLst>
              <a:ext uri="{FF2B5EF4-FFF2-40B4-BE49-F238E27FC236}">
                <a16:creationId xmlns:a16="http://schemas.microsoft.com/office/drawing/2014/main" id="{654D3F79-CAA5-A279-2E9B-41AAFBF2E9BA}"/>
              </a:ext>
            </a:extLst>
          </p:cNvPr>
          <p:cNvSpPr>
            <a:spLocks/>
          </p:cNvSpPr>
          <p:nvPr/>
        </p:nvSpPr>
        <p:spPr>
          <a:xfrm>
            <a:off x="3519857" y="2145949"/>
            <a:ext cx="36926" cy="116462"/>
          </a:xfrm>
          <a:custGeom>
            <a:avLst/>
            <a:gdLst/>
            <a:ahLst/>
            <a:cxnLst/>
            <a:rect l="0" t="0" r="0" b="0"/>
            <a:pathLst>
              <a:path w="48260" h="152210">
                <a:moveTo>
                  <a:pt x="48260" y="0"/>
                </a:moveTo>
                <a:lnTo>
                  <a:pt x="0" y="152210"/>
                </a:lnTo>
              </a:path>
            </a:pathLst>
          </a:custGeom>
          <a:noFill/>
          <a:ln w="10203">
            <a:solidFill>
              <a:srgbClr val="394D93"/>
            </a:solidFill>
            <a:prstDash val="solid"/>
          </a:ln>
        </p:spPr>
      </p:sp>
      <p:sp>
        <p:nvSpPr>
          <p:cNvPr id="129" name="p2_smac3_path_64">
            <a:extLst>
              <a:ext uri="{FF2B5EF4-FFF2-40B4-BE49-F238E27FC236}">
                <a16:creationId xmlns:a16="http://schemas.microsoft.com/office/drawing/2014/main" id="{B98BA3A3-AA66-B344-C1E0-17097C638F3D}"/>
              </a:ext>
            </a:extLst>
          </p:cNvPr>
          <p:cNvSpPr>
            <a:spLocks/>
          </p:cNvSpPr>
          <p:nvPr/>
        </p:nvSpPr>
        <p:spPr>
          <a:xfrm>
            <a:off x="3556783" y="2145949"/>
            <a:ext cx="36926" cy="116462"/>
          </a:xfrm>
          <a:custGeom>
            <a:avLst/>
            <a:gdLst/>
            <a:ahLst/>
            <a:cxnLst/>
            <a:rect l="0" t="0" r="0" b="0"/>
            <a:pathLst>
              <a:path w="48260" h="152210">
                <a:moveTo>
                  <a:pt x="0" y="0"/>
                </a:moveTo>
                <a:lnTo>
                  <a:pt x="48260" y="152210"/>
                </a:lnTo>
              </a:path>
            </a:pathLst>
          </a:custGeom>
          <a:noFill/>
          <a:ln w="10203">
            <a:solidFill>
              <a:srgbClr val="394D93"/>
            </a:solidFill>
            <a:prstDash val="solid"/>
          </a:ln>
        </p:spPr>
      </p:sp>
      <p:sp>
        <p:nvSpPr>
          <p:cNvPr id="131" name="p2_smac3_path_65">
            <a:extLst>
              <a:ext uri="{FF2B5EF4-FFF2-40B4-BE49-F238E27FC236}">
                <a16:creationId xmlns:a16="http://schemas.microsoft.com/office/drawing/2014/main" id="{1128A7EE-E6F4-5A7C-E6E9-C08933B1B945}"/>
              </a:ext>
            </a:extLst>
          </p:cNvPr>
          <p:cNvSpPr>
            <a:spLocks/>
          </p:cNvSpPr>
          <p:nvPr/>
        </p:nvSpPr>
        <p:spPr>
          <a:xfrm>
            <a:off x="3653713" y="2145949"/>
            <a:ext cx="34618" cy="116462"/>
          </a:xfrm>
          <a:custGeom>
            <a:avLst/>
            <a:gdLst/>
            <a:ahLst/>
            <a:cxnLst/>
            <a:rect l="0" t="0" r="0" b="0"/>
            <a:pathLst>
              <a:path w="45244" h="152210">
                <a:moveTo>
                  <a:pt x="45244" y="0"/>
                </a:moveTo>
                <a:lnTo>
                  <a:pt x="0" y="152210"/>
                </a:lnTo>
              </a:path>
            </a:pathLst>
          </a:custGeom>
          <a:noFill/>
          <a:ln w="10203">
            <a:solidFill>
              <a:srgbClr val="394D93"/>
            </a:solidFill>
            <a:prstDash val="solid"/>
          </a:ln>
        </p:spPr>
      </p:sp>
      <p:sp>
        <p:nvSpPr>
          <p:cNvPr id="133" name="p2_smac3_path_66">
            <a:extLst>
              <a:ext uri="{FF2B5EF4-FFF2-40B4-BE49-F238E27FC236}">
                <a16:creationId xmlns:a16="http://schemas.microsoft.com/office/drawing/2014/main" id="{931803F2-6926-B459-6EC9-D0364EDABFA7}"/>
              </a:ext>
            </a:extLst>
          </p:cNvPr>
          <p:cNvSpPr>
            <a:spLocks/>
          </p:cNvSpPr>
          <p:nvPr/>
        </p:nvSpPr>
        <p:spPr>
          <a:xfrm>
            <a:off x="3688331" y="2145949"/>
            <a:ext cx="46157" cy="116462"/>
          </a:xfrm>
          <a:custGeom>
            <a:avLst/>
            <a:gdLst/>
            <a:ahLst/>
            <a:cxnLst/>
            <a:rect l="0" t="0" r="0" b="0"/>
            <a:pathLst>
              <a:path w="60325" h="152210">
                <a:moveTo>
                  <a:pt x="0" y="0"/>
                </a:moveTo>
                <a:lnTo>
                  <a:pt x="60325" y="152210"/>
                </a:lnTo>
              </a:path>
            </a:pathLst>
          </a:custGeom>
          <a:noFill/>
          <a:ln w="10203">
            <a:solidFill>
              <a:srgbClr val="394D93"/>
            </a:solidFill>
            <a:prstDash val="solid"/>
          </a:ln>
        </p:spPr>
      </p:sp>
      <p:sp>
        <p:nvSpPr>
          <p:cNvPr id="135" name="p2_smac3_path_67">
            <a:extLst>
              <a:ext uri="{FF2B5EF4-FFF2-40B4-BE49-F238E27FC236}">
                <a16:creationId xmlns:a16="http://schemas.microsoft.com/office/drawing/2014/main" id="{559B697C-5812-9583-3F56-2932C1F685C7}"/>
              </a:ext>
            </a:extLst>
          </p:cNvPr>
          <p:cNvSpPr>
            <a:spLocks/>
          </p:cNvSpPr>
          <p:nvPr/>
        </p:nvSpPr>
        <p:spPr>
          <a:xfrm>
            <a:off x="3568322" y="2262411"/>
            <a:ext cx="25387" cy="99335"/>
          </a:xfrm>
          <a:custGeom>
            <a:avLst/>
            <a:gdLst/>
            <a:ahLst/>
            <a:cxnLst/>
            <a:rect l="0" t="0" r="0" b="0"/>
            <a:pathLst>
              <a:path w="33179" h="129826">
                <a:moveTo>
                  <a:pt x="33179" y="0"/>
                </a:moveTo>
                <a:lnTo>
                  <a:pt x="0" y="129826"/>
                </a:lnTo>
              </a:path>
            </a:pathLst>
          </a:custGeom>
          <a:noFill/>
          <a:ln w="10203">
            <a:solidFill>
              <a:srgbClr val="394D93"/>
            </a:solidFill>
            <a:prstDash val="solid"/>
          </a:ln>
        </p:spPr>
      </p:sp>
      <p:sp>
        <p:nvSpPr>
          <p:cNvPr id="137" name="p2_smac3_path_68">
            <a:extLst>
              <a:ext uri="{FF2B5EF4-FFF2-40B4-BE49-F238E27FC236}">
                <a16:creationId xmlns:a16="http://schemas.microsoft.com/office/drawing/2014/main" id="{02F7929B-A65A-2059-FE30-EABF49D01D3E}"/>
              </a:ext>
            </a:extLst>
          </p:cNvPr>
          <p:cNvSpPr>
            <a:spLocks/>
          </p:cNvSpPr>
          <p:nvPr/>
        </p:nvSpPr>
        <p:spPr>
          <a:xfrm>
            <a:off x="3593709" y="2262411"/>
            <a:ext cx="30002" cy="99335"/>
          </a:xfrm>
          <a:custGeom>
            <a:avLst/>
            <a:gdLst/>
            <a:ahLst/>
            <a:cxnLst/>
            <a:rect l="0" t="0" r="0" b="0"/>
            <a:pathLst>
              <a:path w="39211" h="129826">
                <a:moveTo>
                  <a:pt x="0" y="0"/>
                </a:moveTo>
                <a:lnTo>
                  <a:pt x="39211" y="129826"/>
                </a:lnTo>
              </a:path>
            </a:pathLst>
          </a:custGeom>
          <a:noFill/>
          <a:ln w="10203">
            <a:solidFill>
              <a:srgbClr val="394D93"/>
            </a:solidFill>
            <a:prstDash val="solid"/>
          </a:ln>
        </p:spPr>
      </p:sp>
      <p:sp>
        <p:nvSpPr>
          <p:cNvPr id="139" name="p2_smac3_ellipse_69">
            <a:extLst>
              <a:ext uri="{FF2B5EF4-FFF2-40B4-BE49-F238E27FC236}">
                <a16:creationId xmlns:a16="http://schemas.microsoft.com/office/drawing/2014/main" id="{DC5C68C9-1C8B-7648-FE67-019EACC6230D}"/>
              </a:ext>
            </a:extLst>
          </p:cNvPr>
          <p:cNvSpPr>
            <a:spLocks/>
          </p:cNvSpPr>
          <p:nvPr/>
        </p:nvSpPr>
        <p:spPr>
          <a:xfrm>
            <a:off x="3601240" y="2008133"/>
            <a:ext cx="49558" cy="49558"/>
          </a:xfrm>
          <a:prstGeom prst="ellipse">
            <a:avLst/>
          </a:prstGeom>
          <a:solidFill>
            <a:srgbClr val="C3CFEF"/>
          </a:solidFill>
          <a:ln w="8746">
            <a:solidFill>
              <a:srgbClr val="394D93"/>
            </a:solidFill>
            <a:prstDash val="solid"/>
          </a:ln>
        </p:spPr>
      </p:sp>
      <p:sp>
        <p:nvSpPr>
          <p:cNvPr id="141" name="p2_smac3_ellipse_70">
            <a:extLst>
              <a:ext uri="{FF2B5EF4-FFF2-40B4-BE49-F238E27FC236}">
                <a16:creationId xmlns:a16="http://schemas.microsoft.com/office/drawing/2014/main" id="{E7F53310-E519-B049-F73A-BBC4808D4395}"/>
              </a:ext>
            </a:extLst>
          </p:cNvPr>
          <p:cNvSpPr>
            <a:spLocks/>
          </p:cNvSpPr>
          <p:nvPr/>
        </p:nvSpPr>
        <p:spPr>
          <a:xfrm>
            <a:off x="3532004" y="2121170"/>
            <a:ext cx="49558" cy="49558"/>
          </a:xfrm>
          <a:prstGeom prst="ellipse">
            <a:avLst/>
          </a:prstGeom>
          <a:solidFill>
            <a:srgbClr val="C3CFEF"/>
          </a:solidFill>
          <a:ln w="8746">
            <a:solidFill>
              <a:srgbClr val="394D93"/>
            </a:solidFill>
            <a:prstDash val="solid"/>
          </a:ln>
        </p:spPr>
      </p:sp>
      <p:sp>
        <p:nvSpPr>
          <p:cNvPr id="143" name="p2_smac3_ellipse_71">
            <a:extLst>
              <a:ext uri="{FF2B5EF4-FFF2-40B4-BE49-F238E27FC236}">
                <a16:creationId xmlns:a16="http://schemas.microsoft.com/office/drawing/2014/main" id="{A747E657-4EC2-3F99-E0D0-75074F656929}"/>
              </a:ext>
            </a:extLst>
          </p:cNvPr>
          <p:cNvSpPr>
            <a:spLocks/>
          </p:cNvSpPr>
          <p:nvPr/>
        </p:nvSpPr>
        <p:spPr>
          <a:xfrm>
            <a:off x="3663552" y="2121170"/>
            <a:ext cx="49558" cy="49558"/>
          </a:xfrm>
          <a:prstGeom prst="ellipse">
            <a:avLst/>
          </a:prstGeom>
          <a:solidFill>
            <a:srgbClr val="C3CFEF"/>
          </a:solidFill>
          <a:ln w="8746">
            <a:solidFill>
              <a:srgbClr val="394D93"/>
            </a:solidFill>
            <a:prstDash val="solid"/>
          </a:ln>
        </p:spPr>
      </p:sp>
      <p:sp>
        <p:nvSpPr>
          <p:cNvPr id="145" name="p2_smac3_ellipse_72">
            <a:extLst>
              <a:ext uri="{FF2B5EF4-FFF2-40B4-BE49-F238E27FC236}">
                <a16:creationId xmlns:a16="http://schemas.microsoft.com/office/drawing/2014/main" id="{EBA01433-7140-0808-E68A-5C241F4247B2}"/>
              </a:ext>
            </a:extLst>
          </p:cNvPr>
          <p:cNvSpPr>
            <a:spLocks/>
          </p:cNvSpPr>
          <p:nvPr/>
        </p:nvSpPr>
        <p:spPr>
          <a:xfrm>
            <a:off x="3495078" y="2237632"/>
            <a:ext cx="49558" cy="49558"/>
          </a:xfrm>
          <a:prstGeom prst="ellipse">
            <a:avLst/>
          </a:prstGeom>
          <a:solidFill>
            <a:srgbClr val="FFFFFF"/>
          </a:solidFill>
          <a:ln w="8746">
            <a:solidFill>
              <a:srgbClr val="394D93"/>
            </a:solidFill>
            <a:prstDash val="solid"/>
          </a:ln>
        </p:spPr>
      </p:sp>
      <p:sp>
        <p:nvSpPr>
          <p:cNvPr id="147" name="p2_smac3_ellipse_73">
            <a:extLst>
              <a:ext uri="{FF2B5EF4-FFF2-40B4-BE49-F238E27FC236}">
                <a16:creationId xmlns:a16="http://schemas.microsoft.com/office/drawing/2014/main" id="{FE03E58E-C918-AFF5-FC2F-2D1B63858C71}"/>
              </a:ext>
            </a:extLst>
          </p:cNvPr>
          <p:cNvSpPr>
            <a:spLocks/>
          </p:cNvSpPr>
          <p:nvPr/>
        </p:nvSpPr>
        <p:spPr>
          <a:xfrm>
            <a:off x="3568929" y="2237632"/>
            <a:ext cx="49558" cy="49558"/>
          </a:xfrm>
          <a:prstGeom prst="ellipse">
            <a:avLst/>
          </a:prstGeom>
          <a:solidFill>
            <a:srgbClr val="FFFFFF"/>
          </a:solidFill>
          <a:ln w="8746">
            <a:solidFill>
              <a:srgbClr val="394D93"/>
            </a:solidFill>
            <a:prstDash val="solid"/>
          </a:ln>
        </p:spPr>
      </p:sp>
      <p:sp>
        <p:nvSpPr>
          <p:cNvPr id="149" name="p2_smac3_ellipse_74">
            <a:extLst>
              <a:ext uri="{FF2B5EF4-FFF2-40B4-BE49-F238E27FC236}">
                <a16:creationId xmlns:a16="http://schemas.microsoft.com/office/drawing/2014/main" id="{5942DA9F-76C0-9D7A-4FC1-79BE09140971}"/>
              </a:ext>
            </a:extLst>
          </p:cNvPr>
          <p:cNvSpPr>
            <a:spLocks/>
          </p:cNvSpPr>
          <p:nvPr/>
        </p:nvSpPr>
        <p:spPr>
          <a:xfrm>
            <a:off x="3628934" y="2237632"/>
            <a:ext cx="49558" cy="49558"/>
          </a:xfrm>
          <a:prstGeom prst="ellipse">
            <a:avLst/>
          </a:prstGeom>
          <a:solidFill>
            <a:srgbClr val="FFFFFF"/>
          </a:solidFill>
          <a:ln w="8746">
            <a:solidFill>
              <a:srgbClr val="394D93"/>
            </a:solidFill>
            <a:prstDash val="solid"/>
          </a:ln>
        </p:spPr>
      </p:sp>
      <p:sp>
        <p:nvSpPr>
          <p:cNvPr id="151" name="p2_smac3_ellipse_75">
            <a:extLst>
              <a:ext uri="{FF2B5EF4-FFF2-40B4-BE49-F238E27FC236}">
                <a16:creationId xmlns:a16="http://schemas.microsoft.com/office/drawing/2014/main" id="{85FDEE49-8749-8838-5DA4-F129C70698C4}"/>
              </a:ext>
            </a:extLst>
          </p:cNvPr>
          <p:cNvSpPr>
            <a:spLocks/>
          </p:cNvSpPr>
          <p:nvPr/>
        </p:nvSpPr>
        <p:spPr>
          <a:xfrm>
            <a:off x="3709709" y="2237632"/>
            <a:ext cx="49558" cy="49558"/>
          </a:xfrm>
          <a:prstGeom prst="ellipse">
            <a:avLst/>
          </a:prstGeom>
          <a:solidFill>
            <a:srgbClr val="FFFFFF"/>
          </a:solidFill>
          <a:ln w="8746">
            <a:solidFill>
              <a:srgbClr val="394D93"/>
            </a:solidFill>
            <a:prstDash val="solid"/>
          </a:ln>
        </p:spPr>
      </p:sp>
      <p:sp>
        <p:nvSpPr>
          <p:cNvPr id="153" name="p2_smac3_ellipse_76">
            <a:extLst>
              <a:ext uri="{FF2B5EF4-FFF2-40B4-BE49-F238E27FC236}">
                <a16:creationId xmlns:a16="http://schemas.microsoft.com/office/drawing/2014/main" id="{36833579-0E2D-EAAC-C10C-FE64E1F56836}"/>
              </a:ext>
            </a:extLst>
          </p:cNvPr>
          <p:cNvSpPr>
            <a:spLocks/>
          </p:cNvSpPr>
          <p:nvPr/>
        </p:nvSpPr>
        <p:spPr>
          <a:xfrm>
            <a:off x="3543543" y="2336967"/>
            <a:ext cx="49558" cy="49558"/>
          </a:xfrm>
          <a:prstGeom prst="ellipse">
            <a:avLst/>
          </a:prstGeom>
          <a:solidFill>
            <a:srgbClr val="FFFFFF"/>
          </a:solidFill>
          <a:ln w="8746">
            <a:solidFill>
              <a:srgbClr val="394D93"/>
            </a:solidFill>
            <a:prstDash val="solid"/>
          </a:ln>
        </p:spPr>
      </p:sp>
      <p:sp>
        <p:nvSpPr>
          <p:cNvPr id="155" name="p2_smac3_ellipse_77">
            <a:extLst>
              <a:ext uri="{FF2B5EF4-FFF2-40B4-BE49-F238E27FC236}">
                <a16:creationId xmlns:a16="http://schemas.microsoft.com/office/drawing/2014/main" id="{1C66DB5E-4314-FA7E-569E-DB8CBEF361C3}"/>
              </a:ext>
            </a:extLst>
          </p:cNvPr>
          <p:cNvSpPr>
            <a:spLocks/>
          </p:cNvSpPr>
          <p:nvPr/>
        </p:nvSpPr>
        <p:spPr>
          <a:xfrm>
            <a:off x="3598932" y="2336967"/>
            <a:ext cx="49558" cy="49558"/>
          </a:xfrm>
          <a:prstGeom prst="ellipse">
            <a:avLst/>
          </a:prstGeom>
          <a:solidFill>
            <a:srgbClr val="FFFFFF"/>
          </a:solidFill>
          <a:ln w="8746">
            <a:solidFill>
              <a:srgbClr val="394D93"/>
            </a:solidFill>
            <a:prstDash val="solid"/>
          </a:ln>
        </p:spPr>
      </p:sp>
      <p:sp>
        <p:nvSpPr>
          <p:cNvPr id="157" name="p2_smac3_rect_78">
            <a:extLst>
              <a:ext uri="{FF2B5EF4-FFF2-40B4-BE49-F238E27FC236}">
                <a16:creationId xmlns:a16="http://schemas.microsoft.com/office/drawing/2014/main" id="{88C7392F-D5E5-682A-B28A-F6F15B3D45EF}"/>
              </a:ext>
            </a:extLst>
          </p:cNvPr>
          <p:cNvSpPr>
            <a:spLocks/>
          </p:cNvSpPr>
          <p:nvPr/>
        </p:nvSpPr>
        <p:spPr>
          <a:xfrm>
            <a:off x="2849605" y="2579949"/>
            <a:ext cx="1042183" cy="575751"/>
          </a:xfrm>
          <a:prstGeom prst="roundRect">
            <a:avLst>
              <a:gd name="adj" fmla="val 7595"/>
            </a:avLst>
          </a:prstGeom>
          <a:solidFill>
            <a:srgbClr val="FFFFFF"/>
          </a:solidFill>
          <a:ln w="7288">
            <a:solidFill>
              <a:srgbClr val="C3CEE7"/>
            </a:solidFill>
            <a:prstDash val="solid"/>
          </a:ln>
        </p:spPr>
      </p:sp>
      <p:sp>
        <p:nvSpPr>
          <p:cNvPr id="159" name="p2_smac3_path_79">
            <a:extLst>
              <a:ext uri="{FF2B5EF4-FFF2-40B4-BE49-F238E27FC236}">
                <a16:creationId xmlns:a16="http://schemas.microsoft.com/office/drawing/2014/main" id="{32AD9521-FEAA-5A14-A8FC-79EFB9985EE0}"/>
              </a:ext>
            </a:extLst>
          </p:cNvPr>
          <p:cNvSpPr>
            <a:spLocks/>
          </p:cNvSpPr>
          <p:nvPr/>
        </p:nvSpPr>
        <p:spPr>
          <a:xfrm>
            <a:off x="2937061" y="2769437"/>
            <a:ext cx="859983" cy="495583"/>
          </a:xfrm>
          <a:custGeom>
            <a:avLst/>
            <a:gdLst/>
            <a:ahLst/>
            <a:cxnLst/>
            <a:rect l="0" t="0" r="0" b="0"/>
            <a:pathLst>
              <a:path w="1123950" h="647700">
                <a:moveTo>
                  <a:pt x="0" y="323850"/>
                </a:moveTo>
                <a:cubicBezTo>
                  <a:pt x="180975" y="647700"/>
                  <a:pt x="304800" y="0"/>
                  <a:pt x="466725" y="133350"/>
                </a:cubicBezTo>
                <a:cubicBezTo>
                  <a:pt x="666750" y="276225"/>
                  <a:pt x="847725" y="19050"/>
                  <a:pt x="1123950" y="295275"/>
                </a:cubicBezTo>
              </a:path>
            </a:pathLst>
          </a:custGeom>
          <a:noFill/>
          <a:ln w="13118">
            <a:solidFill>
              <a:srgbClr val="394D93"/>
            </a:solidFill>
            <a:prstDash val="solid"/>
          </a:ln>
        </p:spPr>
      </p:sp>
      <p:sp>
        <p:nvSpPr>
          <p:cNvPr id="161" name="p2_smac3_ellipse_80">
            <a:extLst>
              <a:ext uri="{FF2B5EF4-FFF2-40B4-BE49-F238E27FC236}">
                <a16:creationId xmlns:a16="http://schemas.microsoft.com/office/drawing/2014/main" id="{C6584BC9-7383-7D81-8238-3A221930A6FA}"/>
              </a:ext>
            </a:extLst>
          </p:cNvPr>
          <p:cNvSpPr>
            <a:spLocks/>
          </p:cNvSpPr>
          <p:nvPr/>
        </p:nvSpPr>
        <p:spPr>
          <a:xfrm>
            <a:off x="3454508" y="2827741"/>
            <a:ext cx="65592" cy="65592"/>
          </a:xfrm>
          <a:prstGeom prst="ellipse">
            <a:avLst/>
          </a:prstGeom>
          <a:solidFill>
            <a:srgbClr val="D8ABC8"/>
          </a:solidFill>
          <a:ln w="7288">
            <a:solidFill>
              <a:srgbClr val="9C3E76"/>
            </a:solidFill>
            <a:prstDash val="solid"/>
          </a:ln>
        </p:spPr>
      </p:sp>
      <p:sp>
        <p:nvSpPr>
          <p:cNvPr id="163" name="p2_smac3_rect_81">
            <a:extLst>
              <a:ext uri="{FF2B5EF4-FFF2-40B4-BE49-F238E27FC236}">
                <a16:creationId xmlns:a16="http://schemas.microsoft.com/office/drawing/2014/main" id="{483770B8-2701-B2D4-B556-F7165F93ECD3}"/>
              </a:ext>
            </a:extLst>
          </p:cNvPr>
          <p:cNvSpPr>
            <a:spLocks/>
          </p:cNvSpPr>
          <p:nvPr/>
        </p:nvSpPr>
        <p:spPr>
          <a:xfrm>
            <a:off x="4037547" y="1486750"/>
            <a:ext cx="1129639" cy="1668950"/>
          </a:xfrm>
          <a:prstGeom prst="roundRect">
            <a:avLst>
              <a:gd name="adj" fmla="val 3871"/>
            </a:avLst>
          </a:prstGeom>
          <a:solidFill>
            <a:srgbClr val="FFFFFF"/>
          </a:solidFill>
          <a:ln w="7288">
            <a:solidFill>
              <a:srgbClr val="C3CEE7"/>
            </a:solidFill>
            <a:prstDash val="solid"/>
          </a:ln>
        </p:spPr>
      </p:sp>
      <p:sp>
        <p:nvSpPr>
          <p:cNvPr id="165" name="p2_smac3_path_82">
            <a:extLst>
              <a:ext uri="{FF2B5EF4-FFF2-40B4-BE49-F238E27FC236}">
                <a16:creationId xmlns:a16="http://schemas.microsoft.com/office/drawing/2014/main" id="{2DCE8150-C8F5-9F3E-AA07-79860654FC46}"/>
              </a:ext>
            </a:extLst>
          </p:cNvPr>
          <p:cNvSpPr>
            <a:spLocks/>
          </p:cNvSpPr>
          <p:nvPr/>
        </p:nvSpPr>
        <p:spPr>
          <a:xfrm>
            <a:off x="1450310" y="2230125"/>
            <a:ext cx="87456" cy="729"/>
          </a:xfrm>
          <a:custGeom>
            <a:avLst/>
            <a:gdLst/>
            <a:ahLst/>
            <a:cxnLst/>
            <a:rect l="0" t="0" r="0" b="0"/>
            <a:pathLst>
              <a:path w="114300" h="953">
                <a:moveTo>
                  <a:pt x="0" y="0"/>
                </a:moveTo>
                <a:lnTo>
                  <a:pt x="114300" y="0"/>
                </a:lnTo>
              </a:path>
            </a:pathLst>
          </a:custGeom>
          <a:noFill/>
          <a:ln w="12390">
            <a:solidFill>
              <a:srgbClr val="394D93"/>
            </a:solidFill>
            <a:prstDash val="solid"/>
          </a:ln>
        </p:spPr>
      </p:sp>
      <p:sp>
        <p:nvSpPr>
          <p:cNvPr id="167" name="p2_smac3_path_83">
            <a:extLst>
              <a:ext uri="{FF2B5EF4-FFF2-40B4-BE49-F238E27FC236}">
                <a16:creationId xmlns:a16="http://schemas.microsoft.com/office/drawing/2014/main" id="{08235014-29A0-4E53-E2D5-1CF1CF59DB70}"/>
              </a:ext>
            </a:extLst>
          </p:cNvPr>
          <p:cNvSpPr>
            <a:spLocks/>
          </p:cNvSpPr>
          <p:nvPr/>
        </p:nvSpPr>
        <p:spPr>
          <a:xfrm>
            <a:off x="1450310" y="2191645"/>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69" name="p2_smac3_path_84">
            <a:extLst>
              <a:ext uri="{FF2B5EF4-FFF2-40B4-BE49-F238E27FC236}">
                <a16:creationId xmlns:a16="http://schemas.microsoft.com/office/drawing/2014/main" id="{0E84330A-264C-08B0-5CCE-B9F26968FE0A}"/>
              </a:ext>
            </a:extLst>
          </p:cNvPr>
          <p:cNvSpPr>
            <a:spLocks/>
          </p:cNvSpPr>
          <p:nvPr/>
        </p:nvSpPr>
        <p:spPr>
          <a:xfrm>
            <a:off x="2732997" y="2230125"/>
            <a:ext cx="87456" cy="729"/>
          </a:xfrm>
          <a:custGeom>
            <a:avLst/>
            <a:gdLst/>
            <a:ahLst/>
            <a:cxnLst/>
            <a:rect l="0" t="0" r="0" b="0"/>
            <a:pathLst>
              <a:path w="114300" h="953">
                <a:moveTo>
                  <a:pt x="0" y="0"/>
                </a:moveTo>
                <a:lnTo>
                  <a:pt x="114300" y="0"/>
                </a:lnTo>
              </a:path>
            </a:pathLst>
          </a:custGeom>
          <a:noFill/>
          <a:ln w="12390">
            <a:solidFill>
              <a:srgbClr val="394D93"/>
            </a:solidFill>
            <a:prstDash val="solid"/>
          </a:ln>
        </p:spPr>
      </p:sp>
      <p:sp>
        <p:nvSpPr>
          <p:cNvPr id="171" name="p2_smac3_path_85">
            <a:extLst>
              <a:ext uri="{FF2B5EF4-FFF2-40B4-BE49-F238E27FC236}">
                <a16:creationId xmlns:a16="http://schemas.microsoft.com/office/drawing/2014/main" id="{1CF52DDA-4F29-F5BD-1CE0-9E78B0ABF55A}"/>
              </a:ext>
            </a:extLst>
          </p:cNvPr>
          <p:cNvSpPr>
            <a:spLocks/>
          </p:cNvSpPr>
          <p:nvPr/>
        </p:nvSpPr>
        <p:spPr>
          <a:xfrm>
            <a:off x="2732997" y="2191645"/>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73" name="p2_smac3_path_86">
            <a:extLst>
              <a:ext uri="{FF2B5EF4-FFF2-40B4-BE49-F238E27FC236}">
                <a16:creationId xmlns:a16="http://schemas.microsoft.com/office/drawing/2014/main" id="{CBA4B665-46AE-4F6A-DE23-724EF627A096}"/>
              </a:ext>
            </a:extLst>
          </p:cNvPr>
          <p:cNvSpPr>
            <a:spLocks/>
          </p:cNvSpPr>
          <p:nvPr/>
        </p:nvSpPr>
        <p:spPr>
          <a:xfrm>
            <a:off x="3920939" y="2230125"/>
            <a:ext cx="87456" cy="729"/>
          </a:xfrm>
          <a:custGeom>
            <a:avLst/>
            <a:gdLst/>
            <a:ahLst/>
            <a:cxnLst/>
            <a:rect l="0" t="0" r="0" b="0"/>
            <a:pathLst>
              <a:path w="114300" h="953">
                <a:moveTo>
                  <a:pt x="0" y="0"/>
                </a:moveTo>
                <a:lnTo>
                  <a:pt x="114300" y="0"/>
                </a:lnTo>
              </a:path>
            </a:pathLst>
          </a:custGeom>
          <a:noFill/>
          <a:ln w="12390">
            <a:solidFill>
              <a:srgbClr val="394D93"/>
            </a:solidFill>
            <a:prstDash val="solid"/>
          </a:ln>
        </p:spPr>
      </p:sp>
      <p:sp>
        <p:nvSpPr>
          <p:cNvPr id="175" name="p2_smac3_path_87">
            <a:extLst>
              <a:ext uri="{FF2B5EF4-FFF2-40B4-BE49-F238E27FC236}">
                <a16:creationId xmlns:a16="http://schemas.microsoft.com/office/drawing/2014/main" id="{C1C4A15E-1B5D-493A-13D1-14D6AEC14964}"/>
              </a:ext>
            </a:extLst>
          </p:cNvPr>
          <p:cNvSpPr>
            <a:spLocks/>
          </p:cNvSpPr>
          <p:nvPr/>
        </p:nvSpPr>
        <p:spPr>
          <a:xfrm>
            <a:off x="3920939" y="2191645"/>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77" name="p2_smac3_path_88">
            <a:extLst>
              <a:ext uri="{FF2B5EF4-FFF2-40B4-BE49-F238E27FC236}">
                <a16:creationId xmlns:a16="http://schemas.microsoft.com/office/drawing/2014/main" id="{FE667CC0-4568-A67C-F568-B294F7328054}"/>
              </a:ext>
            </a:extLst>
          </p:cNvPr>
          <p:cNvSpPr>
            <a:spLocks/>
          </p:cNvSpPr>
          <p:nvPr/>
        </p:nvSpPr>
        <p:spPr>
          <a:xfrm>
            <a:off x="3367052" y="2485205"/>
            <a:ext cx="729" cy="65592"/>
          </a:xfrm>
          <a:custGeom>
            <a:avLst/>
            <a:gdLst/>
            <a:ahLst/>
            <a:cxnLst/>
            <a:rect l="0" t="0" r="0" b="0"/>
            <a:pathLst>
              <a:path w="953" h="85725">
                <a:moveTo>
                  <a:pt x="0" y="0"/>
                </a:moveTo>
                <a:lnTo>
                  <a:pt x="0" y="85725"/>
                </a:lnTo>
              </a:path>
            </a:pathLst>
          </a:custGeom>
          <a:noFill/>
          <a:ln w="9474">
            <a:solidFill>
              <a:srgbClr val="394D93"/>
            </a:solidFill>
            <a:prstDash val="solid"/>
          </a:ln>
        </p:spPr>
      </p:sp>
      <p:sp>
        <p:nvSpPr>
          <p:cNvPr id="179" name="p2_smac3_path_89">
            <a:extLst>
              <a:ext uri="{FF2B5EF4-FFF2-40B4-BE49-F238E27FC236}">
                <a16:creationId xmlns:a16="http://schemas.microsoft.com/office/drawing/2014/main" id="{FAADD830-E3EA-EE02-CD62-C775EA0B3D6E}"/>
              </a:ext>
            </a:extLst>
          </p:cNvPr>
          <p:cNvSpPr>
            <a:spLocks/>
          </p:cNvSpPr>
          <p:nvPr/>
        </p:nvSpPr>
        <p:spPr>
          <a:xfrm>
            <a:off x="3328571" y="2463341"/>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181" name="p2_smac3_path_90">
            <a:extLst>
              <a:ext uri="{FF2B5EF4-FFF2-40B4-BE49-F238E27FC236}">
                <a16:creationId xmlns:a16="http://schemas.microsoft.com/office/drawing/2014/main" id="{0055BEBE-5B3B-C111-EECB-A727AE1A0B51}"/>
              </a:ext>
            </a:extLst>
          </p:cNvPr>
          <p:cNvSpPr>
            <a:spLocks/>
          </p:cNvSpPr>
          <p:nvPr/>
        </p:nvSpPr>
        <p:spPr>
          <a:xfrm>
            <a:off x="2135382" y="3170276"/>
            <a:ext cx="2463341" cy="116608"/>
          </a:xfrm>
          <a:custGeom>
            <a:avLst/>
            <a:gdLst/>
            <a:ahLst/>
            <a:cxnLst/>
            <a:rect l="0" t="0" r="0" b="0"/>
            <a:pathLst>
              <a:path w="3219450" h="152400">
                <a:moveTo>
                  <a:pt x="3219450" y="0"/>
                </a:moveTo>
                <a:lnTo>
                  <a:pt x="3219450" y="152400"/>
                </a:lnTo>
                <a:lnTo>
                  <a:pt x="0" y="152400"/>
                </a:lnTo>
                <a:lnTo>
                  <a:pt x="0" y="0"/>
                </a:lnTo>
              </a:path>
            </a:pathLst>
          </a:custGeom>
          <a:noFill/>
          <a:ln w="12390">
            <a:solidFill>
              <a:srgbClr val="394D93"/>
            </a:solidFill>
            <a:prstDash val="solid"/>
          </a:ln>
        </p:spPr>
      </p:sp>
      <p:sp>
        <p:nvSpPr>
          <p:cNvPr id="183" name="p2_smac3_path_91">
            <a:extLst>
              <a:ext uri="{FF2B5EF4-FFF2-40B4-BE49-F238E27FC236}">
                <a16:creationId xmlns:a16="http://schemas.microsoft.com/office/drawing/2014/main" id="{1C706D68-E636-312B-E49F-114D7A3F1665}"/>
              </a:ext>
            </a:extLst>
          </p:cNvPr>
          <p:cNvSpPr>
            <a:spLocks/>
          </p:cNvSpPr>
          <p:nvPr/>
        </p:nvSpPr>
        <p:spPr>
          <a:xfrm>
            <a:off x="2096901" y="3170276"/>
            <a:ext cx="76961" cy="87456"/>
          </a:xfrm>
          <a:custGeom>
            <a:avLst/>
            <a:gdLst/>
            <a:ahLst/>
            <a:cxnLst/>
            <a:rect l="0" t="0" r="0" b="0"/>
            <a:pathLst>
              <a:path w="100584" h="114300">
                <a:moveTo>
                  <a:pt x="50292" y="0"/>
                </a:moveTo>
                <a:lnTo>
                  <a:pt x="100584" y="114300"/>
                </a:lnTo>
                <a:lnTo>
                  <a:pt x="0" y="114300"/>
                </a:lnTo>
                <a:close/>
              </a:path>
            </a:pathLst>
          </a:custGeom>
          <a:solidFill>
            <a:srgbClr val="394D93"/>
          </a:solidFill>
          <a:ln w="0">
            <a:noFill/>
            <a:prstDash val="solid"/>
          </a:ln>
        </p:spPr>
      </p:sp>
      <p:sp>
        <p:nvSpPr>
          <p:cNvPr id="185" name="p2_autogluon_rect_92">
            <a:extLst>
              <a:ext uri="{FF2B5EF4-FFF2-40B4-BE49-F238E27FC236}">
                <a16:creationId xmlns:a16="http://schemas.microsoft.com/office/drawing/2014/main" id="{257E4CAD-6C68-5E25-8EBD-F91187A9B210}"/>
              </a:ext>
            </a:extLst>
          </p:cNvPr>
          <p:cNvSpPr>
            <a:spLocks/>
          </p:cNvSpPr>
          <p:nvPr/>
        </p:nvSpPr>
        <p:spPr>
          <a:xfrm>
            <a:off x="102032" y="3913651"/>
            <a:ext cx="5174474" cy="2514357"/>
          </a:xfrm>
          <a:prstGeom prst="roundRect">
            <a:avLst>
              <a:gd name="adj" fmla="val 3478"/>
            </a:avLst>
          </a:prstGeom>
          <a:gradFill>
            <a:gsLst>
              <a:gs pos="0">
                <a:srgbClr val="FEFEFF"/>
              </a:gs>
              <a:gs pos="100000">
                <a:srgbClr val="EDF0F8"/>
              </a:gs>
            </a:gsLst>
            <a:lin ang="5400000"/>
          </a:gradFill>
          <a:ln w="9839">
            <a:solidFill>
              <a:srgbClr val="172956"/>
            </a:solidFill>
            <a:prstDash val="solid"/>
          </a:ln>
        </p:spPr>
      </p:sp>
      <p:sp>
        <p:nvSpPr>
          <p:cNvPr id="187" name="p2_autogluon_rect_93">
            <a:extLst>
              <a:ext uri="{FF2B5EF4-FFF2-40B4-BE49-F238E27FC236}">
                <a16:creationId xmlns:a16="http://schemas.microsoft.com/office/drawing/2014/main" id="{BF371099-B1AA-B603-1773-CB3A406BAE12}"/>
              </a:ext>
            </a:extLst>
          </p:cNvPr>
          <p:cNvSpPr>
            <a:spLocks/>
          </p:cNvSpPr>
          <p:nvPr/>
        </p:nvSpPr>
        <p:spPr>
          <a:xfrm>
            <a:off x="204064" y="4001107"/>
            <a:ext cx="262368" cy="269656"/>
          </a:xfrm>
          <a:prstGeom prst="roundRect">
            <a:avLst>
              <a:gd name="adj" fmla="val 13889"/>
            </a:avLst>
          </a:prstGeom>
          <a:solidFill>
            <a:srgbClr val="DFE7F8"/>
          </a:solidFill>
          <a:ln w="0">
            <a:noFill/>
            <a:prstDash val="solid"/>
          </a:ln>
        </p:spPr>
      </p:sp>
      <p:sp>
        <p:nvSpPr>
          <p:cNvPr id="189" name="p2_autogluon_rect_94">
            <a:extLst>
              <a:ext uri="{FF2B5EF4-FFF2-40B4-BE49-F238E27FC236}">
                <a16:creationId xmlns:a16="http://schemas.microsoft.com/office/drawing/2014/main" id="{58978AC5-5528-7495-A94D-45308C805641}"/>
              </a:ext>
            </a:extLst>
          </p:cNvPr>
          <p:cNvSpPr>
            <a:spLocks/>
          </p:cNvSpPr>
          <p:nvPr/>
        </p:nvSpPr>
        <p:spPr>
          <a:xfrm>
            <a:off x="211352" y="4584147"/>
            <a:ext cx="962015" cy="1297262"/>
          </a:xfrm>
          <a:prstGeom prst="roundRect">
            <a:avLst>
              <a:gd name="adj" fmla="val 4545"/>
            </a:avLst>
          </a:prstGeom>
          <a:solidFill>
            <a:srgbClr val="FFFFFF"/>
          </a:solidFill>
          <a:ln w="7288">
            <a:solidFill>
              <a:srgbClr val="C3CEE7"/>
            </a:solidFill>
            <a:prstDash val="solid"/>
          </a:ln>
        </p:spPr>
      </p:sp>
      <p:sp>
        <p:nvSpPr>
          <p:cNvPr id="191" name="p2_autogluon_path_95">
            <a:extLst>
              <a:ext uri="{FF2B5EF4-FFF2-40B4-BE49-F238E27FC236}">
                <a16:creationId xmlns:a16="http://schemas.microsoft.com/office/drawing/2014/main" id="{A680524F-F003-BEF1-CAA7-3342CC6CE875}"/>
              </a:ext>
            </a:extLst>
          </p:cNvPr>
          <p:cNvSpPr>
            <a:spLocks/>
          </p:cNvSpPr>
          <p:nvPr/>
        </p:nvSpPr>
        <p:spPr>
          <a:xfrm>
            <a:off x="298808" y="4975313"/>
            <a:ext cx="772527" cy="165722"/>
          </a:xfrm>
          <a:custGeom>
            <a:avLst/>
            <a:gdLst/>
            <a:ahLst/>
            <a:cxnLst/>
            <a:rect l="0" t="0" r="0" b="0"/>
            <a:pathLst>
              <a:path w="1009650" h="216590">
                <a:moveTo>
                  <a:pt x="0" y="75822"/>
                </a:moveTo>
                <a:lnTo>
                  <a:pt x="10198" y="103350"/>
                </a:lnTo>
                <a:lnTo>
                  <a:pt x="20397" y="194871"/>
                </a:lnTo>
                <a:lnTo>
                  <a:pt x="30595" y="159002"/>
                </a:lnTo>
                <a:lnTo>
                  <a:pt x="40794" y="108764"/>
                </a:lnTo>
                <a:lnTo>
                  <a:pt x="50992" y="102510"/>
                </a:lnTo>
                <a:lnTo>
                  <a:pt x="61191" y="173719"/>
                </a:lnTo>
                <a:lnTo>
                  <a:pt x="71389" y="146651"/>
                </a:lnTo>
                <a:lnTo>
                  <a:pt x="81588" y="110863"/>
                </a:lnTo>
                <a:lnTo>
                  <a:pt x="91786" y="107133"/>
                </a:lnTo>
                <a:lnTo>
                  <a:pt x="101985" y="85600"/>
                </a:lnTo>
                <a:lnTo>
                  <a:pt x="112183" y="84798"/>
                </a:lnTo>
                <a:lnTo>
                  <a:pt x="122382" y="9147"/>
                </a:lnTo>
                <a:lnTo>
                  <a:pt x="132580" y="110407"/>
                </a:lnTo>
                <a:lnTo>
                  <a:pt x="142779" y="38982"/>
                </a:lnTo>
                <a:lnTo>
                  <a:pt x="152977" y="150880"/>
                </a:lnTo>
                <a:lnTo>
                  <a:pt x="163176" y="91366"/>
                </a:lnTo>
                <a:lnTo>
                  <a:pt x="173374" y="174191"/>
                </a:lnTo>
                <a:lnTo>
                  <a:pt x="183573" y="216590"/>
                </a:lnTo>
                <a:lnTo>
                  <a:pt x="193771" y="117776"/>
                </a:lnTo>
                <a:lnTo>
                  <a:pt x="203970" y="171455"/>
                </a:lnTo>
                <a:lnTo>
                  <a:pt x="214168" y="173143"/>
                </a:lnTo>
                <a:lnTo>
                  <a:pt x="224367" y="56657"/>
                </a:lnTo>
                <a:lnTo>
                  <a:pt x="234565" y="113743"/>
                </a:lnTo>
                <a:lnTo>
                  <a:pt x="244764" y="69155"/>
                </a:lnTo>
                <a:lnTo>
                  <a:pt x="254962" y="106690"/>
                </a:lnTo>
                <a:lnTo>
                  <a:pt x="265161" y="12222"/>
                </a:lnTo>
                <a:lnTo>
                  <a:pt x="275359" y="62036"/>
                </a:lnTo>
                <a:lnTo>
                  <a:pt x="285558" y="56301"/>
                </a:lnTo>
                <a:lnTo>
                  <a:pt x="295756" y="133009"/>
                </a:lnTo>
                <a:lnTo>
                  <a:pt x="305955" y="104440"/>
                </a:lnTo>
                <a:lnTo>
                  <a:pt x="316153" y="142998"/>
                </a:lnTo>
                <a:lnTo>
                  <a:pt x="326352" y="169049"/>
                </a:lnTo>
                <a:lnTo>
                  <a:pt x="336550" y="187729"/>
                </a:lnTo>
                <a:lnTo>
                  <a:pt x="346748" y="179721"/>
                </a:lnTo>
                <a:lnTo>
                  <a:pt x="356947" y="183973"/>
                </a:lnTo>
                <a:lnTo>
                  <a:pt x="367145" y="104664"/>
                </a:lnTo>
                <a:lnTo>
                  <a:pt x="377344" y="56933"/>
                </a:lnTo>
                <a:lnTo>
                  <a:pt x="387542" y="93740"/>
                </a:lnTo>
                <a:lnTo>
                  <a:pt x="397741" y="86145"/>
                </a:lnTo>
                <a:lnTo>
                  <a:pt x="407939" y="30228"/>
                </a:lnTo>
                <a:lnTo>
                  <a:pt x="418138" y="75224"/>
                </a:lnTo>
                <a:lnTo>
                  <a:pt x="428336" y="121363"/>
                </a:lnTo>
                <a:lnTo>
                  <a:pt x="438535" y="44220"/>
                </a:lnTo>
                <a:lnTo>
                  <a:pt x="448733" y="105262"/>
                </a:lnTo>
                <a:lnTo>
                  <a:pt x="458932" y="100676"/>
                </a:lnTo>
                <a:lnTo>
                  <a:pt x="469130" y="196536"/>
                </a:lnTo>
                <a:lnTo>
                  <a:pt x="479329" y="193229"/>
                </a:lnTo>
                <a:lnTo>
                  <a:pt x="489527" y="199001"/>
                </a:lnTo>
                <a:lnTo>
                  <a:pt x="499726" y="120451"/>
                </a:lnTo>
                <a:lnTo>
                  <a:pt x="509924" y="106021"/>
                </a:lnTo>
                <a:lnTo>
                  <a:pt x="520123" y="46729"/>
                </a:lnTo>
                <a:lnTo>
                  <a:pt x="530321" y="16129"/>
                </a:lnTo>
                <a:lnTo>
                  <a:pt x="540520" y="74174"/>
                </a:lnTo>
                <a:lnTo>
                  <a:pt x="550718" y="46701"/>
                </a:lnTo>
                <a:lnTo>
                  <a:pt x="560917" y="70758"/>
                </a:lnTo>
                <a:lnTo>
                  <a:pt x="571115" y="82621"/>
                </a:lnTo>
                <a:lnTo>
                  <a:pt x="581314" y="132526"/>
                </a:lnTo>
                <a:lnTo>
                  <a:pt x="591512" y="140214"/>
                </a:lnTo>
                <a:lnTo>
                  <a:pt x="601711" y="154239"/>
                </a:lnTo>
                <a:lnTo>
                  <a:pt x="611909" y="139522"/>
                </a:lnTo>
                <a:lnTo>
                  <a:pt x="622108" y="119433"/>
                </a:lnTo>
                <a:lnTo>
                  <a:pt x="632306" y="118946"/>
                </a:lnTo>
                <a:lnTo>
                  <a:pt x="642505" y="195205"/>
                </a:lnTo>
                <a:lnTo>
                  <a:pt x="652703" y="145295"/>
                </a:lnTo>
                <a:lnTo>
                  <a:pt x="662902" y="138689"/>
                </a:lnTo>
                <a:lnTo>
                  <a:pt x="673100" y="57184"/>
                </a:lnTo>
                <a:lnTo>
                  <a:pt x="683298" y="104868"/>
                </a:lnTo>
                <a:lnTo>
                  <a:pt x="693497" y="20911"/>
                </a:lnTo>
                <a:lnTo>
                  <a:pt x="703695" y="95419"/>
                </a:lnTo>
                <a:lnTo>
                  <a:pt x="713894" y="72218"/>
                </a:lnTo>
                <a:lnTo>
                  <a:pt x="724092" y="40280"/>
                </a:lnTo>
                <a:lnTo>
                  <a:pt x="734291" y="47128"/>
                </a:lnTo>
                <a:lnTo>
                  <a:pt x="744489" y="174013"/>
                </a:lnTo>
                <a:lnTo>
                  <a:pt x="754688" y="120454"/>
                </a:lnTo>
                <a:lnTo>
                  <a:pt x="764886" y="143747"/>
                </a:lnTo>
                <a:lnTo>
                  <a:pt x="775085" y="126011"/>
                </a:lnTo>
                <a:lnTo>
                  <a:pt x="785283" y="110655"/>
                </a:lnTo>
                <a:lnTo>
                  <a:pt x="795482" y="90922"/>
                </a:lnTo>
                <a:lnTo>
                  <a:pt x="805680" y="76661"/>
                </a:lnTo>
                <a:lnTo>
                  <a:pt x="815879" y="111743"/>
                </a:lnTo>
                <a:lnTo>
                  <a:pt x="826077" y="41526"/>
                </a:lnTo>
                <a:lnTo>
                  <a:pt x="836276" y="18492"/>
                </a:lnTo>
                <a:lnTo>
                  <a:pt x="846474" y="20705"/>
                </a:lnTo>
                <a:lnTo>
                  <a:pt x="856673" y="65001"/>
                </a:lnTo>
                <a:lnTo>
                  <a:pt x="866871" y="45585"/>
                </a:lnTo>
                <a:lnTo>
                  <a:pt x="877070" y="135830"/>
                </a:lnTo>
                <a:lnTo>
                  <a:pt x="887268" y="147246"/>
                </a:lnTo>
                <a:lnTo>
                  <a:pt x="897467" y="136637"/>
                </a:lnTo>
                <a:lnTo>
                  <a:pt x="907665" y="149058"/>
                </a:lnTo>
                <a:lnTo>
                  <a:pt x="917864" y="215998"/>
                </a:lnTo>
                <a:lnTo>
                  <a:pt x="928062" y="204533"/>
                </a:lnTo>
                <a:lnTo>
                  <a:pt x="938261" y="205319"/>
                </a:lnTo>
                <a:lnTo>
                  <a:pt x="948459" y="87730"/>
                </a:lnTo>
                <a:lnTo>
                  <a:pt x="958658" y="164862"/>
                </a:lnTo>
                <a:lnTo>
                  <a:pt x="968856" y="129424"/>
                </a:lnTo>
                <a:lnTo>
                  <a:pt x="979055" y="49279"/>
                </a:lnTo>
                <a:lnTo>
                  <a:pt x="989253" y="0"/>
                </a:lnTo>
                <a:lnTo>
                  <a:pt x="999452" y="17482"/>
                </a:lnTo>
                <a:lnTo>
                  <a:pt x="1009650" y="109188"/>
                </a:lnTo>
              </a:path>
            </a:pathLst>
          </a:custGeom>
          <a:noFill/>
          <a:ln w="13847">
            <a:solidFill>
              <a:srgbClr val="394D93"/>
            </a:solidFill>
            <a:prstDash val="solid"/>
          </a:ln>
        </p:spPr>
      </p:sp>
      <p:sp>
        <p:nvSpPr>
          <p:cNvPr id="193" name="p2_autogluon_path_96">
            <a:extLst>
              <a:ext uri="{FF2B5EF4-FFF2-40B4-BE49-F238E27FC236}">
                <a16:creationId xmlns:a16="http://schemas.microsoft.com/office/drawing/2014/main" id="{BBD7CF88-1010-7D67-F915-7FEDE3C22533}"/>
              </a:ext>
            </a:extLst>
          </p:cNvPr>
          <p:cNvSpPr>
            <a:spLocks/>
          </p:cNvSpPr>
          <p:nvPr/>
        </p:nvSpPr>
        <p:spPr>
          <a:xfrm>
            <a:off x="298808" y="5004001"/>
            <a:ext cx="772527" cy="160661"/>
          </a:xfrm>
          <a:custGeom>
            <a:avLst/>
            <a:gdLst/>
            <a:ahLst/>
            <a:cxnLst/>
            <a:rect l="0" t="0" r="0" b="0"/>
            <a:pathLst>
              <a:path w="1009650" h="209975">
                <a:moveTo>
                  <a:pt x="0" y="102713"/>
                </a:moveTo>
                <a:lnTo>
                  <a:pt x="10198" y="134678"/>
                </a:lnTo>
                <a:lnTo>
                  <a:pt x="20397" y="156451"/>
                </a:lnTo>
                <a:lnTo>
                  <a:pt x="30595" y="178929"/>
                </a:lnTo>
                <a:lnTo>
                  <a:pt x="40794" y="185340"/>
                </a:lnTo>
                <a:lnTo>
                  <a:pt x="50992" y="188542"/>
                </a:lnTo>
                <a:lnTo>
                  <a:pt x="61191" y="183588"/>
                </a:lnTo>
                <a:lnTo>
                  <a:pt x="71389" y="171543"/>
                </a:lnTo>
                <a:lnTo>
                  <a:pt x="81588" y="160875"/>
                </a:lnTo>
                <a:lnTo>
                  <a:pt x="91786" y="154818"/>
                </a:lnTo>
                <a:lnTo>
                  <a:pt x="101985" y="145347"/>
                </a:lnTo>
                <a:lnTo>
                  <a:pt x="112183" y="137505"/>
                </a:lnTo>
                <a:lnTo>
                  <a:pt x="122382" y="140187"/>
                </a:lnTo>
                <a:lnTo>
                  <a:pt x="132580" y="157070"/>
                </a:lnTo>
                <a:lnTo>
                  <a:pt x="142779" y="159217"/>
                </a:lnTo>
                <a:lnTo>
                  <a:pt x="152977" y="164287"/>
                </a:lnTo>
                <a:lnTo>
                  <a:pt x="163176" y="154651"/>
                </a:lnTo>
                <a:lnTo>
                  <a:pt x="173374" y="146438"/>
                </a:lnTo>
                <a:lnTo>
                  <a:pt x="183573" y="124304"/>
                </a:lnTo>
                <a:lnTo>
                  <a:pt x="193771" y="104318"/>
                </a:lnTo>
                <a:lnTo>
                  <a:pt x="203970" y="63887"/>
                </a:lnTo>
                <a:lnTo>
                  <a:pt x="214168" y="36629"/>
                </a:lnTo>
                <a:lnTo>
                  <a:pt x="224367" y="22381"/>
                </a:lnTo>
                <a:lnTo>
                  <a:pt x="234565" y="17101"/>
                </a:lnTo>
                <a:lnTo>
                  <a:pt x="244764" y="11985"/>
                </a:lnTo>
                <a:lnTo>
                  <a:pt x="254962" y="18802"/>
                </a:lnTo>
                <a:lnTo>
                  <a:pt x="265161" y="24609"/>
                </a:lnTo>
                <a:lnTo>
                  <a:pt x="275359" y="36859"/>
                </a:lnTo>
                <a:lnTo>
                  <a:pt x="285558" y="68043"/>
                </a:lnTo>
                <a:lnTo>
                  <a:pt x="295756" y="84093"/>
                </a:lnTo>
                <a:lnTo>
                  <a:pt x="305955" y="86512"/>
                </a:lnTo>
                <a:lnTo>
                  <a:pt x="316153" y="95385"/>
                </a:lnTo>
                <a:lnTo>
                  <a:pt x="326352" y="90905"/>
                </a:lnTo>
                <a:lnTo>
                  <a:pt x="336550" y="94339"/>
                </a:lnTo>
                <a:lnTo>
                  <a:pt x="346748" y="85295"/>
                </a:lnTo>
                <a:lnTo>
                  <a:pt x="356947" y="89511"/>
                </a:lnTo>
                <a:lnTo>
                  <a:pt x="367145" y="86605"/>
                </a:lnTo>
                <a:lnTo>
                  <a:pt x="377344" y="110908"/>
                </a:lnTo>
                <a:lnTo>
                  <a:pt x="387542" y="124785"/>
                </a:lnTo>
                <a:lnTo>
                  <a:pt x="397741" y="141276"/>
                </a:lnTo>
                <a:lnTo>
                  <a:pt x="407939" y="176544"/>
                </a:lnTo>
                <a:lnTo>
                  <a:pt x="418138" y="192103"/>
                </a:lnTo>
                <a:lnTo>
                  <a:pt x="428336" y="200443"/>
                </a:lnTo>
                <a:lnTo>
                  <a:pt x="438535" y="208248"/>
                </a:lnTo>
                <a:lnTo>
                  <a:pt x="448733" y="209975"/>
                </a:lnTo>
                <a:lnTo>
                  <a:pt x="458932" y="189821"/>
                </a:lnTo>
                <a:lnTo>
                  <a:pt x="469130" y="176875"/>
                </a:lnTo>
                <a:lnTo>
                  <a:pt x="479329" y="147522"/>
                </a:lnTo>
                <a:lnTo>
                  <a:pt x="489527" y="127702"/>
                </a:lnTo>
                <a:lnTo>
                  <a:pt x="499726" y="102147"/>
                </a:lnTo>
                <a:lnTo>
                  <a:pt x="509924" y="100423"/>
                </a:lnTo>
                <a:lnTo>
                  <a:pt x="520123" y="94762"/>
                </a:lnTo>
                <a:lnTo>
                  <a:pt x="530321" y="83726"/>
                </a:lnTo>
                <a:lnTo>
                  <a:pt x="540520" y="87938"/>
                </a:lnTo>
                <a:lnTo>
                  <a:pt x="550718" y="88757"/>
                </a:lnTo>
                <a:lnTo>
                  <a:pt x="560917" y="95388"/>
                </a:lnTo>
                <a:lnTo>
                  <a:pt x="571115" y="92192"/>
                </a:lnTo>
                <a:lnTo>
                  <a:pt x="581314" y="73163"/>
                </a:lnTo>
                <a:lnTo>
                  <a:pt x="591512" y="62561"/>
                </a:lnTo>
                <a:lnTo>
                  <a:pt x="601711" y="52905"/>
                </a:lnTo>
                <a:lnTo>
                  <a:pt x="611909" y="30214"/>
                </a:lnTo>
                <a:lnTo>
                  <a:pt x="622108" y="9140"/>
                </a:lnTo>
                <a:lnTo>
                  <a:pt x="632306" y="0"/>
                </a:lnTo>
                <a:lnTo>
                  <a:pt x="642505" y="2657"/>
                </a:lnTo>
                <a:lnTo>
                  <a:pt x="652703" y="15474"/>
                </a:lnTo>
                <a:lnTo>
                  <a:pt x="662902" y="32702"/>
                </a:lnTo>
                <a:lnTo>
                  <a:pt x="673100" y="68354"/>
                </a:lnTo>
                <a:lnTo>
                  <a:pt x="683298" y="89572"/>
                </a:lnTo>
                <a:lnTo>
                  <a:pt x="693497" y="122539"/>
                </a:lnTo>
                <a:lnTo>
                  <a:pt x="703695" y="134392"/>
                </a:lnTo>
                <a:lnTo>
                  <a:pt x="713894" y="158672"/>
                </a:lnTo>
                <a:lnTo>
                  <a:pt x="724092" y="152698"/>
                </a:lnTo>
                <a:lnTo>
                  <a:pt x="734291" y="159626"/>
                </a:lnTo>
                <a:lnTo>
                  <a:pt x="744489" y="146648"/>
                </a:lnTo>
                <a:lnTo>
                  <a:pt x="754688" y="149204"/>
                </a:lnTo>
                <a:lnTo>
                  <a:pt x="764886" y="140501"/>
                </a:lnTo>
                <a:lnTo>
                  <a:pt x="775085" y="135232"/>
                </a:lnTo>
                <a:lnTo>
                  <a:pt x="785283" y="151909"/>
                </a:lnTo>
                <a:lnTo>
                  <a:pt x="795482" y="151318"/>
                </a:lnTo>
                <a:lnTo>
                  <a:pt x="805680" y="174951"/>
                </a:lnTo>
                <a:lnTo>
                  <a:pt x="815879" y="177415"/>
                </a:lnTo>
                <a:lnTo>
                  <a:pt x="826077" y="188651"/>
                </a:lnTo>
                <a:lnTo>
                  <a:pt x="836276" y="189759"/>
                </a:lnTo>
                <a:lnTo>
                  <a:pt x="846474" y="182741"/>
                </a:lnTo>
                <a:lnTo>
                  <a:pt x="856673" y="163504"/>
                </a:lnTo>
                <a:lnTo>
                  <a:pt x="866871" y="136395"/>
                </a:lnTo>
                <a:lnTo>
                  <a:pt x="877070" y="111246"/>
                </a:lnTo>
                <a:lnTo>
                  <a:pt x="887268" y="79980"/>
                </a:lnTo>
                <a:lnTo>
                  <a:pt x="897467" y="61643"/>
                </a:lnTo>
                <a:lnTo>
                  <a:pt x="907665" y="44593"/>
                </a:lnTo>
                <a:lnTo>
                  <a:pt x="917864" y="23803"/>
                </a:lnTo>
                <a:lnTo>
                  <a:pt x="928062" y="35611"/>
                </a:lnTo>
                <a:lnTo>
                  <a:pt x="938261" y="28738"/>
                </a:lnTo>
                <a:lnTo>
                  <a:pt x="948459" y="48332"/>
                </a:lnTo>
                <a:lnTo>
                  <a:pt x="958658" y="49982"/>
                </a:lnTo>
                <a:lnTo>
                  <a:pt x="968856" y="69462"/>
                </a:lnTo>
                <a:lnTo>
                  <a:pt x="979055" y="71806"/>
                </a:lnTo>
                <a:lnTo>
                  <a:pt x="989253" y="64968"/>
                </a:lnTo>
                <a:lnTo>
                  <a:pt x="999452" y="70248"/>
                </a:lnTo>
                <a:lnTo>
                  <a:pt x="1009650" y="62186"/>
                </a:lnTo>
              </a:path>
            </a:pathLst>
          </a:custGeom>
          <a:noFill/>
          <a:ln w="13847">
            <a:solidFill>
              <a:srgbClr val="9C3E76"/>
            </a:solidFill>
            <a:prstDash val="solid"/>
          </a:ln>
        </p:spPr>
      </p:sp>
      <p:sp>
        <p:nvSpPr>
          <p:cNvPr id="195" name="p2_autogluon_rect_97">
            <a:extLst>
              <a:ext uri="{FF2B5EF4-FFF2-40B4-BE49-F238E27FC236}">
                <a16:creationId xmlns:a16="http://schemas.microsoft.com/office/drawing/2014/main" id="{4F03B6B7-9E2B-F506-88D0-F3FBABA6374D}"/>
              </a:ext>
            </a:extLst>
          </p:cNvPr>
          <p:cNvSpPr>
            <a:spLocks/>
          </p:cNvSpPr>
          <p:nvPr/>
        </p:nvSpPr>
        <p:spPr>
          <a:xfrm>
            <a:off x="1311838" y="4584147"/>
            <a:ext cx="1166079" cy="1297262"/>
          </a:xfrm>
          <a:prstGeom prst="roundRect">
            <a:avLst>
              <a:gd name="adj" fmla="val 3750"/>
            </a:avLst>
          </a:prstGeom>
          <a:solidFill>
            <a:srgbClr val="FFFFFF"/>
          </a:solidFill>
          <a:ln w="7288">
            <a:solidFill>
              <a:srgbClr val="C3CEE7"/>
            </a:solidFill>
            <a:prstDash val="solid"/>
          </a:ln>
        </p:spPr>
      </p:sp>
      <p:sp>
        <p:nvSpPr>
          <p:cNvPr id="197" name="p2_autogluon_path_98">
            <a:extLst>
              <a:ext uri="{FF2B5EF4-FFF2-40B4-BE49-F238E27FC236}">
                <a16:creationId xmlns:a16="http://schemas.microsoft.com/office/drawing/2014/main" id="{5309835C-ED18-2BB2-6CC6-166D227698AE}"/>
              </a:ext>
            </a:extLst>
          </p:cNvPr>
          <p:cNvSpPr>
            <a:spLocks/>
          </p:cNvSpPr>
          <p:nvPr/>
        </p:nvSpPr>
        <p:spPr>
          <a:xfrm>
            <a:off x="1384718" y="4990596"/>
            <a:ext cx="255080" cy="98612"/>
          </a:xfrm>
          <a:custGeom>
            <a:avLst/>
            <a:gdLst/>
            <a:ahLst/>
            <a:cxnLst/>
            <a:rect l="0" t="0" r="0" b="0"/>
            <a:pathLst>
              <a:path w="333375" h="128880">
                <a:moveTo>
                  <a:pt x="0" y="61552"/>
                </a:moveTo>
                <a:lnTo>
                  <a:pt x="3367" y="81617"/>
                </a:lnTo>
                <a:lnTo>
                  <a:pt x="6735" y="95229"/>
                </a:lnTo>
                <a:lnTo>
                  <a:pt x="10102" y="103933"/>
                </a:lnTo>
                <a:lnTo>
                  <a:pt x="13470" y="114231"/>
                </a:lnTo>
                <a:lnTo>
                  <a:pt x="16837" y="108722"/>
                </a:lnTo>
                <a:lnTo>
                  <a:pt x="20205" y="107275"/>
                </a:lnTo>
                <a:lnTo>
                  <a:pt x="23572" y="101409"/>
                </a:lnTo>
                <a:lnTo>
                  <a:pt x="26939" y="95688"/>
                </a:lnTo>
                <a:lnTo>
                  <a:pt x="30307" y="87598"/>
                </a:lnTo>
                <a:lnTo>
                  <a:pt x="33674" y="82256"/>
                </a:lnTo>
                <a:lnTo>
                  <a:pt x="37042" y="83852"/>
                </a:lnTo>
                <a:lnTo>
                  <a:pt x="40409" y="86188"/>
                </a:lnTo>
                <a:lnTo>
                  <a:pt x="43777" y="89464"/>
                </a:lnTo>
                <a:lnTo>
                  <a:pt x="47144" y="92900"/>
                </a:lnTo>
                <a:lnTo>
                  <a:pt x="50511" y="92489"/>
                </a:lnTo>
                <a:lnTo>
                  <a:pt x="53879" y="97034"/>
                </a:lnTo>
                <a:lnTo>
                  <a:pt x="57246" y="86433"/>
                </a:lnTo>
                <a:lnTo>
                  <a:pt x="60614" y="74672"/>
                </a:lnTo>
                <a:lnTo>
                  <a:pt x="63981" y="54615"/>
                </a:lnTo>
                <a:lnTo>
                  <a:pt x="67348" y="39107"/>
                </a:lnTo>
                <a:lnTo>
                  <a:pt x="70716" y="25336"/>
                </a:lnTo>
                <a:lnTo>
                  <a:pt x="74083" y="16110"/>
                </a:lnTo>
                <a:lnTo>
                  <a:pt x="77451" y="3663"/>
                </a:lnTo>
                <a:lnTo>
                  <a:pt x="80818" y="5560"/>
                </a:lnTo>
                <a:lnTo>
                  <a:pt x="84186" y="7418"/>
                </a:lnTo>
                <a:lnTo>
                  <a:pt x="87553" y="14787"/>
                </a:lnTo>
                <a:lnTo>
                  <a:pt x="90920" y="25086"/>
                </a:lnTo>
                <a:lnTo>
                  <a:pt x="94288" y="39885"/>
                </a:lnTo>
                <a:lnTo>
                  <a:pt x="97655" y="48833"/>
                </a:lnTo>
                <a:lnTo>
                  <a:pt x="101023" y="53001"/>
                </a:lnTo>
                <a:lnTo>
                  <a:pt x="104390" y="52150"/>
                </a:lnTo>
                <a:lnTo>
                  <a:pt x="107758" y="57857"/>
                </a:lnTo>
                <a:lnTo>
                  <a:pt x="111125" y="55979"/>
                </a:lnTo>
                <a:lnTo>
                  <a:pt x="114492" y="51377"/>
                </a:lnTo>
                <a:lnTo>
                  <a:pt x="117860" y="51586"/>
                </a:lnTo>
                <a:lnTo>
                  <a:pt x="121227" y="55894"/>
                </a:lnTo>
                <a:lnTo>
                  <a:pt x="124595" y="64493"/>
                </a:lnTo>
                <a:lnTo>
                  <a:pt x="127962" y="74973"/>
                </a:lnTo>
                <a:lnTo>
                  <a:pt x="131330" y="89616"/>
                </a:lnTo>
                <a:lnTo>
                  <a:pt x="134697" y="102914"/>
                </a:lnTo>
                <a:lnTo>
                  <a:pt x="138064" y="116170"/>
                </a:lnTo>
                <a:lnTo>
                  <a:pt x="141432" y="123921"/>
                </a:lnTo>
                <a:lnTo>
                  <a:pt x="144799" y="128880"/>
                </a:lnTo>
                <a:lnTo>
                  <a:pt x="148167" y="125585"/>
                </a:lnTo>
                <a:lnTo>
                  <a:pt x="151534" y="113934"/>
                </a:lnTo>
                <a:lnTo>
                  <a:pt x="154902" y="106360"/>
                </a:lnTo>
                <a:lnTo>
                  <a:pt x="158269" y="93782"/>
                </a:lnTo>
                <a:lnTo>
                  <a:pt x="161636" y="76776"/>
                </a:lnTo>
                <a:lnTo>
                  <a:pt x="165004" y="65446"/>
                </a:lnTo>
                <a:lnTo>
                  <a:pt x="168371" y="60916"/>
                </a:lnTo>
                <a:lnTo>
                  <a:pt x="171739" y="51347"/>
                </a:lnTo>
                <a:lnTo>
                  <a:pt x="175106" y="54727"/>
                </a:lnTo>
                <a:lnTo>
                  <a:pt x="178473" y="54402"/>
                </a:lnTo>
                <a:lnTo>
                  <a:pt x="181841" y="53878"/>
                </a:lnTo>
                <a:lnTo>
                  <a:pt x="185208" y="56173"/>
                </a:lnTo>
                <a:lnTo>
                  <a:pt x="188576" y="58460"/>
                </a:lnTo>
                <a:lnTo>
                  <a:pt x="191943" y="47101"/>
                </a:lnTo>
                <a:lnTo>
                  <a:pt x="195311" y="36993"/>
                </a:lnTo>
                <a:lnTo>
                  <a:pt x="198678" y="27575"/>
                </a:lnTo>
                <a:lnTo>
                  <a:pt x="202045" y="13791"/>
                </a:lnTo>
                <a:lnTo>
                  <a:pt x="205413" y="9221"/>
                </a:lnTo>
                <a:lnTo>
                  <a:pt x="208780" y="0"/>
                </a:lnTo>
                <a:lnTo>
                  <a:pt x="212148" y="5638"/>
                </a:lnTo>
                <a:lnTo>
                  <a:pt x="215515" y="6995"/>
                </a:lnTo>
                <a:lnTo>
                  <a:pt x="218883" y="23399"/>
                </a:lnTo>
                <a:lnTo>
                  <a:pt x="222250" y="38531"/>
                </a:lnTo>
                <a:lnTo>
                  <a:pt x="225617" y="51022"/>
                </a:lnTo>
                <a:lnTo>
                  <a:pt x="228985" y="66765"/>
                </a:lnTo>
                <a:lnTo>
                  <a:pt x="232352" y="83265"/>
                </a:lnTo>
                <a:lnTo>
                  <a:pt x="235720" y="88331"/>
                </a:lnTo>
                <a:lnTo>
                  <a:pt x="239087" y="90201"/>
                </a:lnTo>
                <a:lnTo>
                  <a:pt x="242455" y="90950"/>
                </a:lnTo>
                <a:lnTo>
                  <a:pt x="245822" y="91120"/>
                </a:lnTo>
                <a:lnTo>
                  <a:pt x="249189" y="83527"/>
                </a:lnTo>
                <a:lnTo>
                  <a:pt x="252557" y="87362"/>
                </a:lnTo>
                <a:lnTo>
                  <a:pt x="255924" y="84277"/>
                </a:lnTo>
                <a:lnTo>
                  <a:pt x="259292" y="86057"/>
                </a:lnTo>
                <a:lnTo>
                  <a:pt x="262659" y="90025"/>
                </a:lnTo>
                <a:lnTo>
                  <a:pt x="266027" y="102372"/>
                </a:lnTo>
                <a:lnTo>
                  <a:pt x="269394" y="109876"/>
                </a:lnTo>
                <a:lnTo>
                  <a:pt x="272761" y="115071"/>
                </a:lnTo>
                <a:lnTo>
                  <a:pt x="276129" y="111455"/>
                </a:lnTo>
                <a:lnTo>
                  <a:pt x="279496" y="106957"/>
                </a:lnTo>
                <a:lnTo>
                  <a:pt x="282864" y="98999"/>
                </a:lnTo>
                <a:lnTo>
                  <a:pt x="286231" y="87172"/>
                </a:lnTo>
                <a:lnTo>
                  <a:pt x="289598" y="70321"/>
                </a:lnTo>
                <a:lnTo>
                  <a:pt x="292966" y="53739"/>
                </a:lnTo>
                <a:lnTo>
                  <a:pt x="296333" y="36333"/>
                </a:lnTo>
                <a:lnTo>
                  <a:pt x="299701" y="19772"/>
                </a:lnTo>
                <a:lnTo>
                  <a:pt x="303068" y="16662"/>
                </a:lnTo>
                <a:lnTo>
                  <a:pt x="306436" y="17299"/>
                </a:lnTo>
                <a:lnTo>
                  <a:pt x="309803" y="19660"/>
                </a:lnTo>
                <a:lnTo>
                  <a:pt x="313170" y="29374"/>
                </a:lnTo>
                <a:lnTo>
                  <a:pt x="316538" y="34133"/>
                </a:lnTo>
                <a:lnTo>
                  <a:pt x="319905" y="37389"/>
                </a:lnTo>
                <a:lnTo>
                  <a:pt x="323273" y="40330"/>
                </a:lnTo>
                <a:lnTo>
                  <a:pt x="326640" y="40166"/>
                </a:lnTo>
                <a:lnTo>
                  <a:pt x="330008" y="37812"/>
                </a:lnTo>
                <a:lnTo>
                  <a:pt x="333375" y="30610"/>
                </a:lnTo>
              </a:path>
            </a:pathLst>
          </a:custGeom>
          <a:noFill/>
          <a:ln w="13847">
            <a:solidFill>
              <a:srgbClr val="394D93"/>
            </a:solidFill>
            <a:prstDash val="solid"/>
          </a:ln>
        </p:spPr>
      </p:sp>
      <p:sp>
        <p:nvSpPr>
          <p:cNvPr id="199" name="p2_autogluon_path_99">
            <a:extLst>
              <a:ext uri="{FF2B5EF4-FFF2-40B4-BE49-F238E27FC236}">
                <a16:creationId xmlns:a16="http://schemas.microsoft.com/office/drawing/2014/main" id="{5C4DFD94-C568-A323-C71B-927467DFCA22}"/>
              </a:ext>
            </a:extLst>
          </p:cNvPr>
          <p:cNvSpPr>
            <a:spLocks/>
          </p:cNvSpPr>
          <p:nvPr/>
        </p:nvSpPr>
        <p:spPr>
          <a:xfrm>
            <a:off x="1393027" y="5214412"/>
            <a:ext cx="11807" cy="57721"/>
          </a:xfrm>
          <a:custGeom>
            <a:avLst/>
            <a:gdLst/>
            <a:ahLst/>
            <a:cxnLst/>
            <a:rect l="0" t="0" r="0" b="0"/>
            <a:pathLst>
              <a:path w="15431" h="75438">
                <a:moveTo>
                  <a:pt x="15431" y="0"/>
                </a:moveTo>
                <a:lnTo>
                  <a:pt x="0" y="75438"/>
                </a:lnTo>
              </a:path>
            </a:pathLst>
          </a:custGeom>
          <a:noFill/>
          <a:ln w="10203">
            <a:solidFill>
              <a:srgbClr val="394D93"/>
            </a:solidFill>
            <a:prstDash val="solid"/>
          </a:ln>
        </p:spPr>
      </p:sp>
      <p:sp>
        <p:nvSpPr>
          <p:cNvPr id="201" name="p2_autogluon_path_100">
            <a:extLst>
              <a:ext uri="{FF2B5EF4-FFF2-40B4-BE49-F238E27FC236}">
                <a16:creationId xmlns:a16="http://schemas.microsoft.com/office/drawing/2014/main" id="{F1FFCCDC-4BC9-F971-FB30-4E71D78FEFB6}"/>
              </a:ext>
            </a:extLst>
          </p:cNvPr>
          <p:cNvSpPr>
            <a:spLocks/>
          </p:cNvSpPr>
          <p:nvPr/>
        </p:nvSpPr>
        <p:spPr>
          <a:xfrm>
            <a:off x="1404833" y="5214412"/>
            <a:ext cx="12244" cy="57721"/>
          </a:xfrm>
          <a:custGeom>
            <a:avLst/>
            <a:gdLst/>
            <a:ahLst/>
            <a:cxnLst/>
            <a:rect l="0" t="0" r="0" b="0"/>
            <a:pathLst>
              <a:path w="16002" h="75438">
                <a:moveTo>
                  <a:pt x="0" y="0"/>
                </a:moveTo>
                <a:lnTo>
                  <a:pt x="16002" y="75438"/>
                </a:lnTo>
              </a:path>
            </a:pathLst>
          </a:custGeom>
          <a:noFill/>
          <a:ln w="10203">
            <a:solidFill>
              <a:srgbClr val="394D93"/>
            </a:solidFill>
            <a:prstDash val="solid"/>
          </a:ln>
        </p:spPr>
      </p:sp>
      <p:sp>
        <p:nvSpPr>
          <p:cNvPr id="203" name="p2_autogluon_path_101">
            <a:extLst>
              <a:ext uri="{FF2B5EF4-FFF2-40B4-BE49-F238E27FC236}">
                <a16:creationId xmlns:a16="http://schemas.microsoft.com/office/drawing/2014/main" id="{A9F62F7D-5265-E465-C451-A8435DF550FA}"/>
              </a:ext>
            </a:extLst>
          </p:cNvPr>
          <p:cNvSpPr>
            <a:spLocks/>
          </p:cNvSpPr>
          <p:nvPr/>
        </p:nvSpPr>
        <p:spPr>
          <a:xfrm>
            <a:off x="1386468" y="5272133"/>
            <a:ext cx="6559" cy="59470"/>
          </a:xfrm>
          <a:custGeom>
            <a:avLst/>
            <a:gdLst/>
            <a:ahLst/>
            <a:cxnLst/>
            <a:rect l="0" t="0" r="0" b="0"/>
            <a:pathLst>
              <a:path w="8572" h="77724">
                <a:moveTo>
                  <a:pt x="8572" y="0"/>
                </a:moveTo>
                <a:lnTo>
                  <a:pt x="0" y="77724"/>
                </a:lnTo>
              </a:path>
            </a:pathLst>
          </a:custGeom>
          <a:noFill/>
          <a:ln w="10203">
            <a:solidFill>
              <a:srgbClr val="394D93"/>
            </a:solidFill>
            <a:prstDash val="solid"/>
          </a:ln>
        </p:spPr>
      </p:sp>
      <p:sp>
        <p:nvSpPr>
          <p:cNvPr id="205" name="p2_autogluon_path_102">
            <a:extLst>
              <a:ext uri="{FF2B5EF4-FFF2-40B4-BE49-F238E27FC236}">
                <a16:creationId xmlns:a16="http://schemas.microsoft.com/office/drawing/2014/main" id="{7936579B-06DA-30E8-AE78-226AB42B0D52}"/>
              </a:ext>
            </a:extLst>
          </p:cNvPr>
          <p:cNvSpPr>
            <a:spLocks/>
          </p:cNvSpPr>
          <p:nvPr/>
        </p:nvSpPr>
        <p:spPr>
          <a:xfrm>
            <a:off x="1393027" y="5272133"/>
            <a:ext cx="6996" cy="59470"/>
          </a:xfrm>
          <a:custGeom>
            <a:avLst/>
            <a:gdLst/>
            <a:ahLst/>
            <a:cxnLst/>
            <a:rect l="0" t="0" r="0" b="0"/>
            <a:pathLst>
              <a:path w="9144" h="77724">
                <a:moveTo>
                  <a:pt x="0" y="0"/>
                </a:moveTo>
                <a:lnTo>
                  <a:pt x="9144" y="77724"/>
                </a:lnTo>
              </a:path>
            </a:pathLst>
          </a:custGeom>
          <a:noFill/>
          <a:ln w="10203">
            <a:solidFill>
              <a:srgbClr val="394D93"/>
            </a:solidFill>
            <a:prstDash val="solid"/>
          </a:ln>
        </p:spPr>
      </p:sp>
      <p:sp>
        <p:nvSpPr>
          <p:cNvPr id="207" name="p2_autogluon_path_103">
            <a:extLst>
              <a:ext uri="{FF2B5EF4-FFF2-40B4-BE49-F238E27FC236}">
                <a16:creationId xmlns:a16="http://schemas.microsoft.com/office/drawing/2014/main" id="{D2B90741-7586-01B4-6164-6CB18AD34A3A}"/>
              </a:ext>
            </a:extLst>
          </p:cNvPr>
          <p:cNvSpPr>
            <a:spLocks/>
          </p:cNvSpPr>
          <p:nvPr/>
        </p:nvSpPr>
        <p:spPr>
          <a:xfrm>
            <a:off x="1410081" y="5272133"/>
            <a:ext cx="6996" cy="59470"/>
          </a:xfrm>
          <a:custGeom>
            <a:avLst/>
            <a:gdLst/>
            <a:ahLst/>
            <a:cxnLst/>
            <a:rect l="0" t="0" r="0" b="0"/>
            <a:pathLst>
              <a:path w="9144" h="77724">
                <a:moveTo>
                  <a:pt x="9144" y="0"/>
                </a:moveTo>
                <a:lnTo>
                  <a:pt x="0" y="77724"/>
                </a:lnTo>
              </a:path>
            </a:pathLst>
          </a:custGeom>
          <a:noFill/>
          <a:ln w="10203">
            <a:solidFill>
              <a:srgbClr val="394D93"/>
            </a:solidFill>
            <a:prstDash val="solid"/>
          </a:ln>
        </p:spPr>
      </p:sp>
      <p:sp>
        <p:nvSpPr>
          <p:cNvPr id="209" name="p2_autogluon_path_104">
            <a:extLst>
              <a:ext uri="{FF2B5EF4-FFF2-40B4-BE49-F238E27FC236}">
                <a16:creationId xmlns:a16="http://schemas.microsoft.com/office/drawing/2014/main" id="{43AD27F7-EDE1-8846-C300-406E231F2980}"/>
              </a:ext>
            </a:extLst>
          </p:cNvPr>
          <p:cNvSpPr>
            <a:spLocks/>
          </p:cNvSpPr>
          <p:nvPr/>
        </p:nvSpPr>
        <p:spPr>
          <a:xfrm>
            <a:off x="1417077" y="5272133"/>
            <a:ext cx="7871" cy="59470"/>
          </a:xfrm>
          <a:custGeom>
            <a:avLst/>
            <a:gdLst/>
            <a:ahLst/>
            <a:cxnLst/>
            <a:rect l="0" t="0" r="0" b="0"/>
            <a:pathLst>
              <a:path w="10287" h="77724">
                <a:moveTo>
                  <a:pt x="0" y="0"/>
                </a:moveTo>
                <a:lnTo>
                  <a:pt x="10287" y="77724"/>
                </a:lnTo>
              </a:path>
            </a:pathLst>
          </a:custGeom>
          <a:noFill/>
          <a:ln w="10203">
            <a:solidFill>
              <a:srgbClr val="394D93"/>
            </a:solidFill>
            <a:prstDash val="solid"/>
          </a:ln>
        </p:spPr>
      </p:sp>
      <p:sp>
        <p:nvSpPr>
          <p:cNvPr id="211" name="p2_autogluon_path_105">
            <a:extLst>
              <a:ext uri="{FF2B5EF4-FFF2-40B4-BE49-F238E27FC236}">
                <a16:creationId xmlns:a16="http://schemas.microsoft.com/office/drawing/2014/main" id="{9E3DBB3B-ED45-C389-17AC-55AB7950E581}"/>
              </a:ext>
            </a:extLst>
          </p:cNvPr>
          <p:cNvSpPr>
            <a:spLocks/>
          </p:cNvSpPr>
          <p:nvPr/>
        </p:nvSpPr>
        <p:spPr>
          <a:xfrm>
            <a:off x="1394776" y="5331603"/>
            <a:ext cx="5247" cy="50724"/>
          </a:xfrm>
          <a:custGeom>
            <a:avLst/>
            <a:gdLst/>
            <a:ahLst/>
            <a:cxnLst/>
            <a:rect l="0" t="0" r="0" b="0"/>
            <a:pathLst>
              <a:path w="6858" h="66294">
                <a:moveTo>
                  <a:pt x="6858" y="0"/>
                </a:moveTo>
                <a:lnTo>
                  <a:pt x="0" y="66294"/>
                </a:lnTo>
              </a:path>
            </a:pathLst>
          </a:custGeom>
          <a:noFill/>
          <a:ln w="10203">
            <a:solidFill>
              <a:srgbClr val="394D93"/>
            </a:solidFill>
            <a:prstDash val="solid"/>
          </a:ln>
        </p:spPr>
      </p:sp>
      <p:sp>
        <p:nvSpPr>
          <p:cNvPr id="213" name="p2_autogluon_path_106">
            <a:extLst>
              <a:ext uri="{FF2B5EF4-FFF2-40B4-BE49-F238E27FC236}">
                <a16:creationId xmlns:a16="http://schemas.microsoft.com/office/drawing/2014/main" id="{2A2B60E9-E403-A227-0DB9-8A2743D94728}"/>
              </a:ext>
            </a:extLst>
          </p:cNvPr>
          <p:cNvSpPr>
            <a:spLocks/>
          </p:cNvSpPr>
          <p:nvPr/>
        </p:nvSpPr>
        <p:spPr>
          <a:xfrm>
            <a:off x="1400023" y="5331603"/>
            <a:ext cx="5685" cy="50724"/>
          </a:xfrm>
          <a:custGeom>
            <a:avLst/>
            <a:gdLst/>
            <a:ahLst/>
            <a:cxnLst/>
            <a:rect l="0" t="0" r="0" b="0"/>
            <a:pathLst>
              <a:path w="7430" h="66294">
                <a:moveTo>
                  <a:pt x="0" y="0"/>
                </a:moveTo>
                <a:lnTo>
                  <a:pt x="7430" y="66294"/>
                </a:lnTo>
              </a:path>
            </a:pathLst>
          </a:custGeom>
          <a:noFill/>
          <a:ln w="10203">
            <a:solidFill>
              <a:srgbClr val="394D93"/>
            </a:solidFill>
            <a:prstDash val="solid"/>
          </a:ln>
        </p:spPr>
      </p:sp>
      <p:sp>
        <p:nvSpPr>
          <p:cNvPr id="215" name="p2_autogluon_ellipse_107">
            <a:extLst>
              <a:ext uri="{FF2B5EF4-FFF2-40B4-BE49-F238E27FC236}">
                <a16:creationId xmlns:a16="http://schemas.microsoft.com/office/drawing/2014/main" id="{B92A9F47-5C09-618A-C18D-F41E8DAAB337}"/>
              </a:ext>
            </a:extLst>
          </p:cNvPr>
          <p:cNvSpPr>
            <a:spLocks/>
          </p:cNvSpPr>
          <p:nvPr/>
        </p:nvSpPr>
        <p:spPr>
          <a:xfrm>
            <a:off x="1380054" y="5189633"/>
            <a:ext cx="49558" cy="49558"/>
          </a:xfrm>
          <a:prstGeom prst="ellipse">
            <a:avLst/>
          </a:prstGeom>
          <a:solidFill>
            <a:srgbClr val="C3CFEF"/>
          </a:solidFill>
          <a:ln w="8746">
            <a:solidFill>
              <a:srgbClr val="394D93"/>
            </a:solidFill>
            <a:prstDash val="solid"/>
          </a:ln>
        </p:spPr>
      </p:sp>
      <p:sp>
        <p:nvSpPr>
          <p:cNvPr id="217" name="p2_autogluon_ellipse_108">
            <a:extLst>
              <a:ext uri="{FF2B5EF4-FFF2-40B4-BE49-F238E27FC236}">
                <a16:creationId xmlns:a16="http://schemas.microsoft.com/office/drawing/2014/main" id="{3C2C2D7E-0456-6F77-B342-92DFE882FD47}"/>
              </a:ext>
            </a:extLst>
          </p:cNvPr>
          <p:cNvSpPr>
            <a:spLocks/>
          </p:cNvSpPr>
          <p:nvPr/>
        </p:nvSpPr>
        <p:spPr>
          <a:xfrm>
            <a:off x="1368248" y="5247354"/>
            <a:ext cx="49558" cy="49558"/>
          </a:xfrm>
          <a:prstGeom prst="ellipse">
            <a:avLst/>
          </a:prstGeom>
          <a:solidFill>
            <a:srgbClr val="C3CFEF"/>
          </a:solidFill>
          <a:ln w="8746">
            <a:solidFill>
              <a:srgbClr val="394D93"/>
            </a:solidFill>
            <a:prstDash val="solid"/>
          </a:ln>
        </p:spPr>
      </p:sp>
      <p:sp>
        <p:nvSpPr>
          <p:cNvPr id="219" name="p2_autogluon_ellipse_109">
            <a:extLst>
              <a:ext uri="{FF2B5EF4-FFF2-40B4-BE49-F238E27FC236}">
                <a16:creationId xmlns:a16="http://schemas.microsoft.com/office/drawing/2014/main" id="{39DBC910-E40F-496F-0062-6209E54A3AD7}"/>
              </a:ext>
            </a:extLst>
          </p:cNvPr>
          <p:cNvSpPr>
            <a:spLocks/>
          </p:cNvSpPr>
          <p:nvPr/>
        </p:nvSpPr>
        <p:spPr>
          <a:xfrm>
            <a:off x="1392298" y="5247354"/>
            <a:ext cx="49558" cy="49558"/>
          </a:xfrm>
          <a:prstGeom prst="ellipse">
            <a:avLst/>
          </a:prstGeom>
          <a:solidFill>
            <a:srgbClr val="C3CFEF"/>
          </a:solidFill>
          <a:ln w="8746">
            <a:solidFill>
              <a:srgbClr val="394D93"/>
            </a:solidFill>
            <a:prstDash val="solid"/>
          </a:ln>
        </p:spPr>
      </p:sp>
      <p:sp>
        <p:nvSpPr>
          <p:cNvPr id="221" name="p2_autogluon_ellipse_110">
            <a:extLst>
              <a:ext uri="{FF2B5EF4-FFF2-40B4-BE49-F238E27FC236}">
                <a16:creationId xmlns:a16="http://schemas.microsoft.com/office/drawing/2014/main" id="{94C6558E-D0AC-6EFE-DEE9-68A8522B927D}"/>
              </a:ext>
            </a:extLst>
          </p:cNvPr>
          <p:cNvSpPr>
            <a:spLocks/>
          </p:cNvSpPr>
          <p:nvPr/>
        </p:nvSpPr>
        <p:spPr>
          <a:xfrm>
            <a:off x="1361688" y="5306824"/>
            <a:ext cx="49558" cy="49558"/>
          </a:xfrm>
          <a:prstGeom prst="ellipse">
            <a:avLst/>
          </a:prstGeom>
          <a:solidFill>
            <a:srgbClr val="FFFFFF"/>
          </a:solidFill>
          <a:ln w="8746">
            <a:solidFill>
              <a:srgbClr val="394D93"/>
            </a:solidFill>
            <a:prstDash val="solid"/>
          </a:ln>
        </p:spPr>
      </p:sp>
      <p:sp>
        <p:nvSpPr>
          <p:cNvPr id="223" name="p2_autogluon_ellipse_111">
            <a:extLst>
              <a:ext uri="{FF2B5EF4-FFF2-40B4-BE49-F238E27FC236}">
                <a16:creationId xmlns:a16="http://schemas.microsoft.com/office/drawing/2014/main" id="{7D0F6429-E411-9746-2EEE-79A1B129BA96}"/>
              </a:ext>
            </a:extLst>
          </p:cNvPr>
          <p:cNvSpPr>
            <a:spLocks/>
          </p:cNvSpPr>
          <p:nvPr/>
        </p:nvSpPr>
        <p:spPr>
          <a:xfrm>
            <a:off x="1375244" y="5306824"/>
            <a:ext cx="49558" cy="49558"/>
          </a:xfrm>
          <a:prstGeom prst="ellipse">
            <a:avLst/>
          </a:prstGeom>
          <a:solidFill>
            <a:srgbClr val="FFFFFF"/>
          </a:solidFill>
          <a:ln w="8746">
            <a:solidFill>
              <a:srgbClr val="394D93"/>
            </a:solidFill>
            <a:prstDash val="solid"/>
          </a:ln>
        </p:spPr>
      </p:sp>
      <p:sp>
        <p:nvSpPr>
          <p:cNvPr id="225" name="p2_autogluon_ellipse_112">
            <a:extLst>
              <a:ext uri="{FF2B5EF4-FFF2-40B4-BE49-F238E27FC236}">
                <a16:creationId xmlns:a16="http://schemas.microsoft.com/office/drawing/2014/main" id="{F48C6E99-B011-8ECF-0FD2-548395FC5DCE}"/>
              </a:ext>
            </a:extLst>
          </p:cNvPr>
          <p:cNvSpPr>
            <a:spLocks/>
          </p:cNvSpPr>
          <p:nvPr/>
        </p:nvSpPr>
        <p:spPr>
          <a:xfrm>
            <a:off x="1385301" y="5306824"/>
            <a:ext cx="49558" cy="49558"/>
          </a:xfrm>
          <a:prstGeom prst="ellipse">
            <a:avLst/>
          </a:prstGeom>
          <a:solidFill>
            <a:srgbClr val="FFFFFF"/>
          </a:solidFill>
          <a:ln w="8746">
            <a:solidFill>
              <a:srgbClr val="394D93"/>
            </a:solidFill>
            <a:prstDash val="solid"/>
          </a:ln>
        </p:spPr>
      </p:sp>
      <p:sp>
        <p:nvSpPr>
          <p:cNvPr id="227" name="p2_autogluon_ellipse_113">
            <a:extLst>
              <a:ext uri="{FF2B5EF4-FFF2-40B4-BE49-F238E27FC236}">
                <a16:creationId xmlns:a16="http://schemas.microsoft.com/office/drawing/2014/main" id="{19337A1E-8822-8C29-33CE-34C48BBED36C}"/>
              </a:ext>
            </a:extLst>
          </p:cNvPr>
          <p:cNvSpPr>
            <a:spLocks/>
          </p:cNvSpPr>
          <p:nvPr/>
        </p:nvSpPr>
        <p:spPr>
          <a:xfrm>
            <a:off x="1400169" y="5306824"/>
            <a:ext cx="49558" cy="49558"/>
          </a:xfrm>
          <a:prstGeom prst="ellipse">
            <a:avLst/>
          </a:prstGeom>
          <a:solidFill>
            <a:srgbClr val="FFFFFF"/>
          </a:solidFill>
          <a:ln w="8746">
            <a:solidFill>
              <a:srgbClr val="394D93"/>
            </a:solidFill>
            <a:prstDash val="solid"/>
          </a:ln>
        </p:spPr>
      </p:sp>
      <p:sp>
        <p:nvSpPr>
          <p:cNvPr id="229" name="p2_autogluon_ellipse_114">
            <a:extLst>
              <a:ext uri="{FF2B5EF4-FFF2-40B4-BE49-F238E27FC236}">
                <a16:creationId xmlns:a16="http://schemas.microsoft.com/office/drawing/2014/main" id="{33F75912-F02E-8A22-B3B6-CC01328546AB}"/>
              </a:ext>
            </a:extLst>
          </p:cNvPr>
          <p:cNvSpPr>
            <a:spLocks/>
          </p:cNvSpPr>
          <p:nvPr/>
        </p:nvSpPr>
        <p:spPr>
          <a:xfrm>
            <a:off x="1369997" y="5357548"/>
            <a:ext cx="49558" cy="49558"/>
          </a:xfrm>
          <a:prstGeom prst="ellipse">
            <a:avLst/>
          </a:prstGeom>
          <a:solidFill>
            <a:srgbClr val="FFFFFF"/>
          </a:solidFill>
          <a:ln w="8746">
            <a:solidFill>
              <a:srgbClr val="394D93"/>
            </a:solidFill>
            <a:prstDash val="solid"/>
          </a:ln>
        </p:spPr>
      </p:sp>
      <p:sp>
        <p:nvSpPr>
          <p:cNvPr id="231" name="p2_autogluon_ellipse_115">
            <a:extLst>
              <a:ext uri="{FF2B5EF4-FFF2-40B4-BE49-F238E27FC236}">
                <a16:creationId xmlns:a16="http://schemas.microsoft.com/office/drawing/2014/main" id="{52A3F762-D1A3-BBE6-0828-F4B3741A0E7B}"/>
              </a:ext>
            </a:extLst>
          </p:cNvPr>
          <p:cNvSpPr>
            <a:spLocks/>
          </p:cNvSpPr>
          <p:nvPr/>
        </p:nvSpPr>
        <p:spPr>
          <a:xfrm>
            <a:off x="1380929" y="5357548"/>
            <a:ext cx="49558" cy="49558"/>
          </a:xfrm>
          <a:prstGeom prst="ellipse">
            <a:avLst/>
          </a:prstGeom>
          <a:solidFill>
            <a:srgbClr val="FFFFFF"/>
          </a:solidFill>
          <a:ln w="8746">
            <a:solidFill>
              <a:srgbClr val="394D93"/>
            </a:solidFill>
            <a:prstDash val="solid"/>
          </a:ln>
        </p:spPr>
      </p:sp>
      <p:sp>
        <p:nvSpPr>
          <p:cNvPr id="233" name="p2_autogluon_path_116">
            <a:extLst>
              <a:ext uri="{FF2B5EF4-FFF2-40B4-BE49-F238E27FC236}">
                <a16:creationId xmlns:a16="http://schemas.microsoft.com/office/drawing/2014/main" id="{A3194128-B4C6-5F53-9B89-2E281F07B0FB}"/>
              </a:ext>
            </a:extLst>
          </p:cNvPr>
          <p:cNvSpPr>
            <a:spLocks/>
          </p:cNvSpPr>
          <p:nvPr/>
        </p:nvSpPr>
        <p:spPr>
          <a:xfrm>
            <a:off x="1481357" y="5214412"/>
            <a:ext cx="12681" cy="52474"/>
          </a:xfrm>
          <a:custGeom>
            <a:avLst/>
            <a:gdLst/>
            <a:ahLst/>
            <a:cxnLst/>
            <a:rect l="0" t="0" r="0" b="0"/>
            <a:pathLst>
              <a:path w="16574" h="68580">
                <a:moveTo>
                  <a:pt x="16574" y="0"/>
                </a:moveTo>
                <a:lnTo>
                  <a:pt x="0" y="68580"/>
                </a:lnTo>
              </a:path>
            </a:pathLst>
          </a:custGeom>
          <a:noFill/>
          <a:ln w="10203">
            <a:solidFill>
              <a:srgbClr val="394D93"/>
            </a:solidFill>
            <a:prstDash val="solid"/>
          </a:ln>
        </p:spPr>
      </p:sp>
      <p:sp>
        <p:nvSpPr>
          <p:cNvPr id="235" name="p2_autogluon_path_117">
            <a:extLst>
              <a:ext uri="{FF2B5EF4-FFF2-40B4-BE49-F238E27FC236}">
                <a16:creationId xmlns:a16="http://schemas.microsoft.com/office/drawing/2014/main" id="{1AFCF8F3-B111-CBDA-0E22-CF3F3005ED32}"/>
              </a:ext>
            </a:extLst>
          </p:cNvPr>
          <p:cNvSpPr>
            <a:spLocks/>
          </p:cNvSpPr>
          <p:nvPr/>
        </p:nvSpPr>
        <p:spPr>
          <a:xfrm>
            <a:off x="1494038" y="5214412"/>
            <a:ext cx="13118" cy="52474"/>
          </a:xfrm>
          <a:custGeom>
            <a:avLst/>
            <a:gdLst/>
            <a:ahLst/>
            <a:cxnLst/>
            <a:rect l="0" t="0" r="0" b="0"/>
            <a:pathLst>
              <a:path w="17145" h="68580">
                <a:moveTo>
                  <a:pt x="0" y="0"/>
                </a:moveTo>
                <a:lnTo>
                  <a:pt x="17145" y="68580"/>
                </a:lnTo>
              </a:path>
            </a:pathLst>
          </a:custGeom>
          <a:noFill/>
          <a:ln w="10203">
            <a:solidFill>
              <a:srgbClr val="394D93"/>
            </a:solidFill>
            <a:prstDash val="solid"/>
          </a:ln>
        </p:spPr>
      </p:sp>
      <p:sp>
        <p:nvSpPr>
          <p:cNvPr id="237" name="p2_autogluon_path_118">
            <a:extLst>
              <a:ext uri="{FF2B5EF4-FFF2-40B4-BE49-F238E27FC236}">
                <a16:creationId xmlns:a16="http://schemas.microsoft.com/office/drawing/2014/main" id="{50F9D3AE-D0A8-40BD-A34D-36E482D33275}"/>
              </a:ext>
            </a:extLst>
          </p:cNvPr>
          <p:cNvSpPr>
            <a:spLocks/>
          </p:cNvSpPr>
          <p:nvPr/>
        </p:nvSpPr>
        <p:spPr>
          <a:xfrm>
            <a:off x="1474361" y="5266886"/>
            <a:ext cx="6996" cy="62968"/>
          </a:xfrm>
          <a:custGeom>
            <a:avLst/>
            <a:gdLst/>
            <a:ahLst/>
            <a:cxnLst/>
            <a:rect l="0" t="0" r="0" b="0"/>
            <a:pathLst>
              <a:path w="9144" h="82296">
                <a:moveTo>
                  <a:pt x="9144" y="0"/>
                </a:moveTo>
                <a:lnTo>
                  <a:pt x="0" y="82296"/>
                </a:lnTo>
              </a:path>
            </a:pathLst>
          </a:custGeom>
          <a:noFill/>
          <a:ln w="10203">
            <a:solidFill>
              <a:srgbClr val="394D93"/>
            </a:solidFill>
            <a:prstDash val="solid"/>
          </a:ln>
        </p:spPr>
      </p:sp>
      <p:sp>
        <p:nvSpPr>
          <p:cNvPr id="239" name="p2_autogluon_path_119">
            <a:extLst>
              <a:ext uri="{FF2B5EF4-FFF2-40B4-BE49-F238E27FC236}">
                <a16:creationId xmlns:a16="http://schemas.microsoft.com/office/drawing/2014/main" id="{8537D0CA-865C-143F-6ADE-94711E86C994}"/>
              </a:ext>
            </a:extLst>
          </p:cNvPr>
          <p:cNvSpPr>
            <a:spLocks/>
          </p:cNvSpPr>
          <p:nvPr/>
        </p:nvSpPr>
        <p:spPr>
          <a:xfrm>
            <a:off x="1481357" y="5266886"/>
            <a:ext cx="6996" cy="62968"/>
          </a:xfrm>
          <a:custGeom>
            <a:avLst/>
            <a:gdLst/>
            <a:ahLst/>
            <a:cxnLst/>
            <a:rect l="0" t="0" r="0" b="0"/>
            <a:pathLst>
              <a:path w="9144" h="82296">
                <a:moveTo>
                  <a:pt x="0" y="0"/>
                </a:moveTo>
                <a:lnTo>
                  <a:pt x="9144" y="82296"/>
                </a:lnTo>
              </a:path>
            </a:pathLst>
          </a:custGeom>
          <a:noFill/>
          <a:ln w="10203">
            <a:solidFill>
              <a:srgbClr val="394D93"/>
            </a:solidFill>
            <a:prstDash val="solid"/>
          </a:ln>
        </p:spPr>
      </p:sp>
      <p:sp>
        <p:nvSpPr>
          <p:cNvPr id="241" name="p2_autogluon_path_120">
            <a:extLst>
              <a:ext uri="{FF2B5EF4-FFF2-40B4-BE49-F238E27FC236}">
                <a16:creationId xmlns:a16="http://schemas.microsoft.com/office/drawing/2014/main" id="{CCE2D27A-021F-15D7-AA59-7ECDB57C0DDC}"/>
              </a:ext>
            </a:extLst>
          </p:cNvPr>
          <p:cNvSpPr>
            <a:spLocks/>
          </p:cNvSpPr>
          <p:nvPr/>
        </p:nvSpPr>
        <p:spPr>
          <a:xfrm>
            <a:off x="1499723" y="5266886"/>
            <a:ext cx="7434" cy="59470"/>
          </a:xfrm>
          <a:custGeom>
            <a:avLst/>
            <a:gdLst/>
            <a:ahLst/>
            <a:cxnLst/>
            <a:rect l="0" t="0" r="0" b="0"/>
            <a:pathLst>
              <a:path w="9716" h="77724">
                <a:moveTo>
                  <a:pt x="9716" y="0"/>
                </a:moveTo>
                <a:lnTo>
                  <a:pt x="0" y="77724"/>
                </a:lnTo>
              </a:path>
            </a:pathLst>
          </a:custGeom>
          <a:noFill/>
          <a:ln w="10203">
            <a:solidFill>
              <a:srgbClr val="394D93"/>
            </a:solidFill>
            <a:prstDash val="solid"/>
          </a:ln>
        </p:spPr>
      </p:sp>
      <p:sp>
        <p:nvSpPr>
          <p:cNvPr id="243" name="p2_autogluon_path_121">
            <a:extLst>
              <a:ext uri="{FF2B5EF4-FFF2-40B4-BE49-F238E27FC236}">
                <a16:creationId xmlns:a16="http://schemas.microsoft.com/office/drawing/2014/main" id="{2E4156C5-54A0-7232-EA4E-9BEF221925E5}"/>
              </a:ext>
            </a:extLst>
          </p:cNvPr>
          <p:cNvSpPr>
            <a:spLocks/>
          </p:cNvSpPr>
          <p:nvPr/>
        </p:nvSpPr>
        <p:spPr>
          <a:xfrm>
            <a:off x="1507157" y="5266886"/>
            <a:ext cx="6559" cy="59470"/>
          </a:xfrm>
          <a:custGeom>
            <a:avLst/>
            <a:gdLst/>
            <a:ahLst/>
            <a:cxnLst/>
            <a:rect l="0" t="0" r="0" b="0"/>
            <a:pathLst>
              <a:path w="8572" h="77724">
                <a:moveTo>
                  <a:pt x="0" y="0"/>
                </a:moveTo>
                <a:lnTo>
                  <a:pt x="8572" y="77724"/>
                </a:lnTo>
              </a:path>
            </a:pathLst>
          </a:custGeom>
          <a:noFill/>
          <a:ln w="10203">
            <a:solidFill>
              <a:srgbClr val="394D93"/>
            </a:solidFill>
            <a:prstDash val="solid"/>
          </a:ln>
        </p:spPr>
      </p:sp>
      <p:sp>
        <p:nvSpPr>
          <p:cNvPr id="245" name="p2_autogluon_path_122">
            <a:extLst>
              <a:ext uri="{FF2B5EF4-FFF2-40B4-BE49-F238E27FC236}">
                <a16:creationId xmlns:a16="http://schemas.microsoft.com/office/drawing/2014/main" id="{43340E3E-F47F-6F6D-4481-5B28D6A7B96E}"/>
              </a:ext>
            </a:extLst>
          </p:cNvPr>
          <p:cNvSpPr>
            <a:spLocks/>
          </p:cNvSpPr>
          <p:nvPr/>
        </p:nvSpPr>
        <p:spPr>
          <a:xfrm>
            <a:off x="1494038" y="5326356"/>
            <a:ext cx="5685" cy="55972"/>
          </a:xfrm>
          <a:custGeom>
            <a:avLst/>
            <a:gdLst/>
            <a:ahLst/>
            <a:cxnLst/>
            <a:rect l="0" t="0" r="0" b="0"/>
            <a:pathLst>
              <a:path w="7430" h="73152">
                <a:moveTo>
                  <a:pt x="7430" y="0"/>
                </a:moveTo>
                <a:lnTo>
                  <a:pt x="0" y="73152"/>
                </a:lnTo>
              </a:path>
            </a:pathLst>
          </a:custGeom>
          <a:noFill/>
          <a:ln w="10203">
            <a:solidFill>
              <a:srgbClr val="394D93"/>
            </a:solidFill>
            <a:prstDash val="solid"/>
          </a:ln>
        </p:spPr>
      </p:sp>
      <p:sp>
        <p:nvSpPr>
          <p:cNvPr id="247" name="p2_autogluon_path_123">
            <a:extLst>
              <a:ext uri="{FF2B5EF4-FFF2-40B4-BE49-F238E27FC236}">
                <a16:creationId xmlns:a16="http://schemas.microsoft.com/office/drawing/2014/main" id="{9EC9884D-91B7-D008-4D72-B67B81F27F31}"/>
              </a:ext>
            </a:extLst>
          </p:cNvPr>
          <p:cNvSpPr>
            <a:spLocks/>
          </p:cNvSpPr>
          <p:nvPr/>
        </p:nvSpPr>
        <p:spPr>
          <a:xfrm>
            <a:off x="1499723" y="5326356"/>
            <a:ext cx="4810" cy="55972"/>
          </a:xfrm>
          <a:custGeom>
            <a:avLst/>
            <a:gdLst/>
            <a:ahLst/>
            <a:cxnLst/>
            <a:rect l="0" t="0" r="0" b="0"/>
            <a:pathLst>
              <a:path w="6286" h="73152">
                <a:moveTo>
                  <a:pt x="0" y="0"/>
                </a:moveTo>
                <a:lnTo>
                  <a:pt x="6286" y="73152"/>
                </a:lnTo>
              </a:path>
            </a:pathLst>
          </a:custGeom>
          <a:noFill/>
          <a:ln w="10203">
            <a:solidFill>
              <a:srgbClr val="394D93"/>
            </a:solidFill>
            <a:prstDash val="solid"/>
          </a:ln>
        </p:spPr>
      </p:sp>
      <p:sp>
        <p:nvSpPr>
          <p:cNvPr id="249" name="p2_autogluon_ellipse_124">
            <a:extLst>
              <a:ext uri="{FF2B5EF4-FFF2-40B4-BE49-F238E27FC236}">
                <a16:creationId xmlns:a16="http://schemas.microsoft.com/office/drawing/2014/main" id="{AFD75B96-D774-8BC0-FE65-BB6B35A02634}"/>
              </a:ext>
            </a:extLst>
          </p:cNvPr>
          <p:cNvSpPr>
            <a:spLocks/>
          </p:cNvSpPr>
          <p:nvPr/>
        </p:nvSpPr>
        <p:spPr>
          <a:xfrm>
            <a:off x="1469259" y="5189633"/>
            <a:ext cx="49558" cy="49558"/>
          </a:xfrm>
          <a:prstGeom prst="ellipse">
            <a:avLst/>
          </a:prstGeom>
          <a:solidFill>
            <a:srgbClr val="C3CFEF"/>
          </a:solidFill>
          <a:ln w="8746">
            <a:solidFill>
              <a:srgbClr val="394D93"/>
            </a:solidFill>
            <a:prstDash val="solid"/>
          </a:ln>
        </p:spPr>
      </p:sp>
      <p:sp>
        <p:nvSpPr>
          <p:cNvPr id="251" name="p2_autogluon_ellipse_125">
            <a:extLst>
              <a:ext uri="{FF2B5EF4-FFF2-40B4-BE49-F238E27FC236}">
                <a16:creationId xmlns:a16="http://schemas.microsoft.com/office/drawing/2014/main" id="{5AD0B191-230D-439A-8962-D80FD530CB5F}"/>
              </a:ext>
            </a:extLst>
          </p:cNvPr>
          <p:cNvSpPr>
            <a:spLocks/>
          </p:cNvSpPr>
          <p:nvPr/>
        </p:nvSpPr>
        <p:spPr>
          <a:xfrm>
            <a:off x="1456578" y="5242107"/>
            <a:ext cx="49558" cy="49558"/>
          </a:xfrm>
          <a:prstGeom prst="ellipse">
            <a:avLst/>
          </a:prstGeom>
          <a:solidFill>
            <a:srgbClr val="C3CFEF"/>
          </a:solidFill>
          <a:ln w="8746">
            <a:solidFill>
              <a:srgbClr val="394D93"/>
            </a:solidFill>
            <a:prstDash val="solid"/>
          </a:ln>
        </p:spPr>
      </p:sp>
      <p:sp>
        <p:nvSpPr>
          <p:cNvPr id="253" name="p2_autogluon_ellipse_126">
            <a:extLst>
              <a:ext uri="{FF2B5EF4-FFF2-40B4-BE49-F238E27FC236}">
                <a16:creationId xmlns:a16="http://schemas.microsoft.com/office/drawing/2014/main" id="{75224296-14B6-87FB-D771-B6E6C3092C51}"/>
              </a:ext>
            </a:extLst>
          </p:cNvPr>
          <p:cNvSpPr>
            <a:spLocks/>
          </p:cNvSpPr>
          <p:nvPr/>
        </p:nvSpPr>
        <p:spPr>
          <a:xfrm>
            <a:off x="1482377" y="5242107"/>
            <a:ext cx="49558" cy="49558"/>
          </a:xfrm>
          <a:prstGeom prst="ellipse">
            <a:avLst/>
          </a:prstGeom>
          <a:solidFill>
            <a:srgbClr val="C3CFEF"/>
          </a:solidFill>
          <a:ln w="8746">
            <a:solidFill>
              <a:srgbClr val="394D93"/>
            </a:solidFill>
            <a:prstDash val="solid"/>
          </a:ln>
        </p:spPr>
      </p:sp>
      <p:sp>
        <p:nvSpPr>
          <p:cNvPr id="255" name="p2_autogluon_ellipse_127">
            <a:extLst>
              <a:ext uri="{FF2B5EF4-FFF2-40B4-BE49-F238E27FC236}">
                <a16:creationId xmlns:a16="http://schemas.microsoft.com/office/drawing/2014/main" id="{D3873646-0E78-0188-438C-76C5629F848B}"/>
              </a:ext>
            </a:extLst>
          </p:cNvPr>
          <p:cNvSpPr>
            <a:spLocks/>
          </p:cNvSpPr>
          <p:nvPr/>
        </p:nvSpPr>
        <p:spPr>
          <a:xfrm>
            <a:off x="1449582" y="5305075"/>
            <a:ext cx="49558" cy="49558"/>
          </a:xfrm>
          <a:prstGeom prst="ellipse">
            <a:avLst/>
          </a:prstGeom>
          <a:solidFill>
            <a:srgbClr val="FFFFFF"/>
          </a:solidFill>
          <a:ln w="8746">
            <a:solidFill>
              <a:srgbClr val="394D93"/>
            </a:solidFill>
            <a:prstDash val="solid"/>
          </a:ln>
        </p:spPr>
      </p:sp>
      <p:sp>
        <p:nvSpPr>
          <p:cNvPr id="257" name="p2_autogluon_ellipse_128">
            <a:extLst>
              <a:ext uri="{FF2B5EF4-FFF2-40B4-BE49-F238E27FC236}">
                <a16:creationId xmlns:a16="http://schemas.microsoft.com/office/drawing/2014/main" id="{78F42772-6200-A2B2-3C20-AAECFD5128C7}"/>
              </a:ext>
            </a:extLst>
          </p:cNvPr>
          <p:cNvSpPr>
            <a:spLocks/>
          </p:cNvSpPr>
          <p:nvPr/>
        </p:nvSpPr>
        <p:spPr>
          <a:xfrm>
            <a:off x="1463574" y="5305075"/>
            <a:ext cx="49558" cy="49558"/>
          </a:xfrm>
          <a:prstGeom prst="ellipse">
            <a:avLst/>
          </a:prstGeom>
          <a:solidFill>
            <a:srgbClr val="FFFFFF"/>
          </a:solidFill>
          <a:ln w="8746">
            <a:solidFill>
              <a:srgbClr val="394D93"/>
            </a:solidFill>
            <a:prstDash val="solid"/>
          </a:ln>
        </p:spPr>
      </p:sp>
      <p:sp>
        <p:nvSpPr>
          <p:cNvPr id="259" name="p2_autogluon_ellipse_129">
            <a:extLst>
              <a:ext uri="{FF2B5EF4-FFF2-40B4-BE49-F238E27FC236}">
                <a16:creationId xmlns:a16="http://schemas.microsoft.com/office/drawing/2014/main" id="{77672830-E286-CD54-3FC3-4B1251878CFC}"/>
              </a:ext>
            </a:extLst>
          </p:cNvPr>
          <p:cNvSpPr>
            <a:spLocks/>
          </p:cNvSpPr>
          <p:nvPr/>
        </p:nvSpPr>
        <p:spPr>
          <a:xfrm>
            <a:off x="1474944" y="5301577"/>
            <a:ext cx="49558" cy="49558"/>
          </a:xfrm>
          <a:prstGeom prst="ellipse">
            <a:avLst/>
          </a:prstGeom>
          <a:solidFill>
            <a:srgbClr val="FFFFFF"/>
          </a:solidFill>
          <a:ln w="8746">
            <a:solidFill>
              <a:srgbClr val="394D93"/>
            </a:solidFill>
            <a:prstDash val="solid"/>
          </a:ln>
        </p:spPr>
      </p:sp>
      <p:sp>
        <p:nvSpPr>
          <p:cNvPr id="261" name="p2_autogluon_ellipse_130">
            <a:extLst>
              <a:ext uri="{FF2B5EF4-FFF2-40B4-BE49-F238E27FC236}">
                <a16:creationId xmlns:a16="http://schemas.microsoft.com/office/drawing/2014/main" id="{DC241AA5-12F8-12DC-933E-EA4F8AAB572B}"/>
              </a:ext>
            </a:extLst>
          </p:cNvPr>
          <p:cNvSpPr>
            <a:spLocks/>
          </p:cNvSpPr>
          <p:nvPr/>
        </p:nvSpPr>
        <p:spPr>
          <a:xfrm>
            <a:off x="1488937" y="5301577"/>
            <a:ext cx="49558" cy="49558"/>
          </a:xfrm>
          <a:prstGeom prst="ellipse">
            <a:avLst/>
          </a:prstGeom>
          <a:solidFill>
            <a:srgbClr val="FFFFFF"/>
          </a:solidFill>
          <a:ln w="8746">
            <a:solidFill>
              <a:srgbClr val="394D93"/>
            </a:solidFill>
            <a:prstDash val="solid"/>
          </a:ln>
        </p:spPr>
      </p:sp>
      <p:sp>
        <p:nvSpPr>
          <p:cNvPr id="263" name="p2_autogluon_ellipse_131">
            <a:extLst>
              <a:ext uri="{FF2B5EF4-FFF2-40B4-BE49-F238E27FC236}">
                <a16:creationId xmlns:a16="http://schemas.microsoft.com/office/drawing/2014/main" id="{9156E650-6AFA-3117-A40E-11CB459EFC0E}"/>
              </a:ext>
            </a:extLst>
          </p:cNvPr>
          <p:cNvSpPr>
            <a:spLocks/>
          </p:cNvSpPr>
          <p:nvPr/>
        </p:nvSpPr>
        <p:spPr>
          <a:xfrm>
            <a:off x="1469259" y="5357548"/>
            <a:ext cx="49558" cy="49558"/>
          </a:xfrm>
          <a:prstGeom prst="ellipse">
            <a:avLst/>
          </a:prstGeom>
          <a:solidFill>
            <a:srgbClr val="FFFFFF"/>
          </a:solidFill>
          <a:ln w="8746">
            <a:solidFill>
              <a:srgbClr val="394D93"/>
            </a:solidFill>
            <a:prstDash val="solid"/>
          </a:ln>
        </p:spPr>
      </p:sp>
      <p:sp>
        <p:nvSpPr>
          <p:cNvPr id="265" name="p2_autogluon_ellipse_132">
            <a:extLst>
              <a:ext uri="{FF2B5EF4-FFF2-40B4-BE49-F238E27FC236}">
                <a16:creationId xmlns:a16="http://schemas.microsoft.com/office/drawing/2014/main" id="{CFAD992D-5651-9D5D-1388-91ECAEC460B8}"/>
              </a:ext>
            </a:extLst>
          </p:cNvPr>
          <p:cNvSpPr>
            <a:spLocks/>
          </p:cNvSpPr>
          <p:nvPr/>
        </p:nvSpPr>
        <p:spPr>
          <a:xfrm>
            <a:off x="1479754" y="5357548"/>
            <a:ext cx="49558" cy="49558"/>
          </a:xfrm>
          <a:prstGeom prst="ellipse">
            <a:avLst/>
          </a:prstGeom>
          <a:solidFill>
            <a:srgbClr val="FFFFFF"/>
          </a:solidFill>
          <a:ln w="8746">
            <a:solidFill>
              <a:srgbClr val="394D93"/>
            </a:solidFill>
            <a:prstDash val="solid"/>
          </a:ln>
        </p:spPr>
      </p:sp>
      <p:sp>
        <p:nvSpPr>
          <p:cNvPr id="267" name="p2_autogluon_path_133">
            <a:extLst>
              <a:ext uri="{FF2B5EF4-FFF2-40B4-BE49-F238E27FC236}">
                <a16:creationId xmlns:a16="http://schemas.microsoft.com/office/drawing/2014/main" id="{4755C7C9-3D89-506D-2185-C33F1F4CFD03}"/>
              </a:ext>
            </a:extLst>
          </p:cNvPr>
          <p:cNvSpPr>
            <a:spLocks/>
          </p:cNvSpPr>
          <p:nvPr/>
        </p:nvSpPr>
        <p:spPr>
          <a:xfrm>
            <a:off x="1567501" y="5214412"/>
            <a:ext cx="13118" cy="57721"/>
          </a:xfrm>
          <a:custGeom>
            <a:avLst/>
            <a:gdLst/>
            <a:ahLst/>
            <a:cxnLst/>
            <a:rect l="0" t="0" r="0" b="0"/>
            <a:pathLst>
              <a:path w="17145" h="75438">
                <a:moveTo>
                  <a:pt x="17145" y="0"/>
                </a:moveTo>
                <a:lnTo>
                  <a:pt x="0" y="75438"/>
                </a:lnTo>
              </a:path>
            </a:pathLst>
          </a:custGeom>
          <a:noFill/>
          <a:ln w="10203">
            <a:solidFill>
              <a:srgbClr val="394D93"/>
            </a:solidFill>
            <a:prstDash val="solid"/>
          </a:ln>
        </p:spPr>
      </p:sp>
      <p:sp>
        <p:nvSpPr>
          <p:cNvPr id="269" name="p2_autogluon_path_134">
            <a:extLst>
              <a:ext uri="{FF2B5EF4-FFF2-40B4-BE49-F238E27FC236}">
                <a16:creationId xmlns:a16="http://schemas.microsoft.com/office/drawing/2014/main" id="{669620D5-40DA-82CD-2B0F-B588117A6456}"/>
              </a:ext>
            </a:extLst>
          </p:cNvPr>
          <p:cNvSpPr>
            <a:spLocks/>
          </p:cNvSpPr>
          <p:nvPr/>
        </p:nvSpPr>
        <p:spPr>
          <a:xfrm>
            <a:off x="1580620" y="5214412"/>
            <a:ext cx="11807" cy="57721"/>
          </a:xfrm>
          <a:custGeom>
            <a:avLst/>
            <a:gdLst/>
            <a:ahLst/>
            <a:cxnLst/>
            <a:rect l="0" t="0" r="0" b="0"/>
            <a:pathLst>
              <a:path w="15431" h="75438">
                <a:moveTo>
                  <a:pt x="0" y="0"/>
                </a:moveTo>
                <a:lnTo>
                  <a:pt x="15431" y="75438"/>
                </a:lnTo>
              </a:path>
            </a:pathLst>
          </a:custGeom>
          <a:noFill/>
          <a:ln w="10203">
            <a:solidFill>
              <a:srgbClr val="394D93"/>
            </a:solidFill>
            <a:prstDash val="solid"/>
          </a:ln>
        </p:spPr>
      </p:sp>
      <p:sp>
        <p:nvSpPr>
          <p:cNvPr id="271" name="p2_autogluon_path_135">
            <a:extLst>
              <a:ext uri="{FF2B5EF4-FFF2-40B4-BE49-F238E27FC236}">
                <a16:creationId xmlns:a16="http://schemas.microsoft.com/office/drawing/2014/main" id="{D9468F47-D3C8-9EA9-F517-B8882D560EDD}"/>
              </a:ext>
            </a:extLst>
          </p:cNvPr>
          <p:cNvSpPr>
            <a:spLocks/>
          </p:cNvSpPr>
          <p:nvPr/>
        </p:nvSpPr>
        <p:spPr>
          <a:xfrm>
            <a:off x="1560505" y="5272133"/>
            <a:ext cx="6996" cy="59470"/>
          </a:xfrm>
          <a:custGeom>
            <a:avLst/>
            <a:gdLst/>
            <a:ahLst/>
            <a:cxnLst/>
            <a:rect l="0" t="0" r="0" b="0"/>
            <a:pathLst>
              <a:path w="9144" h="77724">
                <a:moveTo>
                  <a:pt x="9144" y="0"/>
                </a:moveTo>
                <a:lnTo>
                  <a:pt x="0" y="77724"/>
                </a:lnTo>
              </a:path>
            </a:pathLst>
          </a:custGeom>
          <a:noFill/>
          <a:ln w="10203">
            <a:solidFill>
              <a:srgbClr val="394D93"/>
            </a:solidFill>
            <a:prstDash val="solid"/>
          </a:ln>
        </p:spPr>
      </p:sp>
      <p:sp>
        <p:nvSpPr>
          <p:cNvPr id="273" name="p2_autogluon_path_136">
            <a:extLst>
              <a:ext uri="{FF2B5EF4-FFF2-40B4-BE49-F238E27FC236}">
                <a16:creationId xmlns:a16="http://schemas.microsoft.com/office/drawing/2014/main" id="{3507458B-32D5-4D9D-F927-9EB7FD0B53D1}"/>
              </a:ext>
            </a:extLst>
          </p:cNvPr>
          <p:cNvSpPr>
            <a:spLocks/>
          </p:cNvSpPr>
          <p:nvPr/>
        </p:nvSpPr>
        <p:spPr>
          <a:xfrm>
            <a:off x="1567501" y="5272133"/>
            <a:ext cx="6996" cy="59470"/>
          </a:xfrm>
          <a:custGeom>
            <a:avLst/>
            <a:gdLst/>
            <a:ahLst/>
            <a:cxnLst/>
            <a:rect l="0" t="0" r="0" b="0"/>
            <a:pathLst>
              <a:path w="9144" h="77724">
                <a:moveTo>
                  <a:pt x="0" y="0"/>
                </a:moveTo>
                <a:lnTo>
                  <a:pt x="9144" y="77724"/>
                </a:lnTo>
              </a:path>
            </a:pathLst>
          </a:custGeom>
          <a:noFill/>
          <a:ln w="10203">
            <a:solidFill>
              <a:srgbClr val="394D93"/>
            </a:solidFill>
            <a:prstDash val="solid"/>
          </a:ln>
        </p:spPr>
      </p:sp>
      <p:sp>
        <p:nvSpPr>
          <p:cNvPr id="275" name="p2_autogluon_path_137">
            <a:extLst>
              <a:ext uri="{FF2B5EF4-FFF2-40B4-BE49-F238E27FC236}">
                <a16:creationId xmlns:a16="http://schemas.microsoft.com/office/drawing/2014/main" id="{7FB14449-58BC-9195-913E-855A16AAF82B}"/>
              </a:ext>
            </a:extLst>
          </p:cNvPr>
          <p:cNvSpPr>
            <a:spLocks/>
          </p:cNvSpPr>
          <p:nvPr/>
        </p:nvSpPr>
        <p:spPr>
          <a:xfrm>
            <a:off x="1585867" y="5272133"/>
            <a:ext cx="6559" cy="59470"/>
          </a:xfrm>
          <a:custGeom>
            <a:avLst/>
            <a:gdLst/>
            <a:ahLst/>
            <a:cxnLst/>
            <a:rect l="0" t="0" r="0" b="0"/>
            <a:pathLst>
              <a:path w="8573" h="77724">
                <a:moveTo>
                  <a:pt x="8573" y="0"/>
                </a:moveTo>
                <a:lnTo>
                  <a:pt x="0" y="77724"/>
                </a:lnTo>
              </a:path>
            </a:pathLst>
          </a:custGeom>
          <a:noFill/>
          <a:ln w="10203">
            <a:solidFill>
              <a:srgbClr val="394D93"/>
            </a:solidFill>
            <a:prstDash val="solid"/>
          </a:ln>
        </p:spPr>
      </p:sp>
      <p:sp>
        <p:nvSpPr>
          <p:cNvPr id="277" name="p2_autogluon_path_138">
            <a:extLst>
              <a:ext uri="{FF2B5EF4-FFF2-40B4-BE49-F238E27FC236}">
                <a16:creationId xmlns:a16="http://schemas.microsoft.com/office/drawing/2014/main" id="{24B04147-AA60-DEC8-D16B-8E020C9A106D}"/>
              </a:ext>
            </a:extLst>
          </p:cNvPr>
          <p:cNvSpPr>
            <a:spLocks/>
          </p:cNvSpPr>
          <p:nvPr/>
        </p:nvSpPr>
        <p:spPr>
          <a:xfrm>
            <a:off x="1592426" y="5272133"/>
            <a:ext cx="8746" cy="59470"/>
          </a:xfrm>
          <a:custGeom>
            <a:avLst/>
            <a:gdLst/>
            <a:ahLst/>
            <a:cxnLst/>
            <a:rect l="0" t="0" r="0" b="0"/>
            <a:pathLst>
              <a:path w="11430" h="77724">
                <a:moveTo>
                  <a:pt x="0" y="0"/>
                </a:moveTo>
                <a:lnTo>
                  <a:pt x="11430" y="77724"/>
                </a:lnTo>
              </a:path>
            </a:pathLst>
          </a:custGeom>
          <a:noFill/>
          <a:ln w="10203">
            <a:solidFill>
              <a:srgbClr val="394D93"/>
            </a:solidFill>
            <a:prstDash val="solid"/>
          </a:ln>
        </p:spPr>
      </p:sp>
      <p:sp>
        <p:nvSpPr>
          <p:cNvPr id="279" name="p2_autogluon_path_139">
            <a:extLst>
              <a:ext uri="{FF2B5EF4-FFF2-40B4-BE49-F238E27FC236}">
                <a16:creationId xmlns:a16="http://schemas.microsoft.com/office/drawing/2014/main" id="{42FF3F1B-9D18-DF0B-F683-ACB628DF6F02}"/>
              </a:ext>
            </a:extLst>
          </p:cNvPr>
          <p:cNvSpPr>
            <a:spLocks/>
          </p:cNvSpPr>
          <p:nvPr/>
        </p:nvSpPr>
        <p:spPr>
          <a:xfrm>
            <a:off x="1569688" y="5331603"/>
            <a:ext cx="4810" cy="50724"/>
          </a:xfrm>
          <a:custGeom>
            <a:avLst/>
            <a:gdLst/>
            <a:ahLst/>
            <a:cxnLst/>
            <a:rect l="0" t="0" r="0" b="0"/>
            <a:pathLst>
              <a:path w="6286" h="66294">
                <a:moveTo>
                  <a:pt x="6286" y="0"/>
                </a:moveTo>
                <a:lnTo>
                  <a:pt x="0" y="66294"/>
                </a:lnTo>
              </a:path>
            </a:pathLst>
          </a:custGeom>
          <a:noFill/>
          <a:ln w="10203">
            <a:solidFill>
              <a:srgbClr val="394D93"/>
            </a:solidFill>
            <a:prstDash val="solid"/>
          </a:ln>
        </p:spPr>
      </p:sp>
      <p:sp>
        <p:nvSpPr>
          <p:cNvPr id="281" name="p2_autogluon_path_140">
            <a:extLst>
              <a:ext uri="{FF2B5EF4-FFF2-40B4-BE49-F238E27FC236}">
                <a16:creationId xmlns:a16="http://schemas.microsoft.com/office/drawing/2014/main" id="{6FCA2748-AD19-CF07-7814-6CC8D9E35F97}"/>
              </a:ext>
            </a:extLst>
          </p:cNvPr>
          <p:cNvSpPr>
            <a:spLocks/>
          </p:cNvSpPr>
          <p:nvPr/>
        </p:nvSpPr>
        <p:spPr>
          <a:xfrm>
            <a:off x="1574498" y="5331603"/>
            <a:ext cx="5685" cy="50724"/>
          </a:xfrm>
          <a:custGeom>
            <a:avLst/>
            <a:gdLst/>
            <a:ahLst/>
            <a:cxnLst/>
            <a:rect l="0" t="0" r="0" b="0"/>
            <a:pathLst>
              <a:path w="7430" h="66294">
                <a:moveTo>
                  <a:pt x="0" y="0"/>
                </a:moveTo>
                <a:lnTo>
                  <a:pt x="7430" y="66294"/>
                </a:lnTo>
              </a:path>
            </a:pathLst>
          </a:custGeom>
          <a:noFill/>
          <a:ln w="10203">
            <a:solidFill>
              <a:srgbClr val="394D93"/>
            </a:solidFill>
            <a:prstDash val="solid"/>
          </a:ln>
        </p:spPr>
      </p:sp>
      <p:sp>
        <p:nvSpPr>
          <p:cNvPr id="283" name="p2_autogluon_ellipse_141">
            <a:extLst>
              <a:ext uri="{FF2B5EF4-FFF2-40B4-BE49-F238E27FC236}">
                <a16:creationId xmlns:a16="http://schemas.microsoft.com/office/drawing/2014/main" id="{1D6D2AD9-028A-3E78-5FF7-1EE60B076AA5}"/>
              </a:ext>
            </a:extLst>
          </p:cNvPr>
          <p:cNvSpPr>
            <a:spLocks/>
          </p:cNvSpPr>
          <p:nvPr/>
        </p:nvSpPr>
        <p:spPr>
          <a:xfrm>
            <a:off x="1555840" y="5189633"/>
            <a:ext cx="49558" cy="49558"/>
          </a:xfrm>
          <a:prstGeom prst="ellipse">
            <a:avLst/>
          </a:prstGeom>
          <a:solidFill>
            <a:srgbClr val="C3CFEF"/>
          </a:solidFill>
          <a:ln w="8746">
            <a:solidFill>
              <a:srgbClr val="394D93"/>
            </a:solidFill>
            <a:prstDash val="solid"/>
          </a:ln>
        </p:spPr>
      </p:sp>
      <p:sp>
        <p:nvSpPr>
          <p:cNvPr id="285" name="p2_autogluon_ellipse_142">
            <a:extLst>
              <a:ext uri="{FF2B5EF4-FFF2-40B4-BE49-F238E27FC236}">
                <a16:creationId xmlns:a16="http://schemas.microsoft.com/office/drawing/2014/main" id="{62B7F005-4FAE-61BB-E31D-AB2501FD04D6}"/>
              </a:ext>
            </a:extLst>
          </p:cNvPr>
          <p:cNvSpPr>
            <a:spLocks/>
          </p:cNvSpPr>
          <p:nvPr/>
        </p:nvSpPr>
        <p:spPr>
          <a:xfrm>
            <a:off x="1542722" y="5247354"/>
            <a:ext cx="49558" cy="49558"/>
          </a:xfrm>
          <a:prstGeom prst="ellipse">
            <a:avLst/>
          </a:prstGeom>
          <a:solidFill>
            <a:srgbClr val="C3CFEF"/>
          </a:solidFill>
          <a:ln w="8746">
            <a:solidFill>
              <a:srgbClr val="394D93"/>
            </a:solidFill>
            <a:prstDash val="solid"/>
          </a:ln>
        </p:spPr>
      </p:sp>
      <p:sp>
        <p:nvSpPr>
          <p:cNvPr id="287" name="p2_autogluon_ellipse_143">
            <a:extLst>
              <a:ext uri="{FF2B5EF4-FFF2-40B4-BE49-F238E27FC236}">
                <a16:creationId xmlns:a16="http://schemas.microsoft.com/office/drawing/2014/main" id="{8C31B89A-D04B-6BC5-5A2C-3B5BC2E468FA}"/>
              </a:ext>
            </a:extLst>
          </p:cNvPr>
          <p:cNvSpPr>
            <a:spLocks/>
          </p:cNvSpPr>
          <p:nvPr/>
        </p:nvSpPr>
        <p:spPr>
          <a:xfrm>
            <a:off x="1567647" y="5247354"/>
            <a:ext cx="49558" cy="49558"/>
          </a:xfrm>
          <a:prstGeom prst="ellipse">
            <a:avLst/>
          </a:prstGeom>
          <a:solidFill>
            <a:srgbClr val="C3CFEF"/>
          </a:solidFill>
          <a:ln w="8746">
            <a:solidFill>
              <a:srgbClr val="394D93"/>
            </a:solidFill>
            <a:prstDash val="solid"/>
          </a:ln>
        </p:spPr>
      </p:sp>
      <p:sp>
        <p:nvSpPr>
          <p:cNvPr id="289" name="p2_autogluon_ellipse_144">
            <a:extLst>
              <a:ext uri="{FF2B5EF4-FFF2-40B4-BE49-F238E27FC236}">
                <a16:creationId xmlns:a16="http://schemas.microsoft.com/office/drawing/2014/main" id="{81F7949B-2D15-E45E-3B7D-4269DED9A531}"/>
              </a:ext>
            </a:extLst>
          </p:cNvPr>
          <p:cNvSpPr>
            <a:spLocks/>
          </p:cNvSpPr>
          <p:nvPr/>
        </p:nvSpPr>
        <p:spPr>
          <a:xfrm>
            <a:off x="1535726" y="5306824"/>
            <a:ext cx="49558" cy="49558"/>
          </a:xfrm>
          <a:prstGeom prst="ellipse">
            <a:avLst/>
          </a:prstGeom>
          <a:solidFill>
            <a:srgbClr val="FFFFFF"/>
          </a:solidFill>
          <a:ln w="8746">
            <a:solidFill>
              <a:srgbClr val="394D93"/>
            </a:solidFill>
            <a:prstDash val="solid"/>
          </a:ln>
        </p:spPr>
      </p:sp>
      <p:sp>
        <p:nvSpPr>
          <p:cNvPr id="291" name="p2_autogluon_ellipse_145">
            <a:extLst>
              <a:ext uri="{FF2B5EF4-FFF2-40B4-BE49-F238E27FC236}">
                <a16:creationId xmlns:a16="http://schemas.microsoft.com/office/drawing/2014/main" id="{AA4EAB56-BB98-8F95-F60A-6135397270B6}"/>
              </a:ext>
            </a:extLst>
          </p:cNvPr>
          <p:cNvSpPr>
            <a:spLocks/>
          </p:cNvSpPr>
          <p:nvPr/>
        </p:nvSpPr>
        <p:spPr>
          <a:xfrm>
            <a:off x="1549719" y="5306824"/>
            <a:ext cx="49558" cy="49558"/>
          </a:xfrm>
          <a:prstGeom prst="ellipse">
            <a:avLst/>
          </a:prstGeom>
          <a:solidFill>
            <a:srgbClr val="FFFFFF"/>
          </a:solidFill>
          <a:ln w="8746">
            <a:solidFill>
              <a:srgbClr val="394D93"/>
            </a:solidFill>
            <a:prstDash val="solid"/>
          </a:ln>
        </p:spPr>
      </p:sp>
      <p:sp>
        <p:nvSpPr>
          <p:cNvPr id="293" name="p2_autogluon_ellipse_146">
            <a:extLst>
              <a:ext uri="{FF2B5EF4-FFF2-40B4-BE49-F238E27FC236}">
                <a16:creationId xmlns:a16="http://schemas.microsoft.com/office/drawing/2014/main" id="{4F72955A-8AA9-D9EA-A54C-D28838AA99F0}"/>
              </a:ext>
            </a:extLst>
          </p:cNvPr>
          <p:cNvSpPr>
            <a:spLocks/>
          </p:cNvSpPr>
          <p:nvPr/>
        </p:nvSpPr>
        <p:spPr>
          <a:xfrm>
            <a:off x="1561088" y="5306824"/>
            <a:ext cx="49558" cy="49558"/>
          </a:xfrm>
          <a:prstGeom prst="ellipse">
            <a:avLst/>
          </a:prstGeom>
          <a:solidFill>
            <a:srgbClr val="FFFFFF"/>
          </a:solidFill>
          <a:ln w="8746">
            <a:solidFill>
              <a:srgbClr val="394D93"/>
            </a:solidFill>
            <a:prstDash val="solid"/>
          </a:ln>
        </p:spPr>
      </p:sp>
      <p:sp>
        <p:nvSpPr>
          <p:cNvPr id="295" name="p2_autogluon_ellipse_147">
            <a:extLst>
              <a:ext uri="{FF2B5EF4-FFF2-40B4-BE49-F238E27FC236}">
                <a16:creationId xmlns:a16="http://schemas.microsoft.com/office/drawing/2014/main" id="{F385716D-2561-EEC5-5CE9-8BE5F3359F7D}"/>
              </a:ext>
            </a:extLst>
          </p:cNvPr>
          <p:cNvSpPr>
            <a:spLocks/>
          </p:cNvSpPr>
          <p:nvPr/>
        </p:nvSpPr>
        <p:spPr>
          <a:xfrm>
            <a:off x="1576393" y="5306824"/>
            <a:ext cx="49558" cy="49558"/>
          </a:xfrm>
          <a:prstGeom prst="ellipse">
            <a:avLst/>
          </a:prstGeom>
          <a:solidFill>
            <a:srgbClr val="FFFFFF"/>
          </a:solidFill>
          <a:ln w="8746">
            <a:solidFill>
              <a:srgbClr val="394D93"/>
            </a:solidFill>
            <a:prstDash val="solid"/>
          </a:ln>
        </p:spPr>
      </p:sp>
      <p:sp>
        <p:nvSpPr>
          <p:cNvPr id="297" name="p2_autogluon_ellipse_148">
            <a:extLst>
              <a:ext uri="{FF2B5EF4-FFF2-40B4-BE49-F238E27FC236}">
                <a16:creationId xmlns:a16="http://schemas.microsoft.com/office/drawing/2014/main" id="{E8E3E553-77F0-F190-101C-FB22F192ACFE}"/>
              </a:ext>
            </a:extLst>
          </p:cNvPr>
          <p:cNvSpPr>
            <a:spLocks/>
          </p:cNvSpPr>
          <p:nvPr/>
        </p:nvSpPr>
        <p:spPr>
          <a:xfrm>
            <a:off x="1544908" y="5357548"/>
            <a:ext cx="49558" cy="49558"/>
          </a:xfrm>
          <a:prstGeom prst="ellipse">
            <a:avLst/>
          </a:prstGeom>
          <a:solidFill>
            <a:srgbClr val="FFFFFF"/>
          </a:solidFill>
          <a:ln w="8746">
            <a:solidFill>
              <a:srgbClr val="394D93"/>
            </a:solidFill>
            <a:prstDash val="solid"/>
          </a:ln>
        </p:spPr>
      </p:sp>
      <p:sp>
        <p:nvSpPr>
          <p:cNvPr id="299" name="p2_autogluon_ellipse_149">
            <a:extLst>
              <a:ext uri="{FF2B5EF4-FFF2-40B4-BE49-F238E27FC236}">
                <a16:creationId xmlns:a16="http://schemas.microsoft.com/office/drawing/2014/main" id="{AC4A969C-F740-6774-7C76-D36E3B03E088}"/>
              </a:ext>
            </a:extLst>
          </p:cNvPr>
          <p:cNvSpPr>
            <a:spLocks/>
          </p:cNvSpPr>
          <p:nvPr/>
        </p:nvSpPr>
        <p:spPr>
          <a:xfrm>
            <a:off x="1555403" y="5357548"/>
            <a:ext cx="49558" cy="49558"/>
          </a:xfrm>
          <a:prstGeom prst="ellipse">
            <a:avLst/>
          </a:prstGeom>
          <a:solidFill>
            <a:srgbClr val="FFFFFF"/>
          </a:solidFill>
          <a:ln w="8746">
            <a:solidFill>
              <a:srgbClr val="394D93"/>
            </a:solidFill>
            <a:prstDash val="solid"/>
          </a:ln>
        </p:spPr>
      </p:sp>
      <p:sp>
        <p:nvSpPr>
          <p:cNvPr id="301" name="p2_autogluon_path_150">
            <a:extLst>
              <a:ext uri="{FF2B5EF4-FFF2-40B4-BE49-F238E27FC236}">
                <a16:creationId xmlns:a16="http://schemas.microsoft.com/office/drawing/2014/main" id="{27170D27-870D-6B4B-2D1D-7F7ABB3A1258}"/>
              </a:ext>
            </a:extLst>
          </p:cNvPr>
          <p:cNvSpPr>
            <a:spLocks/>
          </p:cNvSpPr>
          <p:nvPr/>
        </p:nvSpPr>
        <p:spPr>
          <a:xfrm>
            <a:off x="1384718" y="5538874"/>
            <a:ext cx="91829" cy="729"/>
          </a:xfrm>
          <a:custGeom>
            <a:avLst/>
            <a:gdLst/>
            <a:ahLst/>
            <a:cxnLst/>
            <a:rect l="0" t="0" r="0" b="0"/>
            <a:pathLst>
              <a:path w="120015" h="953">
                <a:moveTo>
                  <a:pt x="0" y="0"/>
                </a:moveTo>
                <a:lnTo>
                  <a:pt x="120015" y="0"/>
                </a:lnTo>
              </a:path>
            </a:pathLst>
          </a:custGeom>
          <a:noFill/>
          <a:ln w="8746">
            <a:solidFill>
              <a:srgbClr val="394D93"/>
            </a:solidFill>
            <a:prstDash val="solid"/>
          </a:ln>
        </p:spPr>
      </p:sp>
      <p:sp>
        <p:nvSpPr>
          <p:cNvPr id="303" name="p2_autogluon_path_151">
            <a:extLst>
              <a:ext uri="{FF2B5EF4-FFF2-40B4-BE49-F238E27FC236}">
                <a16:creationId xmlns:a16="http://schemas.microsoft.com/office/drawing/2014/main" id="{F3D204BA-D15D-45A4-A31D-56181319C131}"/>
              </a:ext>
            </a:extLst>
          </p:cNvPr>
          <p:cNvSpPr>
            <a:spLocks/>
          </p:cNvSpPr>
          <p:nvPr/>
        </p:nvSpPr>
        <p:spPr>
          <a:xfrm>
            <a:off x="1476547" y="5538874"/>
            <a:ext cx="91829" cy="729"/>
          </a:xfrm>
          <a:custGeom>
            <a:avLst/>
            <a:gdLst/>
            <a:ahLst/>
            <a:cxnLst/>
            <a:rect l="0" t="0" r="0" b="0"/>
            <a:pathLst>
              <a:path w="120015" h="953">
                <a:moveTo>
                  <a:pt x="0" y="0"/>
                </a:moveTo>
                <a:lnTo>
                  <a:pt x="120015" y="0"/>
                </a:lnTo>
              </a:path>
            </a:pathLst>
          </a:custGeom>
          <a:noFill/>
          <a:ln w="8746">
            <a:solidFill>
              <a:srgbClr val="394D93"/>
            </a:solidFill>
            <a:prstDash val="solid"/>
          </a:ln>
        </p:spPr>
      </p:sp>
      <p:sp>
        <p:nvSpPr>
          <p:cNvPr id="305" name="p2_autogluon_path_152">
            <a:extLst>
              <a:ext uri="{FF2B5EF4-FFF2-40B4-BE49-F238E27FC236}">
                <a16:creationId xmlns:a16="http://schemas.microsoft.com/office/drawing/2014/main" id="{DD84E3EA-E82E-B719-F972-AD280AE497DD}"/>
              </a:ext>
            </a:extLst>
          </p:cNvPr>
          <p:cNvSpPr>
            <a:spLocks/>
          </p:cNvSpPr>
          <p:nvPr/>
        </p:nvSpPr>
        <p:spPr>
          <a:xfrm>
            <a:off x="1568376" y="5538874"/>
            <a:ext cx="78710" cy="729"/>
          </a:xfrm>
          <a:custGeom>
            <a:avLst/>
            <a:gdLst/>
            <a:ahLst/>
            <a:cxnLst/>
            <a:rect l="0" t="0" r="0" b="0"/>
            <a:pathLst>
              <a:path w="102870" h="953">
                <a:moveTo>
                  <a:pt x="0" y="0"/>
                </a:moveTo>
                <a:lnTo>
                  <a:pt x="102870" y="0"/>
                </a:lnTo>
              </a:path>
            </a:pathLst>
          </a:custGeom>
          <a:noFill/>
          <a:ln w="8746">
            <a:solidFill>
              <a:srgbClr val="394D93"/>
            </a:solidFill>
            <a:prstDash val="solid"/>
          </a:ln>
        </p:spPr>
      </p:sp>
      <p:sp>
        <p:nvSpPr>
          <p:cNvPr id="307" name="p2_autogluon_path_153">
            <a:extLst>
              <a:ext uri="{FF2B5EF4-FFF2-40B4-BE49-F238E27FC236}">
                <a16:creationId xmlns:a16="http://schemas.microsoft.com/office/drawing/2014/main" id="{6FE4DD15-A02C-9676-7A8F-680E458619AF}"/>
              </a:ext>
            </a:extLst>
          </p:cNvPr>
          <p:cNvSpPr>
            <a:spLocks/>
          </p:cNvSpPr>
          <p:nvPr/>
        </p:nvSpPr>
        <p:spPr>
          <a:xfrm>
            <a:off x="1384718" y="5635075"/>
            <a:ext cx="91829" cy="729"/>
          </a:xfrm>
          <a:custGeom>
            <a:avLst/>
            <a:gdLst/>
            <a:ahLst/>
            <a:cxnLst/>
            <a:rect l="0" t="0" r="0" b="0"/>
            <a:pathLst>
              <a:path w="120015" h="953">
                <a:moveTo>
                  <a:pt x="0" y="0"/>
                </a:moveTo>
                <a:lnTo>
                  <a:pt x="120015" y="0"/>
                </a:lnTo>
              </a:path>
            </a:pathLst>
          </a:custGeom>
          <a:noFill/>
          <a:ln w="8746">
            <a:solidFill>
              <a:srgbClr val="394D93"/>
            </a:solidFill>
            <a:prstDash val="solid"/>
          </a:ln>
        </p:spPr>
      </p:sp>
      <p:sp>
        <p:nvSpPr>
          <p:cNvPr id="309" name="p2_autogluon_path_154">
            <a:extLst>
              <a:ext uri="{FF2B5EF4-FFF2-40B4-BE49-F238E27FC236}">
                <a16:creationId xmlns:a16="http://schemas.microsoft.com/office/drawing/2014/main" id="{3134DF71-0485-9B0E-1ECC-D20761125666}"/>
              </a:ext>
            </a:extLst>
          </p:cNvPr>
          <p:cNvSpPr>
            <a:spLocks/>
          </p:cNvSpPr>
          <p:nvPr/>
        </p:nvSpPr>
        <p:spPr>
          <a:xfrm>
            <a:off x="1476547" y="5635075"/>
            <a:ext cx="91829" cy="729"/>
          </a:xfrm>
          <a:custGeom>
            <a:avLst/>
            <a:gdLst/>
            <a:ahLst/>
            <a:cxnLst/>
            <a:rect l="0" t="0" r="0" b="0"/>
            <a:pathLst>
              <a:path w="120015" h="953">
                <a:moveTo>
                  <a:pt x="0" y="0"/>
                </a:moveTo>
                <a:lnTo>
                  <a:pt x="120015" y="0"/>
                </a:lnTo>
              </a:path>
            </a:pathLst>
          </a:custGeom>
          <a:noFill/>
          <a:ln w="8746">
            <a:solidFill>
              <a:srgbClr val="394D93"/>
            </a:solidFill>
            <a:prstDash val="solid"/>
          </a:ln>
        </p:spPr>
      </p:sp>
      <p:sp>
        <p:nvSpPr>
          <p:cNvPr id="311" name="p2_autogluon_path_155">
            <a:extLst>
              <a:ext uri="{FF2B5EF4-FFF2-40B4-BE49-F238E27FC236}">
                <a16:creationId xmlns:a16="http://schemas.microsoft.com/office/drawing/2014/main" id="{B9FA6F7D-62B7-8869-E51F-1431318EA3CC}"/>
              </a:ext>
            </a:extLst>
          </p:cNvPr>
          <p:cNvSpPr>
            <a:spLocks/>
          </p:cNvSpPr>
          <p:nvPr/>
        </p:nvSpPr>
        <p:spPr>
          <a:xfrm>
            <a:off x="1568376" y="5635075"/>
            <a:ext cx="78710" cy="729"/>
          </a:xfrm>
          <a:custGeom>
            <a:avLst/>
            <a:gdLst/>
            <a:ahLst/>
            <a:cxnLst/>
            <a:rect l="0" t="0" r="0" b="0"/>
            <a:pathLst>
              <a:path w="102870" h="953">
                <a:moveTo>
                  <a:pt x="0" y="0"/>
                </a:moveTo>
                <a:lnTo>
                  <a:pt x="102870" y="0"/>
                </a:lnTo>
              </a:path>
            </a:pathLst>
          </a:custGeom>
          <a:noFill/>
          <a:ln w="8746">
            <a:solidFill>
              <a:srgbClr val="394D93"/>
            </a:solidFill>
            <a:prstDash val="solid"/>
          </a:ln>
        </p:spPr>
      </p:sp>
      <p:sp>
        <p:nvSpPr>
          <p:cNvPr id="313" name="p2_autogluon_path_156">
            <a:extLst>
              <a:ext uri="{FF2B5EF4-FFF2-40B4-BE49-F238E27FC236}">
                <a16:creationId xmlns:a16="http://schemas.microsoft.com/office/drawing/2014/main" id="{BC70CD13-2684-0A39-1F99-2D974AAC5B1C}"/>
              </a:ext>
            </a:extLst>
          </p:cNvPr>
          <p:cNvSpPr>
            <a:spLocks/>
          </p:cNvSpPr>
          <p:nvPr/>
        </p:nvSpPr>
        <p:spPr>
          <a:xfrm>
            <a:off x="1384718" y="5538874"/>
            <a:ext cx="91829" cy="96201"/>
          </a:xfrm>
          <a:custGeom>
            <a:avLst/>
            <a:gdLst/>
            <a:ahLst/>
            <a:cxnLst/>
            <a:rect l="0" t="0" r="0" b="0"/>
            <a:pathLst>
              <a:path w="120015" h="125730">
                <a:moveTo>
                  <a:pt x="0" y="0"/>
                </a:moveTo>
                <a:lnTo>
                  <a:pt x="120015" y="125730"/>
                </a:lnTo>
              </a:path>
            </a:pathLst>
          </a:custGeom>
          <a:noFill/>
          <a:ln w="8746">
            <a:solidFill>
              <a:srgbClr val="394D93"/>
            </a:solidFill>
            <a:prstDash val="solid"/>
          </a:ln>
        </p:spPr>
      </p:sp>
      <p:sp>
        <p:nvSpPr>
          <p:cNvPr id="315" name="p2_autogluon_path_157">
            <a:extLst>
              <a:ext uri="{FF2B5EF4-FFF2-40B4-BE49-F238E27FC236}">
                <a16:creationId xmlns:a16="http://schemas.microsoft.com/office/drawing/2014/main" id="{3C427F2E-7545-3C3C-1BFE-CF88BDDFE5ED}"/>
              </a:ext>
            </a:extLst>
          </p:cNvPr>
          <p:cNvSpPr>
            <a:spLocks/>
          </p:cNvSpPr>
          <p:nvPr/>
        </p:nvSpPr>
        <p:spPr>
          <a:xfrm>
            <a:off x="1476547" y="5538874"/>
            <a:ext cx="91829" cy="96201"/>
          </a:xfrm>
          <a:custGeom>
            <a:avLst/>
            <a:gdLst/>
            <a:ahLst/>
            <a:cxnLst/>
            <a:rect l="0" t="0" r="0" b="0"/>
            <a:pathLst>
              <a:path w="120015" h="125730">
                <a:moveTo>
                  <a:pt x="0" y="0"/>
                </a:moveTo>
                <a:lnTo>
                  <a:pt x="120015" y="125730"/>
                </a:lnTo>
              </a:path>
            </a:pathLst>
          </a:custGeom>
          <a:noFill/>
          <a:ln w="8746">
            <a:solidFill>
              <a:srgbClr val="394D93"/>
            </a:solidFill>
            <a:prstDash val="solid"/>
          </a:ln>
        </p:spPr>
      </p:sp>
      <p:sp>
        <p:nvSpPr>
          <p:cNvPr id="317" name="p2_autogluon_path_158">
            <a:extLst>
              <a:ext uri="{FF2B5EF4-FFF2-40B4-BE49-F238E27FC236}">
                <a16:creationId xmlns:a16="http://schemas.microsoft.com/office/drawing/2014/main" id="{5389309F-6F43-B19D-682B-AD592DE06156}"/>
              </a:ext>
            </a:extLst>
          </p:cNvPr>
          <p:cNvSpPr>
            <a:spLocks/>
          </p:cNvSpPr>
          <p:nvPr/>
        </p:nvSpPr>
        <p:spPr>
          <a:xfrm>
            <a:off x="1568376" y="5538874"/>
            <a:ext cx="78710" cy="96201"/>
          </a:xfrm>
          <a:custGeom>
            <a:avLst/>
            <a:gdLst/>
            <a:ahLst/>
            <a:cxnLst/>
            <a:rect l="0" t="0" r="0" b="0"/>
            <a:pathLst>
              <a:path w="102870" h="125730">
                <a:moveTo>
                  <a:pt x="0" y="0"/>
                </a:moveTo>
                <a:lnTo>
                  <a:pt x="102870" y="125730"/>
                </a:lnTo>
              </a:path>
            </a:pathLst>
          </a:custGeom>
          <a:noFill/>
          <a:ln w="8746">
            <a:solidFill>
              <a:srgbClr val="394D93"/>
            </a:solidFill>
            <a:prstDash val="solid"/>
          </a:ln>
        </p:spPr>
      </p:sp>
      <p:sp>
        <p:nvSpPr>
          <p:cNvPr id="319" name="p2_autogluon_ellipse_159">
            <a:extLst>
              <a:ext uri="{FF2B5EF4-FFF2-40B4-BE49-F238E27FC236}">
                <a16:creationId xmlns:a16="http://schemas.microsoft.com/office/drawing/2014/main" id="{A5D05D4C-EBAC-57AC-1DE5-889C21F84FA0}"/>
              </a:ext>
            </a:extLst>
          </p:cNvPr>
          <p:cNvSpPr>
            <a:spLocks/>
          </p:cNvSpPr>
          <p:nvPr/>
        </p:nvSpPr>
        <p:spPr>
          <a:xfrm>
            <a:off x="1357024" y="5511179"/>
            <a:ext cx="55389" cy="55389"/>
          </a:xfrm>
          <a:prstGeom prst="ellipse">
            <a:avLst/>
          </a:prstGeom>
          <a:solidFill>
            <a:srgbClr val="FFFFFF"/>
          </a:solidFill>
          <a:ln w="8746">
            <a:solidFill>
              <a:srgbClr val="394D93"/>
            </a:solidFill>
            <a:prstDash val="solid"/>
          </a:ln>
        </p:spPr>
      </p:sp>
      <p:sp>
        <p:nvSpPr>
          <p:cNvPr id="321" name="p2_autogluon_ellipse_160">
            <a:extLst>
              <a:ext uri="{FF2B5EF4-FFF2-40B4-BE49-F238E27FC236}">
                <a16:creationId xmlns:a16="http://schemas.microsoft.com/office/drawing/2014/main" id="{DC7E08C1-DC51-FFC7-8D45-6E0625AC38F9}"/>
              </a:ext>
            </a:extLst>
          </p:cNvPr>
          <p:cNvSpPr>
            <a:spLocks/>
          </p:cNvSpPr>
          <p:nvPr/>
        </p:nvSpPr>
        <p:spPr>
          <a:xfrm>
            <a:off x="1448853" y="5511179"/>
            <a:ext cx="55389" cy="55389"/>
          </a:xfrm>
          <a:prstGeom prst="ellipse">
            <a:avLst/>
          </a:prstGeom>
          <a:solidFill>
            <a:srgbClr val="E1E7F7"/>
          </a:solidFill>
          <a:ln w="8746">
            <a:solidFill>
              <a:srgbClr val="394D93"/>
            </a:solidFill>
            <a:prstDash val="solid"/>
          </a:ln>
        </p:spPr>
      </p:sp>
      <p:sp>
        <p:nvSpPr>
          <p:cNvPr id="323" name="p2_autogluon_ellipse_161">
            <a:extLst>
              <a:ext uri="{FF2B5EF4-FFF2-40B4-BE49-F238E27FC236}">
                <a16:creationId xmlns:a16="http://schemas.microsoft.com/office/drawing/2014/main" id="{612DF484-246E-EC18-04BA-6D5BCC036D9B}"/>
              </a:ext>
            </a:extLst>
          </p:cNvPr>
          <p:cNvSpPr>
            <a:spLocks/>
          </p:cNvSpPr>
          <p:nvPr/>
        </p:nvSpPr>
        <p:spPr>
          <a:xfrm>
            <a:off x="1540681" y="5511179"/>
            <a:ext cx="55389" cy="55389"/>
          </a:xfrm>
          <a:prstGeom prst="ellipse">
            <a:avLst/>
          </a:prstGeom>
          <a:solidFill>
            <a:srgbClr val="FFFFFF"/>
          </a:solidFill>
          <a:ln w="8746">
            <a:solidFill>
              <a:srgbClr val="394D93"/>
            </a:solidFill>
            <a:prstDash val="solid"/>
          </a:ln>
        </p:spPr>
      </p:sp>
      <p:sp>
        <p:nvSpPr>
          <p:cNvPr id="325" name="p2_autogluon_ellipse_162">
            <a:extLst>
              <a:ext uri="{FF2B5EF4-FFF2-40B4-BE49-F238E27FC236}">
                <a16:creationId xmlns:a16="http://schemas.microsoft.com/office/drawing/2014/main" id="{6F72B704-8551-6BDC-855C-9231E1D1A8C6}"/>
              </a:ext>
            </a:extLst>
          </p:cNvPr>
          <p:cNvSpPr>
            <a:spLocks/>
          </p:cNvSpPr>
          <p:nvPr/>
        </p:nvSpPr>
        <p:spPr>
          <a:xfrm>
            <a:off x="1619392" y="5511179"/>
            <a:ext cx="55389" cy="55389"/>
          </a:xfrm>
          <a:prstGeom prst="ellipse">
            <a:avLst/>
          </a:prstGeom>
          <a:solidFill>
            <a:srgbClr val="E1E7F7"/>
          </a:solidFill>
          <a:ln w="8746">
            <a:solidFill>
              <a:srgbClr val="394D93"/>
            </a:solidFill>
            <a:prstDash val="solid"/>
          </a:ln>
        </p:spPr>
      </p:sp>
      <p:sp>
        <p:nvSpPr>
          <p:cNvPr id="327" name="p2_autogluon_ellipse_163">
            <a:extLst>
              <a:ext uri="{FF2B5EF4-FFF2-40B4-BE49-F238E27FC236}">
                <a16:creationId xmlns:a16="http://schemas.microsoft.com/office/drawing/2014/main" id="{1DAE0EEB-313F-8955-816E-ADACF0E50B93}"/>
              </a:ext>
            </a:extLst>
          </p:cNvPr>
          <p:cNvSpPr>
            <a:spLocks/>
          </p:cNvSpPr>
          <p:nvPr/>
        </p:nvSpPr>
        <p:spPr>
          <a:xfrm>
            <a:off x="1357024" y="5607381"/>
            <a:ext cx="55389" cy="55389"/>
          </a:xfrm>
          <a:prstGeom prst="ellipse">
            <a:avLst/>
          </a:prstGeom>
          <a:solidFill>
            <a:srgbClr val="FFFFFF"/>
          </a:solidFill>
          <a:ln w="8746">
            <a:solidFill>
              <a:srgbClr val="394D93"/>
            </a:solidFill>
            <a:prstDash val="solid"/>
          </a:ln>
        </p:spPr>
      </p:sp>
      <p:sp>
        <p:nvSpPr>
          <p:cNvPr id="329" name="p2_autogluon_ellipse_164">
            <a:extLst>
              <a:ext uri="{FF2B5EF4-FFF2-40B4-BE49-F238E27FC236}">
                <a16:creationId xmlns:a16="http://schemas.microsoft.com/office/drawing/2014/main" id="{D331BBA6-7624-E239-0676-811B3973723E}"/>
              </a:ext>
            </a:extLst>
          </p:cNvPr>
          <p:cNvSpPr>
            <a:spLocks/>
          </p:cNvSpPr>
          <p:nvPr/>
        </p:nvSpPr>
        <p:spPr>
          <a:xfrm>
            <a:off x="1448853" y="5607381"/>
            <a:ext cx="55389" cy="55389"/>
          </a:xfrm>
          <a:prstGeom prst="ellipse">
            <a:avLst/>
          </a:prstGeom>
          <a:solidFill>
            <a:srgbClr val="E1E7F7"/>
          </a:solidFill>
          <a:ln w="8746">
            <a:solidFill>
              <a:srgbClr val="394D93"/>
            </a:solidFill>
            <a:prstDash val="solid"/>
          </a:ln>
        </p:spPr>
      </p:sp>
      <p:sp>
        <p:nvSpPr>
          <p:cNvPr id="331" name="p2_autogluon_ellipse_165">
            <a:extLst>
              <a:ext uri="{FF2B5EF4-FFF2-40B4-BE49-F238E27FC236}">
                <a16:creationId xmlns:a16="http://schemas.microsoft.com/office/drawing/2014/main" id="{DE96DB3B-BE61-9517-67E6-68D7B7AA8B92}"/>
              </a:ext>
            </a:extLst>
          </p:cNvPr>
          <p:cNvSpPr>
            <a:spLocks/>
          </p:cNvSpPr>
          <p:nvPr/>
        </p:nvSpPr>
        <p:spPr>
          <a:xfrm>
            <a:off x="1540681" y="5607381"/>
            <a:ext cx="55389" cy="55389"/>
          </a:xfrm>
          <a:prstGeom prst="ellipse">
            <a:avLst/>
          </a:prstGeom>
          <a:solidFill>
            <a:srgbClr val="FFFFFF"/>
          </a:solidFill>
          <a:ln w="8746">
            <a:solidFill>
              <a:srgbClr val="394D93"/>
            </a:solidFill>
            <a:prstDash val="solid"/>
          </a:ln>
        </p:spPr>
      </p:sp>
      <p:sp>
        <p:nvSpPr>
          <p:cNvPr id="333" name="p2_autogluon_ellipse_166">
            <a:extLst>
              <a:ext uri="{FF2B5EF4-FFF2-40B4-BE49-F238E27FC236}">
                <a16:creationId xmlns:a16="http://schemas.microsoft.com/office/drawing/2014/main" id="{F92CAC4D-282D-CD80-84EB-80BFDDACA819}"/>
              </a:ext>
            </a:extLst>
          </p:cNvPr>
          <p:cNvSpPr>
            <a:spLocks/>
          </p:cNvSpPr>
          <p:nvPr/>
        </p:nvSpPr>
        <p:spPr>
          <a:xfrm>
            <a:off x="1619392" y="5607381"/>
            <a:ext cx="55389" cy="55389"/>
          </a:xfrm>
          <a:prstGeom prst="ellipse">
            <a:avLst/>
          </a:prstGeom>
          <a:solidFill>
            <a:srgbClr val="E1E7F7"/>
          </a:solidFill>
          <a:ln w="8746">
            <a:solidFill>
              <a:srgbClr val="394D93"/>
            </a:solidFill>
            <a:prstDash val="solid"/>
          </a:ln>
        </p:spPr>
      </p:sp>
      <p:sp>
        <p:nvSpPr>
          <p:cNvPr id="335" name="p2_autogluon_rect_167">
            <a:extLst>
              <a:ext uri="{FF2B5EF4-FFF2-40B4-BE49-F238E27FC236}">
                <a16:creationId xmlns:a16="http://schemas.microsoft.com/office/drawing/2014/main" id="{8D8F19CD-6843-FD5B-80E1-3E27F4B56D76}"/>
              </a:ext>
            </a:extLst>
          </p:cNvPr>
          <p:cNvSpPr>
            <a:spLocks/>
          </p:cNvSpPr>
          <p:nvPr/>
        </p:nvSpPr>
        <p:spPr>
          <a:xfrm>
            <a:off x="2616389" y="4584147"/>
            <a:ext cx="867271" cy="1297262"/>
          </a:xfrm>
          <a:prstGeom prst="roundRect">
            <a:avLst>
              <a:gd name="adj" fmla="val 5042"/>
            </a:avLst>
          </a:prstGeom>
          <a:solidFill>
            <a:srgbClr val="FFFFFF"/>
          </a:solidFill>
          <a:ln w="7288">
            <a:solidFill>
              <a:srgbClr val="C3CEE7"/>
            </a:solidFill>
            <a:prstDash val="solid"/>
          </a:ln>
        </p:spPr>
      </p:sp>
      <p:sp>
        <p:nvSpPr>
          <p:cNvPr id="337" name="p2_autogluon_rect_168">
            <a:extLst>
              <a:ext uri="{FF2B5EF4-FFF2-40B4-BE49-F238E27FC236}">
                <a16:creationId xmlns:a16="http://schemas.microsoft.com/office/drawing/2014/main" id="{9A289A9D-EA94-8F50-C79A-2CAFBED9595C}"/>
              </a:ext>
            </a:extLst>
          </p:cNvPr>
          <p:cNvSpPr>
            <a:spLocks/>
          </p:cNvSpPr>
          <p:nvPr/>
        </p:nvSpPr>
        <p:spPr>
          <a:xfrm>
            <a:off x="2703845" y="5203626"/>
            <a:ext cx="357112" cy="102032"/>
          </a:xfrm>
          <a:prstGeom prst="rect">
            <a:avLst/>
          </a:prstGeom>
          <a:solidFill>
            <a:srgbClr val="A8BDD9"/>
          </a:solidFill>
          <a:ln w="0">
            <a:noFill/>
            <a:prstDash val="solid"/>
          </a:ln>
        </p:spPr>
      </p:sp>
      <p:sp>
        <p:nvSpPr>
          <p:cNvPr id="339" name="p2_autogluon_rect_169">
            <a:extLst>
              <a:ext uri="{FF2B5EF4-FFF2-40B4-BE49-F238E27FC236}">
                <a16:creationId xmlns:a16="http://schemas.microsoft.com/office/drawing/2014/main" id="{ECB23349-A1B4-9D07-9677-F586E4724194}"/>
              </a:ext>
            </a:extLst>
          </p:cNvPr>
          <p:cNvSpPr>
            <a:spLocks/>
          </p:cNvSpPr>
          <p:nvPr/>
        </p:nvSpPr>
        <p:spPr>
          <a:xfrm>
            <a:off x="3060956" y="5203626"/>
            <a:ext cx="131184" cy="102032"/>
          </a:xfrm>
          <a:prstGeom prst="rect">
            <a:avLst/>
          </a:prstGeom>
          <a:solidFill>
            <a:srgbClr val="D5DFEF"/>
          </a:solidFill>
          <a:ln w="0">
            <a:noFill/>
            <a:prstDash val="solid"/>
          </a:ln>
        </p:spPr>
      </p:sp>
      <p:sp>
        <p:nvSpPr>
          <p:cNvPr id="341" name="p2_autogluon_rect_170">
            <a:extLst>
              <a:ext uri="{FF2B5EF4-FFF2-40B4-BE49-F238E27FC236}">
                <a16:creationId xmlns:a16="http://schemas.microsoft.com/office/drawing/2014/main" id="{B9FCCEBE-098F-5316-544A-5F4E651295F9}"/>
              </a:ext>
            </a:extLst>
          </p:cNvPr>
          <p:cNvSpPr>
            <a:spLocks/>
          </p:cNvSpPr>
          <p:nvPr/>
        </p:nvSpPr>
        <p:spPr>
          <a:xfrm>
            <a:off x="2703845" y="5385826"/>
            <a:ext cx="429991" cy="102032"/>
          </a:xfrm>
          <a:prstGeom prst="rect">
            <a:avLst/>
          </a:prstGeom>
          <a:solidFill>
            <a:srgbClr val="A8BDD9"/>
          </a:solidFill>
          <a:ln w="0">
            <a:noFill/>
            <a:prstDash val="solid"/>
          </a:ln>
        </p:spPr>
      </p:sp>
      <p:sp>
        <p:nvSpPr>
          <p:cNvPr id="343" name="p2_autogluon_rect_171">
            <a:extLst>
              <a:ext uri="{FF2B5EF4-FFF2-40B4-BE49-F238E27FC236}">
                <a16:creationId xmlns:a16="http://schemas.microsoft.com/office/drawing/2014/main" id="{5D688CF4-D1F9-9091-D77A-ACB907CA2F79}"/>
              </a:ext>
            </a:extLst>
          </p:cNvPr>
          <p:cNvSpPr>
            <a:spLocks/>
          </p:cNvSpPr>
          <p:nvPr/>
        </p:nvSpPr>
        <p:spPr>
          <a:xfrm>
            <a:off x="3133836" y="5385826"/>
            <a:ext cx="131184" cy="102032"/>
          </a:xfrm>
          <a:prstGeom prst="rect">
            <a:avLst/>
          </a:prstGeom>
          <a:solidFill>
            <a:srgbClr val="D5DFEF"/>
          </a:solidFill>
          <a:ln w="0">
            <a:noFill/>
            <a:prstDash val="solid"/>
          </a:ln>
        </p:spPr>
      </p:sp>
      <p:sp>
        <p:nvSpPr>
          <p:cNvPr id="345" name="p2_autogluon_rect_172">
            <a:extLst>
              <a:ext uri="{FF2B5EF4-FFF2-40B4-BE49-F238E27FC236}">
                <a16:creationId xmlns:a16="http://schemas.microsoft.com/office/drawing/2014/main" id="{3FE90AD8-1A8A-B568-C32C-C68CFF7813E9}"/>
              </a:ext>
            </a:extLst>
          </p:cNvPr>
          <p:cNvSpPr>
            <a:spLocks/>
          </p:cNvSpPr>
          <p:nvPr/>
        </p:nvSpPr>
        <p:spPr>
          <a:xfrm>
            <a:off x="2703845" y="5568026"/>
            <a:ext cx="502871" cy="102032"/>
          </a:xfrm>
          <a:prstGeom prst="rect">
            <a:avLst/>
          </a:prstGeom>
          <a:solidFill>
            <a:srgbClr val="A8BDD9"/>
          </a:solidFill>
          <a:ln w="0">
            <a:noFill/>
            <a:prstDash val="solid"/>
          </a:ln>
        </p:spPr>
      </p:sp>
      <p:sp>
        <p:nvSpPr>
          <p:cNvPr id="347" name="p2_autogluon_rect_173">
            <a:extLst>
              <a:ext uri="{FF2B5EF4-FFF2-40B4-BE49-F238E27FC236}">
                <a16:creationId xmlns:a16="http://schemas.microsoft.com/office/drawing/2014/main" id="{1C83AEBE-8063-8D47-023B-9356297FC257}"/>
              </a:ext>
            </a:extLst>
          </p:cNvPr>
          <p:cNvSpPr>
            <a:spLocks/>
          </p:cNvSpPr>
          <p:nvPr/>
        </p:nvSpPr>
        <p:spPr>
          <a:xfrm>
            <a:off x="3206716" y="5568026"/>
            <a:ext cx="131184" cy="102032"/>
          </a:xfrm>
          <a:prstGeom prst="rect">
            <a:avLst/>
          </a:prstGeom>
          <a:solidFill>
            <a:srgbClr val="D5DFEF"/>
          </a:solidFill>
          <a:ln w="0">
            <a:noFill/>
            <a:prstDash val="solid"/>
          </a:ln>
        </p:spPr>
      </p:sp>
      <p:sp>
        <p:nvSpPr>
          <p:cNvPr id="349" name="p2_autogluon_rect_174">
            <a:extLst>
              <a:ext uri="{FF2B5EF4-FFF2-40B4-BE49-F238E27FC236}">
                <a16:creationId xmlns:a16="http://schemas.microsoft.com/office/drawing/2014/main" id="{1CD9F1E9-F086-5FFE-C88B-9072F89F01BC}"/>
              </a:ext>
            </a:extLst>
          </p:cNvPr>
          <p:cNvSpPr>
            <a:spLocks/>
          </p:cNvSpPr>
          <p:nvPr/>
        </p:nvSpPr>
        <p:spPr>
          <a:xfrm>
            <a:off x="3622132" y="4584147"/>
            <a:ext cx="553887" cy="1297262"/>
          </a:xfrm>
          <a:prstGeom prst="roundRect">
            <a:avLst>
              <a:gd name="adj" fmla="val 7895"/>
            </a:avLst>
          </a:prstGeom>
          <a:solidFill>
            <a:srgbClr val="FFFFFF"/>
          </a:solidFill>
          <a:ln w="7288">
            <a:solidFill>
              <a:srgbClr val="C3CEE7"/>
            </a:solidFill>
            <a:prstDash val="solid"/>
          </a:ln>
        </p:spPr>
      </p:sp>
      <p:sp>
        <p:nvSpPr>
          <p:cNvPr id="351" name="p2_autogluon_ellipse_175">
            <a:extLst>
              <a:ext uri="{FF2B5EF4-FFF2-40B4-BE49-F238E27FC236}">
                <a16:creationId xmlns:a16="http://schemas.microsoft.com/office/drawing/2014/main" id="{EDFA6C3A-668C-1C14-F9E3-7B68A3C08316}"/>
              </a:ext>
            </a:extLst>
          </p:cNvPr>
          <p:cNvSpPr>
            <a:spLocks/>
          </p:cNvSpPr>
          <p:nvPr/>
        </p:nvSpPr>
        <p:spPr>
          <a:xfrm>
            <a:off x="3687724" y="5036002"/>
            <a:ext cx="65592" cy="65592"/>
          </a:xfrm>
          <a:prstGeom prst="ellipse">
            <a:avLst/>
          </a:prstGeom>
          <a:gradFill>
            <a:gsLst>
              <a:gs pos="0">
                <a:srgbClr val="E5EAF8"/>
              </a:gs>
              <a:gs pos="100000">
                <a:srgbClr val="C4CEEB"/>
              </a:gs>
            </a:gsLst>
            <a:lin ang="5400000"/>
          </a:gradFill>
          <a:ln w="7288">
            <a:solidFill>
              <a:srgbClr val="394D93"/>
            </a:solidFill>
            <a:prstDash val="solid"/>
          </a:ln>
        </p:spPr>
      </p:sp>
      <p:sp>
        <p:nvSpPr>
          <p:cNvPr id="353" name="p2_autogluon_path_176">
            <a:extLst>
              <a:ext uri="{FF2B5EF4-FFF2-40B4-BE49-F238E27FC236}">
                <a16:creationId xmlns:a16="http://schemas.microsoft.com/office/drawing/2014/main" id="{C2B66FD5-E6A3-86A2-20F0-A4FD0A1A20F7}"/>
              </a:ext>
            </a:extLst>
          </p:cNvPr>
          <p:cNvSpPr>
            <a:spLocks/>
          </p:cNvSpPr>
          <p:nvPr/>
        </p:nvSpPr>
        <p:spPr>
          <a:xfrm>
            <a:off x="3753316" y="5065154"/>
            <a:ext cx="204064" cy="247792"/>
          </a:xfrm>
          <a:custGeom>
            <a:avLst/>
            <a:gdLst/>
            <a:ahLst/>
            <a:cxnLst/>
            <a:rect l="0" t="0" r="0" b="0"/>
            <a:pathLst>
              <a:path w="266700" h="323850">
                <a:moveTo>
                  <a:pt x="0" y="0"/>
                </a:moveTo>
                <a:lnTo>
                  <a:pt x="266700" y="323850"/>
                </a:lnTo>
              </a:path>
            </a:pathLst>
          </a:custGeom>
          <a:noFill/>
          <a:ln w="8017">
            <a:solidFill>
              <a:srgbClr val="394D93"/>
            </a:solidFill>
            <a:prstDash val="solid"/>
          </a:ln>
        </p:spPr>
      </p:sp>
      <p:sp>
        <p:nvSpPr>
          <p:cNvPr id="355" name="p2_autogluon_ellipse_177">
            <a:extLst>
              <a:ext uri="{FF2B5EF4-FFF2-40B4-BE49-F238E27FC236}">
                <a16:creationId xmlns:a16="http://schemas.microsoft.com/office/drawing/2014/main" id="{44773B7F-14C3-6E29-AC04-5AA91C275FEC}"/>
              </a:ext>
            </a:extLst>
          </p:cNvPr>
          <p:cNvSpPr>
            <a:spLocks/>
          </p:cNvSpPr>
          <p:nvPr/>
        </p:nvSpPr>
        <p:spPr>
          <a:xfrm>
            <a:off x="3687724" y="5276506"/>
            <a:ext cx="65592" cy="65592"/>
          </a:xfrm>
          <a:prstGeom prst="ellipse">
            <a:avLst/>
          </a:prstGeom>
          <a:gradFill>
            <a:gsLst>
              <a:gs pos="0">
                <a:srgbClr val="E5EAF8"/>
              </a:gs>
              <a:gs pos="100000">
                <a:srgbClr val="C4CEEB"/>
              </a:gs>
            </a:gsLst>
            <a:lin ang="5400000"/>
          </a:gradFill>
          <a:ln w="7288">
            <a:solidFill>
              <a:srgbClr val="394D93"/>
            </a:solidFill>
            <a:prstDash val="solid"/>
          </a:ln>
        </p:spPr>
      </p:sp>
      <p:sp>
        <p:nvSpPr>
          <p:cNvPr id="357" name="p2_autogluon_path_178">
            <a:extLst>
              <a:ext uri="{FF2B5EF4-FFF2-40B4-BE49-F238E27FC236}">
                <a16:creationId xmlns:a16="http://schemas.microsoft.com/office/drawing/2014/main" id="{697AFEB1-2AEA-CFDB-BC2F-CBD033BBD697}"/>
              </a:ext>
            </a:extLst>
          </p:cNvPr>
          <p:cNvSpPr>
            <a:spLocks/>
          </p:cNvSpPr>
          <p:nvPr/>
        </p:nvSpPr>
        <p:spPr>
          <a:xfrm>
            <a:off x="3753316" y="5305658"/>
            <a:ext cx="204064" cy="7288"/>
          </a:xfrm>
          <a:custGeom>
            <a:avLst/>
            <a:gdLst/>
            <a:ahLst/>
            <a:cxnLst/>
            <a:rect l="0" t="0" r="0" b="0"/>
            <a:pathLst>
              <a:path w="266700" h="9525">
                <a:moveTo>
                  <a:pt x="0" y="0"/>
                </a:moveTo>
                <a:lnTo>
                  <a:pt x="266700" y="9525"/>
                </a:lnTo>
              </a:path>
            </a:pathLst>
          </a:custGeom>
          <a:noFill/>
          <a:ln w="8017">
            <a:solidFill>
              <a:srgbClr val="394D93"/>
            </a:solidFill>
            <a:prstDash val="solid"/>
          </a:ln>
        </p:spPr>
      </p:sp>
      <p:sp>
        <p:nvSpPr>
          <p:cNvPr id="359" name="p2_autogluon_ellipse_179">
            <a:extLst>
              <a:ext uri="{FF2B5EF4-FFF2-40B4-BE49-F238E27FC236}">
                <a16:creationId xmlns:a16="http://schemas.microsoft.com/office/drawing/2014/main" id="{CCAF05CD-8DD2-67B8-AC73-0D3321EA8401}"/>
              </a:ext>
            </a:extLst>
          </p:cNvPr>
          <p:cNvSpPr>
            <a:spLocks/>
          </p:cNvSpPr>
          <p:nvPr/>
        </p:nvSpPr>
        <p:spPr>
          <a:xfrm>
            <a:off x="3687724" y="5517010"/>
            <a:ext cx="65592" cy="65592"/>
          </a:xfrm>
          <a:prstGeom prst="ellipse">
            <a:avLst/>
          </a:prstGeom>
          <a:gradFill>
            <a:gsLst>
              <a:gs pos="0">
                <a:srgbClr val="E5EAF8"/>
              </a:gs>
              <a:gs pos="100000">
                <a:srgbClr val="C4CEEB"/>
              </a:gs>
            </a:gsLst>
            <a:lin ang="5400000"/>
          </a:gradFill>
          <a:ln w="7288">
            <a:solidFill>
              <a:srgbClr val="394D93"/>
            </a:solidFill>
            <a:prstDash val="solid"/>
          </a:ln>
        </p:spPr>
      </p:sp>
      <p:sp>
        <p:nvSpPr>
          <p:cNvPr id="361" name="p2_autogluon_path_180">
            <a:extLst>
              <a:ext uri="{FF2B5EF4-FFF2-40B4-BE49-F238E27FC236}">
                <a16:creationId xmlns:a16="http://schemas.microsoft.com/office/drawing/2014/main" id="{AEC03613-E742-34F5-CE8B-75FA58A4770B}"/>
              </a:ext>
            </a:extLst>
          </p:cNvPr>
          <p:cNvSpPr>
            <a:spLocks/>
          </p:cNvSpPr>
          <p:nvPr/>
        </p:nvSpPr>
        <p:spPr>
          <a:xfrm>
            <a:off x="3753316" y="5312946"/>
            <a:ext cx="204064" cy="233216"/>
          </a:xfrm>
          <a:custGeom>
            <a:avLst/>
            <a:gdLst/>
            <a:ahLst/>
            <a:cxnLst/>
            <a:rect l="0" t="0" r="0" b="0"/>
            <a:pathLst>
              <a:path w="266700" h="304800">
                <a:moveTo>
                  <a:pt x="0" y="304800"/>
                </a:moveTo>
                <a:lnTo>
                  <a:pt x="266700" y="0"/>
                </a:lnTo>
              </a:path>
            </a:pathLst>
          </a:custGeom>
          <a:noFill/>
          <a:ln w="8017">
            <a:solidFill>
              <a:srgbClr val="394D93"/>
            </a:solidFill>
            <a:prstDash val="solid"/>
          </a:ln>
        </p:spPr>
      </p:sp>
      <p:sp>
        <p:nvSpPr>
          <p:cNvPr id="363" name="p2_autogluon_ellipse_181">
            <a:extLst>
              <a:ext uri="{FF2B5EF4-FFF2-40B4-BE49-F238E27FC236}">
                <a16:creationId xmlns:a16="http://schemas.microsoft.com/office/drawing/2014/main" id="{F45A8E31-E5E0-44B0-AA94-9417B9C233F1}"/>
              </a:ext>
            </a:extLst>
          </p:cNvPr>
          <p:cNvSpPr>
            <a:spLocks/>
          </p:cNvSpPr>
          <p:nvPr/>
        </p:nvSpPr>
        <p:spPr>
          <a:xfrm>
            <a:off x="3906363" y="5232778"/>
            <a:ext cx="153048" cy="153048"/>
          </a:xfrm>
          <a:prstGeom prst="ellipse">
            <a:avLst/>
          </a:prstGeom>
          <a:solidFill>
            <a:srgbClr val="FFFFFF"/>
          </a:solidFill>
          <a:ln w="10203">
            <a:solidFill>
              <a:srgbClr val="394D93"/>
            </a:solidFill>
            <a:prstDash val="solid"/>
          </a:ln>
        </p:spPr>
      </p:sp>
      <p:sp>
        <p:nvSpPr>
          <p:cNvPr id="365" name="p2_autogluon_rect_182">
            <a:extLst>
              <a:ext uri="{FF2B5EF4-FFF2-40B4-BE49-F238E27FC236}">
                <a16:creationId xmlns:a16="http://schemas.microsoft.com/office/drawing/2014/main" id="{39C0F274-DD66-B4A3-43E3-DA897CE146CE}"/>
              </a:ext>
            </a:extLst>
          </p:cNvPr>
          <p:cNvSpPr>
            <a:spLocks/>
          </p:cNvSpPr>
          <p:nvPr/>
        </p:nvSpPr>
        <p:spPr>
          <a:xfrm>
            <a:off x="4314491" y="4584147"/>
            <a:ext cx="852695" cy="1297262"/>
          </a:xfrm>
          <a:prstGeom prst="roundRect">
            <a:avLst>
              <a:gd name="adj" fmla="val 5128"/>
            </a:avLst>
          </a:prstGeom>
          <a:solidFill>
            <a:srgbClr val="FFFFFF"/>
          </a:solidFill>
          <a:ln w="7288">
            <a:solidFill>
              <a:srgbClr val="C3CEE7"/>
            </a:solidFill>
            <a:prstDash val="solid"/>
          </a:ln>
        </p:spPr>
      </p:sp>
      <p:sp>
        <p:nvSpPr>
          <p:cNvPr id="367" name="p2_autogluon_path_183">
            <a:extLst>
              <a:ext uri="{FF2B5EF4-FFF2-40B4-BE49-F238E27FC236}">
                <a16:creationId xmlns:a16="http://schemas.microsoft.com/office/drawing/2014/main" id="{D846B514-6A13-D768-06F5-4CF82B8DECEC}"/>
              </a:ext>
            </a:extLst>
          </p:cNvPr>
          <p:cNvSpPr>
            <a:spLocks/>
          </p:cNvSpPr>
          <p:nvPr/>
        </p:nvSpPr>
        <p:spPr>
          <a:xfrm>
            <a:off x="4401947" y="5106570"/>
            <a:ext cx="670495" cy="131726"/>
          </a:xfrm>
          <a:custGeom>
            <a:avLst/>
            <a:gdLst/>
            <a:ahLst/>
            <a:cxnLst/>
            <a:rect l="0" t="0" r="0" b="0"/>
            <a:pathLst>
              <a:path w="876300" h="172159">
                <a:moveTo>
                  <a:pt x="0" y="82251"/>
                </a:moveTo>
                <a:lnTo>
                  <a:pt x="8852" y="104440"/>
                </a:lnTo>
                <a:lnTo>
                  <a:pt x="17703" y="131027"/>
                </a:lnTo>
                <a:lnTo>
                  <a:pt x="26555" y="146797"/>
                </a:lnTo>
                <a:lnTo>
                  <a:pt x="35406" y="152360"/>
                </a:lnTo>
                <a:lnTo>
                  <a:pt x="44258" y="150653"/>
                </a:lnTo>
                <a:lnTo>
                  <a:pt x="53109" y="140187"/>
                </a:lnTo>
                <a:lnTo>
                  <a:pt x="61961" y="141291"/>
                </a:lnTo>
                <a:lnTo>
                  <a:pt x="70812" y="129593"/>
                </a:lnTo>
                <a:lnTo>
                  <a:pt x="79664" y="117308"/>
                </a:lnTo>
                <a:lnTo>
                  <a:pt x="88515" y="111807"/>
                </a:lnTo>
                <a:lnTo>
                  <a:pt x="97367" y="115881"/>
                </a:lnTo>
                <a:lnTo>
                  <a:pt x="106218" y="122127"/>
                </a:lnTo>
                <a:lnTo>
                  <a:pt x="115070" y="120999"/>
                </a:lnTo>
                <a:lnTo>
                  <a:pt x="123921" y="125302"/>
                </a:lnTo>
                <a:lnTo>
                  <a:pt x="132773" y="128166"/>
                </a:lnTo>
                <a:lnTo>
                  <a:pt x="141624" y="126510"/>
                </a:lnTo>
                <a:lnTo>
                  <a:pt x="150476" y="118676"/>
                </a:lnTo>
                <a:lnTo>
                  <a:pt x="159327" y="104225"/>
                </a:lnTo>
                <a:lnTo>
                  <a:pt x="168179" y="72454"/>
                </a:lnTo>
                <a:lnTo>
                  <a:pt x="177030" y="57598"/>
                </a:lnTo>
                <a:lnTo>
                  <a:pt x="185882" y="35474"/>
                </a:lnTo>
                <a:lnTo>
                  <a:pt x="194733" y="22359"/>
                </a:lnTo>
                <a:lnTo>
                  <a:pt x="203585" y="8526"/>
                </a:lnTo>
                <a:lnTo>
                  <a:pt x="212436" y="8889"/>
                </a:lnTo>
                <a:lnTo>
                  <a:pt x="221288" y="9409"/>
                </a:lnTo>
                <a:lnTo>
                  <a:pt x="230139" y="17226"/>
                </a:lnTo>
                <a:lnTo>
                  <a:pt x="238991" y="31195"/>
                </a:lnTo>
                <a:lnTo>
                  <a:pt x="247842" y="48123"/>
                </a:lnTo>
                <a:lnTo>
                  <a:pt x="256694" y="66568"/>
                </a:lnTo>
                <a:lnTo>
                  <a:pt x="265545" y="65605"/>
                </a:lnTo>
                <a:lnTo>
                  <a:pt x="274397" y="79288"/>
                </a:lnTo>
                <a:lnTo>
                  <a:pt x="283248" y="69188"/>
                </a:lnTo>
                <a:lnTo>
                  <a:pt x="292100" y="73699"/>
                </a:lnTo>
                <a:lnTo>
                  <a:pt x="300952" y="70461"/>
                </a:lnTo>
                <a:lnTo>
                  <a:pt x="309803" y="64117"/>
                </a:lnTo>
                <a:lnTo>
                  <a:pt x="318655" y="67530"/>
                </a:lnTo>
                <a:lnTo>
                  <a:pt x="327506" y="83600"/>
                </a:lnTo>
                <a:lnTo>
                  <a:pt x="336358" y="102158"/>
                </a:lnTo>
                <a:lnTo>
                  <a:pt x="345209" y="115162"/>
                </a:lnTo>
                <a:lnTo>
                  <a:pt x="354061" y="139571"/>
                </a:lnTo>
                <a:lnTo>
                  <a:pt x="362912" y="155152"/>
                </a:lnTo>
                <a:lnTo>
                  <a:pt x="371764" y="166209"/>
                </a:lnTo>
                <a:lnTo>
                  <a:pt x="380615" y="172159"/>
                </a:lnTo>
                <a:lnTo>
                  <a:pt x="389467" y="165968"/>
                </a:lnTo>
                <a:lnTo>
                  <a:pt x="398318" y="151812"/>
                </a:lnTo>
                <a:lnTo>
                  <a:pt x="407170" y="143688"/>
                </a:lnTo>
                <a:lnTo>
                  <a:pt x="416021" y="117275"/>
                </a:lnTo>
                <a:lnTo>
                  <a:pt x="424873" y="106873"/>
                </a:lnTo>
                <a:lnTo>
                  <a:pt x="433724" y="91913"/>
                </a:lnTo>
                <a:lnTo>
                  <a:pt x="442576" y="74755"/>
                </a:lnTo>
                <a:lnTo>
                  <a:pt x="451427" y="74373"/>
                </a:lnTo>
                <a:lnTo>
                  <a:pt x="460279" y="71943"/>
                </a:lnTo>
                <a:lnTo>
                  <a:pt x="469130" y="73479"/>
                </a:lnTo>
                <a:lnTo>
                  <a:pt x="477982" y="75217"/>
                </a:lnTo>
                <a:lnTo>
                  <a:pt x="486833" y="79878"/>
                </a:lnTo>
                <a:lnTo>
                  <a:pt x="495685" y="70400"/>
                </a:lnTo>
                <a:lnTo>
                  <a:pt x="504536" y="64868"/>
                </a:lnTo>
                <a:lnTo>
                  <a:pt x="513388" y="55506"/>
                </a:lnTo>
                <a:lnTo>
                  <a:pt x="522239" y="32141"/>
                </a:lnTo>
                <a:lnTo>
                  <a:pt x="531091" y="26360"/>
                </a:lnTo>
                <a:lnTo>
                  <a:pt x="539942" y="13080"/>
                </a:lnTo>
                <a:lnTo>
                  <a:pt x="548794" y="0"/>
                </a:lnTo>
                <a:lnTo>
                  <a:pt x="557645" y="5127"/>
                </a:lnTo>
                <a:lnTo>
                  <a:pt x="566497" y="19699"/>
                </a:lnTo>
                <a:lnTo>
                  <a:pt x="575348" y="29447"/>
                </a:lnTo>
                <a:lnTo>
                  <a:pt x="584200" y="52453"/>
                </a:lnTo>
                <a:lnTo>
                  <a:pt x="593052" y="69683"/>
                </a:lnTo>
                <a:lnTo>
                  <a:pt x="601903" y="100364"/>
                </a:lnTo>
                <a:lnTo>
                  <a:pt x="610755" y="112024"/>
                </a:lnTo>
                <a:lnTo>
                  <a:pt x="619606" y="119637"/>
                </a:lnTo>
                <a:lnTo>
                  <a:pt x="628458" y="123671"/>
                </a:lnTo>
                <a:lnTo>
                  <a:pt x="637309" y="125532"/>
                </a:lnTo>
                <a:lnTo>
                  <a:pt x="646161" y="121294"/>
                </a:lnTo>
                <a:lnTo>
                  <a:pt x="655012" y="120882"/>
                </a:lnTo>
                <a:lnTo>
                  <a:pt x="663864" y="106697"/>
                </a:lnTo>
                <a:lnTo>
                  <a:pt x="672715" y="117031"/>
                </a:lnTo>
                <a:lnTo>
                  <a:pt x="681567" y="119640"/>
                </a:lnTo>
                <a:lnTo>
                  <a:pt x="690418" y="121871"/>
                </a:lnTo>
                <a:lnTo>
                  <a:pt x="699270" y="135417"/>
                </a:lnTo>
                <a:lnTo>
                  <a:pt x="708121" y="143154"/>
                </a:lnTo>
                <a:lnTo>
                  <a:pt x="716973" y="146476"/>
                </a:lnTo>
                <a:lnTo>
                  <a:pt x="725824" y="151929"/>
                </a:lnTo>
                <a:lnTo>
                  <a:pt x="734676" y="146621"/>
                </a:lnTo>
                <a:lnTo>
                  <a:pt x="743527" y="132286"/>
                </a:lnTo>
                <a:lnTo>
                  <a:pt x="752379" y="115617"/>
                </a:lnTo>
                <a:lnTo>
                  <a:pt x="761230" y="90062"/>
                </a:lnTo>
                <a:lnTo>
                  <a:pt x="770082" y="62726"/>
                </a:lnTo>
                <a:lnTo>
                  <a:pt x="778933" y="47572"/>
                </a:lnTo>
                <a:lnTo>
                  <a:pt x="787785" y="28494"/>
                </a:lnTo>
                <a:lnTo>
                  <a:pt x="796636" y="26257"/>
                </a:lnTo>
                <a:lnTo>
                  <a:pt x="805488" y="20635"/>
                </a:lnTo>
                <a:lnTo>
                  <a:pt x="814339" y="30166"/>
                </a:lnTo>
                <a:lnTo>
                  <a:pt x="823191" y="30950"/>
                </a:lnTo>
                <a:lnTo>
                  <a:pt x="832042" y="45318"/>
                </a:lnTo>
                <a:lnTo>
                  <a:pt x="840894" y="50390"/>
                </a:lnTo>
                <a:lnTo>
                  <a:pt x="849745" y="57942"/>
                </a:lnTo>
                <a:lnTo>
                  <a:pt x="858597" y="60464"/>
                </a:lnTo>
                <a:lnTo>
                  <a:pt x="867448" y="53510"/>
                </a:lnTo>
                <a:lnTo>
                  <a:pt x="876300" y="47143"/>
                </a:lnTo>
              </a:path>
            </a:pathLst>
          </a:custGeom>
          <a:noFill/>
          <a:ln w="13847">
            <a:solidFill>
              <a:srgbClr val="394D93"/>
            </a:solidFill>
            <a:prstDash val="solid"/>
          </a:ln>
        </p:spPr>
      </p:sp>
      <p:sp>
        <p:nvSpPr>
          <p:cNvPr id="369" name="p2_autogluon_path_184">
            <a:extLst>
              <a:ext uri="{FF2B5EF4-FFF2-40B4-BE49-F238E27FC236}">
                <a16:creationId xmlns:a16="http://schemas.microsoft.com/office/drawing/2014/main" id="{81C507D1-D904-FC98-EA1A-1DDDEDB017AA}"/>
              </a:ext>
            </a:extLst>
          </p:cNvPr>
          <p:cNvSpPr>
            <a:spLocks/>
          </p:cNvSpPr>
          <p:nvPr/>
        </p:nvSpPr>
        <p:spPr>
          <a:xfrm>
            <a:off x="4401947" y="5444130"/>
            <a:ext cx="670495" cy="408128"/>
          </a:xfrm>
          <a:custGeom>
            <a:avLst/>
            <a:gdLst/>
            <a:ahLst/>
            <a:cxnLst/>
            <a:rect l="0" t="0" r="0" b="0"/>
            <a:pathLst>
              <a:path w="876300" h="533400">
                <a:moveTo>
                  <a:pt x="0" y="352425"/>
                </a:moveTo>
                <a:cubicBezTo>
                  <a:pt x="257175" y="0"/>
                  <a:pt x="590550" y="161925"/>
                  <a:pt x="876300" y="200025"/>
                </a:cubicBezTo>
                <a:lnTo>
                  <a:pt x="876300" y="485775"/>
                </a:lnTo>
                <a:cubicBezTo>
                  <a:pt x="590550" y="390525"/>
                  <a:pt x="257175" y="333375"/>
                  <a:pt x="0" y="533400"/>
                </a:cubicBezTo>
                <a:close/>
              </a:path>
            </a:pathLst>
          </a:custGeom>
          <a:solidFill>
            <a:srgbClr val="D9E4F5"/>
          </a:solidFill>
          <a:ln w="0">
            <a:noFill/>
            <a:prstDash val="solid"/>
          </a:ln>
        </p:spPr>
      </p:sp>
      <p:sp>
        <p:nvSpPr>
          <p:cNvPr id="371" name="p2_autogluon_path_185">
            <a:extLst>
              <a:ext uri="{FF2B5EF4-FFF2-40B4-BE49-F238E27FC236}">
                <a16:creationId xmlns:a16="http://schemas.microsoft.com/office/drawing/2014/main" id="{A58D39F7-F42A-70D1-73C0-CE7B90CF66A9}"/>
              </a:ext>
            </a:extLst>
          </p:cNvPr>
          <p:cNvSpPr>
            <a:spLocks/>
          </p:cNvSpPr>
          <p:nvPr/>
        </p:nvSpPr>
        <p:spPr>
          <a:xfrm>
            <a:off x="4401947" y="5654020"/>
            <a:ext cx="670495" cy="89690"/>
          </a:xfrm>
          <a:custGeom>
            <a:avLst/>
            <a:gdLst/>
            <a:ahLst/>
            <a:cxnLst/>
            <a:rect l="0" t="0" r="0" b="0"/>
            <a:pathLst>
              <a:path w="876300" h="117220">
                <a:moveTo>
                  <a:pt x="0" y="107494"/>
                </a:moveTo>
                <a:lnTo>
                  <a:pt x="8852" y="112268"/>
                </a:lnTo>
                <a:lnTo>
                  <a:pt x="17703" y="117220"/>
                </a:lnTo>
                <a:lnTo>
                  <a:pt x="26555" y="114374"/>
                </a:lnTo>
                <a:lnTo>
                  <a:pt x="35406" y="105914"/>
                </a:lnTo>
                <a:lnTo>
                  <a:pt x="44258" y="113825"/>
                </a:lnTo>
                <a:lnTo>
                  <a:pt x="53109" y="108489"/>
                </a:lnTo>
                <a:lnTo>
                  <a:pt x="61961" y="102775"/>
                </a:lnTo>
                <a:lnTo>
                  <a:pt x="70812" y="95078"/>
                </a:lnTo>
                <a:lnTo>
                  <a:pt x="79664" y="107446"/>
                </a:lnTo>
                <a:lnTo>
                  <a:pt x="88515" y="95237"/>
                </a:lnTo>
                <a:lnTo>
                  <a:pt x="97367" y="105998"/>
                </a:lnTo>
                <a:lnTo>
                  <a:pt x="106218" y="100298"/>
                </a:lnTo>
                <a:lnTo>
                  <a:pt x="115070" y="102882"/>
                </a:lnTo>
                <a:lnTo>
                  <a:pt x="123921" y="100893"/>
                </a:lnTo>
                <a:lnTo>
                  <a:pt x="132773" y="103947"/>
                </a:lnTo>
                <a:lnTo>
                  <a:pt x="141624" y="88945"/>
                </a:lnTo>
                <a:lnTo>
                  <a:pt x="150476" y="91416"/>
                </a:lnTo>
                <a:lnTo>
                  <a:pt x="159327" y="88892"/>
                </a:lnTo>
                <a:lnTo>
                  <a:pt x="168179" y="88286"/>
                </a:lnTo>
                <a:lnTo>
                  <a:pt x="177030" y="92680"/>
                </a:lnTo>
                <a:lnTo>
                  <a:pt x="185882" y="84734"/>
                </a:lnTo>
                <a:lnTo>
                  <a:pt x="194733" y="87032"/>
                </a:lnTo>
                <a:lnTo>
                  <a:pt x="203585" y="86912"/>
                </a:lnTo>
                <a:lnTo>
                  <a:pt x="212436" y="84010"/>
                </a:lnTo>
                <a:lnTo>
                  <a:pt x="221288" y="87157"/>
                </a:lnTo>
                <a:lnTo>
                  <a:pt x="230139" y="89639"/>
                </a:lnTo>
                <a:lnTo>
                  <a:pt x="238991" y="91024"/>
                </a:lnTo>
                <a:lnTo>
                  <a:pt x="247842" y="89371"/>
                </a:lnTo>
                <a:lnTo>
                  <a:pt x="256694" y="90214"/>
                </a:lnTo>
                <a:lnTo>
                  <a:pt x="265545" y="72715"/>
                </a:lnTo>
                <a:lnTo>
                  <a:pt x="274397" y="78762"/>
                </a:lnTo>
                <a:lnTo>
                  <a:pt x="283248" y="73451"/>
                </a:lnTo>
                <a:lnTo>
                  <a:pt x="292100" y="71165"/>
                </a:lnTo>
                <a:lnTo>
                  <a:pt x="300952" y="69850"/>
                </a:lnTo>
                <a:lnTo>
                  <a:pt x="309803" y="72697"/>
                </a:lnTo>
                <a:lnTo>
                  <a:pt x="318655" y="67619"/>
                </a:lnTo>
                <a:lnTo>
                  <a:pt x="327506" y="75112"/>
                </a:lnTo>
                <a:lnTo>
                  <a:pt x="336358" y="74662"/>
                </a:lnTo>
                <a:lnTo>
                  <a:pt x="345209" y="61123"/>
                </a:lnTo>
                <a:lnTo>
                  <a:pt x="354061" y="67854"/>
                </a:lnTo>
                <a:lnTo>
                  <a:pt x="362912" y="72966"/>
                </a:lnTo>
                <a:lnTo>
                  <a:pt x="371764" y="62925"/>
                </a:lnTo>
                <a:lnTo>
                  <a:pt x="380615" y="65792"/>
                </a:lnTo>
                <a:lnTo>
                  <a:pt x="389467" y="72343"/>
                </a:lnTo>
                <a:lnTo>
                  <a:pt x="398318" y="57594"/>
                </a:lnTo>
                <a:lnTo>
                  <a:pt x="407170" y="58839"/>
                </a:lnTo>
                <a:lnTo>
                  <a:pt x="416021" y="64699"/>
                </a:lnTo>
                <a:lnTo>
                  <a:pt x="424873" y="54849"/>
                </a:lnTo>
                <a:lnTo>
                  <a:pt x="433724" y="61092"/>
                </a:lnTo>
                <a:lnTo>
                  <a:pt x="442576" y="62540"/>
                </a:lnTo>
                <a:lnTo>
                  <a:pt x="451427" y="61902"/>
                </a:lnTo>
                <a:lnTo>
                  <a:pt x="460279" y="48001"/>
                </a:lnTo>
                <a:lnTo>
                  <a:pt x="469130" y="60779"/>
                </a:lnTo>
                <a:lnTo>
                  <a:pt x="477982" y="52661"/>
                </a:lnTo>
                <a:lnTo>
                  <a:pt x="486833" y="59633"/>
                </a:lnTo>
                <a:lnTo>
                  <a:pt x="495685" y="48587"/>
                </a:lnTo>
                <a:lnTo>
                  <a:pt x="504536" y="44926"/>
                </a:lnTo>
                <a:lnTo>
                  <a:pt x="513388" y="58423"/>
                </a:lnTo>
                <a:lnTo>
                  <a:pt x="522239" y="47356"/>
                </a:lnTo>
                <a:lnTo>
                  <a:pt x="531091" y="40346"/>
                </a:lnTo>
                <a:lnTo>
                  <a:pt x="539942" y="47139"/>
                </a:lnTo>
                <a:lnTo>
                  <a:pt x="548794" y="38989"/>
                </a:lnTo>
                <a:lnTo>
                  <a:pt x="557645" y="52385"/>
                </a:lnTo>
                <a:lnTo>
                  <a:pt x="566497" y="42380"/>
                </a:lnTo>
                <a:lnTo>
                  <a:pt x="575348" y="37687"/>
                </a:lnTo>
                <a:lnTo>
                  <a:pt x="584200" y="40618"/>
                </a:lnTo>
                <a:lnTo>
                  <a:pt x="593052" y="40004"/>
                </a:lnTo>
                <a:lnTo>
                  <a:pt x="601903" y="39955"/>
                </a:lnTo>
                <a:lnTo>
                  <a:pt x="610755" y="31427"/>
                </a:lnTo>
                <a:lnTo>
                  <a:pt x="619606" y="42659"/>
                </a:lnTo>
                <a:lnTo>
                  <a:pt x="628458" y="34427"/>
                </a:lnTo>
                <a:lnTo>
                  <a:pt x="637309" y="32506"/>
                </a:lnTo>
                <a:lnTo>
                  <a:pt x="646161" y="29926"/>
                </a:lnTo>
                <a:lnTo>
                  <a:pt x="655012" y="28252"/>
                </a:lnTo>
                <a:lnTo>
                  <a:pt x="663864" y="33831"/>
                </a:lnTo>
                <a:lnTo>
                  <a:pt x="672715" y="27632"/>
                </a:lnTo>
                <a:lnTo>
                  <a:pt x="681567" y="36081"/>
                </a:lnTo>
                <a:lnTo>
                  <a:pt x="690418" y="36152"/>
                </a:lnTo>
                <a:lnTo>
                  <a:pt x="699270" y="25459"/>
                </a:lnTo>
                <a:lnTo>
                  <a:pt x="708121" y="19855"/>
                </a:lnTo>
                <a:lnTo>
                  <a:pt x="716973" y="29525"/>
                </a:lnTo>
                <a:lnTo>
                  <a:pt x="725824" y="29464"/>
                </a:lnTo>
                <a:lnTo>
                  <a:pt x="734676" y="19417"/>
                </a:lnTo>
                <a:lnTo>
                  <a:pt x="743527" y="16301"/>
                </a:lnTo>
                <a:lnTo>
                  <a:pt x="752379" y="19794"/>
                </a:lnTo>
                <a:lnTo>
                  <a:pt x="761230" y="19119"/>
                </a:lnTo>
                <a:lnTo>
                  <a:pt x="770082" y="24433"/>
                </a:lnTo>
                <a:lnTo>
                  <a:pt x="778933" y="26731"/>
                </a:lnTo>
                <a:lnTo>
                  <a:pt x="787785" y="18850"/>
                </a:lnTo>
                <a:lnTo>
                  <a:pt x="796636" y="7169"/>
                </a:lnTo>
                <a:lnTo>
                  <a:pt x="805488" y="5554"/>
                </a:lnTo>
                <a:lnTo>
                  <a:pt x="814339" y="14725"/>
                </a:lnTo>
                <a:lnTo>
                  <a:pt x="823191" y="3273"/>
                </a:lnTo>
                <a:lnTo>
                  <a:pt x="832042" y="10396"/>
                </a:lnTo>
                <a:lnTo>
                  <a:pt x="840894" y="17757"/>
                </a:lnTo>
                <a:lnTo>
                  <a:pt x="849745" y="16825"/>
                </a:lnTo>
                <a:lnTo>
                  <a:pt x="858597" y="15756"/>
                </a:lnTo>
                <a:lnTo>
                  <a:pt x="867448" y="0"/>
                </a:lnTo>
                <a:lnTo>
                  <a:pt x="876300" y="4700"/>
                </a:lnTo>
              </a:path>
            </a:pathLst>
          </a:custGeom>
          <a:noFill/>
          <a:ln w="13847">
            <a:solidFill>
              <a:srgbClr val="394D93"/>
            </a:solidFill>
            <a:prstDash val="solid"/>
          </a:ln>
        </p:spPr>
      </p:sp>
      <p:sp>
        <p:nvSpPr>
          <p:cNvPr id="373" name="p2_autogluon_path_186">
            <a:extLst>
              <a:ext uri="{FF2B5EF4-FFF2-40B4-BE49-F238E27FC236}">
                <a16:creationId xmlns:a16="http://schemas.microsoft.com/office/drawing/2014/main" id="{4D175611-AEEE-A532-0823-7EE12F74C306}"/>
              </a:ext>
            </a:extLst>
          </p:cNvPr>
          <p:cNvSpPr>
            <a:spLocks/>
          </p:cNvSpPr>
          <p:nvPr/>
        </p:nvSpPr>
        <p:spPr>
          <a:xfrm>
            <a:off x="1202519" y="5254642"/>
            <a:ext cx="80168" cy="729"/>
          </a:xfrm>
          <a:custGeom>
            <a:avLst/>
            <a:gdLst/>
            <a:ahLst/>
            <a:cxnLst/>
            <a:rect l="0" t="0" r="0" b="0"/>
            <a:pathLst>
              <a:path w="104775" h="953">
                <a:moveTo>
                  <a:pt x="0" y="0"/>
                </a:moveTo>
                <a:lnTo>
                  <a:pt x="104775" y="0"/>
                </a:lnTo>
              </a:path>
            </a:pathLst>
          </a:custGeom>
          <a:noFill/>
          <a:ln w="10932">
            <a:solidFill>
              <a:srgbClr val="394D93"/>
            </a:solidFill>
            <a:prstDash val="solid"/>
          </a:ln>
        </p:spPr>
      </p:sp>
      <p:sp>
        <p:nvSpPr>
          <p:cNvPr id="375" name="p2_autogluon_path_187">
            <a:extLst>
              <a:ext uri="{FF2B5EF4-FFF2-40B4-BE49-F238E27FC236}">
                <a16:creationId xmlns:a16="http://schemas.microsoft.com/office/drawing/2014/main" id="{E6B003BA-FCBA-2813-CCBB-ACD2B24FE94A}"/>
              </a:ext>
            </a:extLst>
          </p:cNvPr>
          <p:cNvSpPr>
            <a:spLocks/>
          </p:cNvSpPr>
          <p:nvPr/>
        </p:nvSpPr>
        <p:spPr>
          <a:xfrm>
            <a:off x="1195231" y="521616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377" name="p2_autogluon_path_188">
            <a:extLst>
              <a:ext uri="{FF2B5EF4-FFF2-40B4-BE49-F238E27FC236}">
                <a16:creationId xmlns:a16="http://schemas.microsoft.com/office/drawing/2014/main" id="{6D6A1543-0095-F485-87A4-7E28A6585B8D}"/>
              </a:ext>
            </a:extLst>
          </p:cNvPr>
          <p:cNvSpPr>
            <a:spLocks/>
          </p:cNvSpPr>
          <p:nvPr/>
        </p:nvSpPr>
        <p:spPr>
          <a:xfrm>
            <a:off x="2507069" y="5254642"/>
            <a:ext cx="80168" cy="729"/>
          </a:xfrm>
          <a:custGeom>
            <a:avLst/>
            <a:gdLst/>
            <a:ahLst/>
            <a:cxnLst/>
            <a:rect l="0" t="0" r="0" b="0"/>
            <a:pathLst>
              <a:path w="104775" h="953">
                <a:moveTo>
                  <a:pt x="0" y="0"/>
                </a:moveTo>
                <a:lnTo>
                  <a:pt x="104775" y="0"/>
                </a:lnTo>
              </a:path>
            </a:pathLst>
          </a:custGeom>
          <a:noFill/>
          <a:ln w="10932">
            <a:solidFill>
              <a:srgbClr val="394D93"/>
            </a:solidFill>
            <a:prstDash val="solid"/>
          </a:ln>
        </p:spPr>
      </p:sp>
      <p:sp>
        <p:nvSpPr>
          <p:cNvPr id="379" name="p2_autogluon_path_189">
            <a:extLst>
              <a:ext uri="{FF2B5EF4-FFF2-40B4-BE49-F238E27FC236}">
                <a16:creationId xmlns:a16="http://schemas.microsoft.com/office/drawing/2014/main" id="{D18814C6-D5E5-3CC6-926E-2EAEA992E181}"/>
              </a:ext>
            </a:extLst>
          </p:cNvPr>
          <p:cNvSpPr>
            <a:spLocks/>
          </p:cNvSpPr>
          <p:nvPr/>
        </p:nvSpPr>
        <p:spPr>
          <a:xfrm>
            <a:off x="2499781" y="521616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381" name="p2_autogluon_path_190">
            <a:extLst>
              <a:ext uri="{FF2B5EF4-FFF2-40B4-BE49-F238E27FC236}">
                <a16:creationId xmlns:a16="http://schemas.microsoft.com/office/drawing/2014/main" id="{5FD54CF9-AD97-94F9-C3E8-528575F37323}"/>
              </a:ext>
            </a:extLst>
          </p:cNvPr>
          <p:cNvSpPr>
            <a:spLocks/>
          </p:cNvSpPr>
          <p:nvPr/>
        </p:nvSpPr>
        <p:spPr>
          <a:xfrm>
            <a:off x="3512812" y="5254642"/>
            <a:ext cx="80168" cy="729"/>
          </a:xfrm>
          <a:custGeom>
            <a:avLst/>
            <a:gdLst/>
            <a:ahLst/>
            <a:cxnLst/>
            <a:rect l="0" t="0" r="0" b="0"/>
            <a:pathLst>
              <a:path w="104775" h="953">
                <a:moveTo>
                  <a:pt x="0" y="0"/>
                </a:moveTo>
                <a:lnTo>
                  <a:pt x="104775" y="0"/>
                </a:lnTo>
              </a:path>
            </a:pathLst>
          </a:custGeom>
          <a:noFill/>
          <a:ln w="10932">
            <a:solidFill>
              <a:srgbClr val="394D93"/>
            </a:solidFill>
            <a:prstDash val="solid"/>
          </a:ln>
        </p:spPr>
      </p:sp>
      <p:sp>
        <p:nvSpPr>
          <p:cNvPr id="383" name="p2_autogluon_path_191">
            <a:extLst>
              <a:ext uri="{FF2B5EF4-FFF2-40B4-BE49-F238E27FC236}">
                <a16:creationId xmlns:a16="http://schemas.microsoft.com/office/drawing/2014/main" id="{7443596B-E9E8-C1BB-3A83-31BA91FBEDFA}"/>
              </a:ext>
            </a:extLst>
          </p:cNvPr>
          <p:cNvSpPr>
            <a:spLocks/>
          </p:cNvSpPr>
          <p:nvPr/>
        </p:nvSpPr>
        <p:spPr>
          <a:xfrm>
            <a:off x="3505524" y="521616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385" name="p2_autogluon_path_192">
            <a:extLst>
              <a:ext uri="{FF2B5EF4-FFF2-40B4-BE49-F238E27FC236}">
                <a16:creationId xmlns:a16="http://schemas.microsoft.com/office/drawing/2014/main" id="{B934173A-C587-DCCE-EE6A-C4E8DAA39D75}"/>
              </a:ext>
            </a:extLst>
          </p:cNvPr>
          <p:cNvSpPr>
            <a:spLocks/>
          </p:cNvSpPr>
          <p:nvPr/>
        </p:nvSpPr>
        <p:spPr>
          <a:xfrm>
            <a:off x="4205171" y="5254642"/>
            <a:ext cx="80168" cy="729"/>
          </a:xfrm>
          <a:custGeom>
            <a:avLst/>
            <a:gdLst/>
            <a:ahLst/>
            <a:cxnLst/>
            <a:rect l="0" t="0" r="0" b="0"/>
            <a:pathLst>
              <a:path w="104775" h="953">
                <a:moveTo>
                  <a:pt x="0" y="0"/>
                </a:moveTo>
                <a:lnTo>
                  <a:pt x="104775" y="0"/>
                </a:lnTo>
              </a:path>
            </a:pathLst>
          </a:custGeom>
          <a:noFill/>
          <a:ln w="10932">
            <a:solidFill>
              <a:srgbClr val="394D93"/>
            </a:solidFill>
            <a:prstDash val="solid"/>
          </a:ln>
        </p:spPr>
      </p:sp>
      <p:sp>
        <p:nvSpPr>
          <p:cNvPr id="387" name="p2_autogluon_path_193">
            <a:extLst>
              <a:ext uri="{FF2B5EF4-FFF2-40B4-BE49-F238E27FC236}">
                <a16:creationId xmlns:a16="http://schemas.microsoft.com/office/drawing/2014/main" id="{1A53F132-A79B-505F-DF03-605B2C4B80F9}"/>
              </a:ext>
            </a:extLst>
          </p:cNvPr>
          <p:cNvSpPr>
            <a:spLocks/>
          </p:cNvSpPr>
          <p:nvPr/>
        </p:nvSpPr>
        <p:spPr>
          <a:xfrm>
            <a:off x="4197883" y="521616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389" name="p2_tsci_rect_194">
            <a:extLst>
              <a:ext uri="{FF2B5EF4-FFF2-40B4-BE49-F238E27FC236}">
                <a16:creationId xmlns:a16="http://schemas.microsoft.com/office/drawing/2014/main" id="{BF60E8C9-8764-ED03-FF9D-243EF7BAEF06}"/>
              </a:ext>
            </a:extLst>
          </p:cNvPr>
          <p:cNvSpPr>
            <a:spLocks/>
          </p:cNvSpPr>
          <p:nvPr/>
        </p:nvSpPr>
        <p:spPr>
          <a:xfrm>
            <a:off x="5371250" y="816255"/>
            <a:ext cx="6719528" cy="2565373"/>
          </a:xfrm>
          <a:prstGeom prst="roundRect">
            <a:avLst>
              <a:gd name="adj" fmla="val 3409"/>
            </a:avLst>
          </a:prstGeom>
          <a:gradFill>
            <a:gsLst>
              <a:gs pos="0">
                <a:srgbClr val="FEFEFF"/>
              </a:gs>
              <a:gs pos="100000">
                <a:srgbClr val="EDF0F8"/>
              </a:gs>
            </a:gsLst>
            <a:lin ang="5400000"/>
          </a:gradFill>
          <a:ln w="9839">
            <a:solidFill>
              <a:srgbClr val="172956"/>
            </a:solidFill>
            <a:prstDash val="solid"/>
          </a:ln>
        </p:spPr>
      </p:sp>
      <p:sp>
        <p:nvSpPr>
          <p:cNvPr id="391" name="p2_tsci_rect_195">
            <a:extLst>
              <a:ext uri="{FF2B5EF4-FFF2-40B4-BE49-F238E27FC236}">
                <a16:creationId xmlns:a16="http://schemas.microsoft.com/office/drawing/2014/main" id="{45305D29-D1F4-2300-0524-4E0D0FCA085C}"/>
              </a:ext>
            </a:extLst>
          </p:cNvPr>
          <p:cNvSpPr>
            <a:spLocks/>
          </p:cNvSpPr>
          <p:nvPr/>
        </p:nvSpPr>
        <p:spPr>
          <a:xfrm>
            <a:off x="5473282" y="903711"/>
            <a:ext cx="262368" cy="269656"/>
          </a:xfrm>
          <a:prstGeom prst="roundRect">
            <a:avLst>
              <a:gd name="adj" fmla="val 13889"/>
            </a:avLst>
          </a:prstGeom>
          <a:solidFill>
            <a:srgbClr val="DFE7F8"/>
          </a:solidFill>
          <a:ln w="0">
            <a:noFill/>
            <a:prstDash val="solid"/>
          </a:ln>
        </p:spPr>
      </p:sp>
      <p:sp>
        <p:nvSpPr>
          <p:cNvPr id="393" name="p2_tsci_rect_196">
            <a:extLst>
              <a:ext uri="{FF2B5EF4-FFF2-40B4-BE49-F238E27FC236}">
                <a16:creationId xmlns:a16="http://schemas.microsoft.com/office/drawing/2014/main" id="{7313617B-D6BB-E413-43D1-22A020A5E2D8}"/>
              </a:ext>
            </a:extLst>
          </p:cNvPr>
          <p:cNvSpPr>
            <a:spLocks/>
          </p:cNvSpPr>
          <p:nvPr/>
        </p:nvSpPr>
        <p:spPr>
          <a:xfrm>
            <a:off x="5480570" y="1486750"/>
            <a:ext cx="1384718" cy="1464886"/>
          </a:xfrm>
          <a:prstGeom prst="roundRect">
            <a:avLst>
              <a:gd name="adj" fmla="val 3158"/>
            </a:avLst>
          </a:prstGeom>
          <a:solidFill>
            <a:srgbClr val="FFFFFF"/>
          </a:solidFill>
          <a:ln w="7288">
            <a:solidFill>
              <a:srgbClr val="C3CEE7"/>
            </a:solidFill>
            <a:prstDash val="solid"/>
          </a:ln>
        </p:spPr>
      </p:sp>
      <p:sp>
        <p:nvSpPr>
          <p:cNvPr id="395" name="p2_tsci_rect_197">
            <a:extLst>
              <a:ext uri="{FF2B5EF4-FFF2-40B4-BE49-F238E27FC236}">
                <a16:creationId xmlns:a16="http://schemas.microsoft.com/office/drawing/2014/main" id="{6633904D-7E31-951A-ABA2-F430FD1A8000}"/>
              </a:ext>
            </a:extLst>
          </p:cNvPr>
          <p:cNvSpPr>
            <a:spLocks/>
          </p:cNvSpPr>
          <p:nvPr/>
        </p:nvSpPr>
        <p:spPr>
          <a:xfrm>
            <a:off x="6974608" y="1486750"/>
            <a:ext cx="1304550" cy="1464886"/>
          </a:xfrm>
          <a:prstGeom prst="roundRect">
            <a:avLst>
              <a:gd name="adj" fmla="val 3352"/>
            </a:avLst>
          </a:prstGeom>
          <a:solidFill>
            <a:srgbClr val="FFFFFF"/>
          </a:solidFill>
          <a:ln w="7288">
            <a:solidFill>
              <a:srgbClr val="C3CEE7"/>
            </a:solidFill>
            <a:prstDash val="solid"/>
          </a:ln>
        </p:spPr>
      </p:sp>
      <p:sp>
        <p:nvSpPr>
          <p:cNvPr id="397" name="p2_tsci_rect_198">
            <a:extLst>
              <a:ext uri="{FF2B5EF4-FFF2-40B4-BE49-F238E27FC236}">
                <a16:creationId xmlns:a16="http://schemas.microsoft.com/office/drawing/2014/main" id="{5239F455-D25B-68D8-DE55-5BDF3DC88288}"/>
              </a:ext>
            </a:extLst>
          </p:cNvPr>
          <p:cNvSpPr>
            <a:spLocks/>
          </p:cNvSpPr>
          <p:nvPr/>
        </p:nvSpPr>
        <p:spPr>
          <a:xfrm>
            <a:off x="8395766" y="1486750"/>
            <a:ext cx="1938606" cy="1464886"/>
          </a:xfrm>
          <a:prstGeom prst="roundRect">
            <a:avLst>
              <a:gd name="adj" fmla="val 2985"/>
            </a:avLst>
          </a:prstGeom>
          <a:solidFill>
            <a:srgbClr val="FFFFFF"/>
          </a:solidFill>
          <a:ln w="7288">
            <a:solidFill>
              <a:srgbClr val="C3CEE7"/>
            </a:solidFill>
            <a:prstDash val="solid"/>
          </a:ln>
        </p:spPr>
      </p:sp>
      <p:sp>
        <p:nvSpPr>
          <p:cNvPr id="399" name="p2_tsci_rect_199">
            <a:extLst>
              <a:ext uri="{FF2B5EF4-FFF2-40B4-BE49-F238E27FC236}">
                <a16:creationId xmlns:a16="http://schemas.microsoft.com/office/drawing/2014/main" id="{650BEEB9-97AA-06D5-372C-25B25A5FA606}"/>
              </a:ext>
            </a:extLst>
          </p:cNvPr>
          <p:cNvSpPr>
            <a:spLocks/>
          </p:cNvSpPr>
          <p:nvPr/>
        </p:nvSpPr>
        <p:spPr>
          <a:xfrm>
            <a:off x="10458268" y="1486750"/>
            <a:ext cx="1515902" cy="1464886"/>
          </a:xfrm>
          <a:prstGeom prst="roundRect">
            <a:avLst>
              <a:gd name="adj" fmla="val 2985"/>
            </a:avLst>
          </a:prstGeom>
          <a:solidFill>
            <a:srgbClr val="FFFFFF"/>
          </a:solidFill>
          <a:ln w="7288">
            <a:solidFill>
              <a:srgbClr val="C3CEE7"/>
            </a:solidFill>
            <a:prstDash val="solid"/>
          </a:ln>
        </p:spPr>
      </p:sp>
      <p:sp>
        <p:nvSpPr>
          <p:cNvPr id="401" name="p2_tsci_path_200">
            <a:extLst>
              <a:ext uri="{FF2B5EF4-FFF2-40B4-BE49-F238E27FC236}">
                <a16:creationId xmlns:a16="http://schemas.microsoft.com/office/drawing/2014/main" id="{6A4770DF-C2DD-7A3A-F9B8-CE0A36306AA3}"/>
              </a:ext>
            </a:extLst>
          </p:cNvPr>
          <p:cNvSpPr>
            <a:spLocks/>
          </p:cNvSpPr>
          <p:nvPr/>
        </p:nvSpPr>
        <p:spPr>
          <a:xfrm>
            <a:off x="5575313" y="2713996"/>
            <a:ext cx="1180655" cy="100574"/>
          </a:xfrm>
          <a:custGeom>
            <a:avLst/>
            <a:gdLst/>
            <a:ahLst/>
            <a:cxnLst/>
            <a:rect l="0" t="0" r="0" b="0"/>
            <a:pathLst>
              <a:path w="1543050" h="131444">
                <a:moveTo>
                  <a:pt x="0" y="50888"/>
                </a:moveTo>
                <a:lnTo>
                  <a:pt x="15586" y="58694"/>
                </a:lnTo>
                <a:lnTo>
                  <a:pt x="31173" y="119009"/>
                </a:lnTo>
                <a:lnTo>
                  <a:pt x="46759" y="99234"/>
                </a:lnTo>
                <a:lnTo>
                  <a:pt x="62345" y="68403"/>
                </a:lnTo>
                <a:lnTo>
                  <a:pt x="77932" y="92090"/>
                </a:lnTo>
                <a:lnTo>
                  <a:pt x="93518" y="56836"/>
                </a:lnTo>
                <a:lnTo>
                  <a:pt x="109105" y="54503"/>
                </a:lnTo>
                <a:lnTo>
                  <a:pt x="124691" y="32914"/>
                </a:lnTo>
                <a:lnTo>
                  <a:pt x="140277" y="75435"/>
                </a:lnTo>
                <a:lnTo>
                  <a:pt x="155864" y="19923"/>
                </a:lnTo>
                <a:lnTo>
                  <a:pt x="171450" y="53363"/>
                </a:lnTo>
                <a:lnTo>
                  <a:pt x="187036" y="62585"/>
                </a:lnTo>
                <a:lnTo>
                  <a:pt x="202623" y="27505"/>
                </a:lnTo>
                <a:lnTo>
                  <a:pt x="218209" y="50661"/>
                </a:lnTo>
                <a:lnTo>
                  <a:pt x="233795" y="106426"/>
                </a:lnTo>
                <a:lnTo>
                  <a:pt x="249382" y="77888"/>
                </a:lnTo>
                <a:lnTo>
                  <a:pt x="264968" y="95728"/>
                </a:lnTo>
                <a:lnTo>
                  <a:pt x="280555" y="71755"/>
                </a:lnTo>
                <a:lnTo>
                  <a:pt x="296141" y="66510"/>
                </a:lnTo>
                <a:lnTo>
                  <a:pt x="311727" y="58503"/>
                </a:lnTo>
                <a:lnTo>
                  <a:pt x="327314" y="64765"/>
                </a:lnTo>
                <a:lnTo>
                  <a:pt x="342900" y="51552"/>
                </a:lnTo>
                <a:lnTo>
                  <a:pt x="358486" y="63108"/>
                </a:lnTo>
                <a:lnTo>
                  <a:pt x="374073" y="69462"/>
                </a:lnTo>
                <a:lnTo>
                  <a:pt x="389659" y="57848"/>
                </a:lnTo>
                <a:lnTo>
                  <a:pt x="405245" y="37016"/>
                </a:lnTo>
                <a:lnTo>
                  <a:pt x="420832" y="71043"/>
                </a:lnTo>
                <a:lnTo>
                  <a:pt x="436418" y="18705"/>
                </a:lnTo>
                <a:lnTo>
                  <a:pt x="452005" y="36581"/>
                </a:lnTo>
                <a:lnTo>
                  <a:pt x="467591" y="47485"/>
                </a:lnTo>
                <a:lnTo>
                  <a:pt x="483177" y="116399"/>
                </a:lnTo>
                <a:lnTo>
                  <a:pt x="498764" y="106679"/>
                </a:lnTo>
                <a:lnTo>
                  <a:pt x="514350" y="98492"/>
                </a:lnTo>
                <a:lnTo>
                  <a:pt x="529936" y="73349"/>
                </a:lnTo>
                <a:lnTo>
                  <a:pt x="545523" y="102138"/>
                </a:lnTo>
                <a:lnTo>
                  <a:pt x="561109" y="84781"/>
                </a:lnTo>
                <a:lnTo>
                  <a:pt x="576695" y="65573"/>
                </a:lnTo>
                <a:lnTo>
                  <a:pt x="592282" y="25866"/>
                </a:lnTo>
                <a:lnTo>
                  <a:pt x="607868" y="49358"/>
                </a:lnTo>
                <a:lnTo>
                  <a:pt x="623455" y="61385"/>
                </a:lnTo>
                <a:lnTo>
                  <a:pt x="639041" y="51876"/>
                </a:lnTo>
                <a:lnTo>
                  <a:pt x="654627" y="21282"/>
                </a:lnTo>
                <a:lnTo>
                  <a:pt x="670214" y="34321"/>
                </a:lnTo>
                <a:lnTo>
                  <a:pt x="685800" y="110463"/>
                </a:lnTo>
                <a:lnTo>
                  <a:pt x="701386" y="60906"/>
                </a:lnTo>
                <a:lnTo>
                  <a:pt x="716973" y="81966"/>
                </a:lnTo>
                <a:lnTo>
                  <a:pt x="732559" y="124465"/>
                </a:lnTo>
                <a:lnTo>
                  <a:pt x="748145" y="129321"/>
                </a:lnTo>
                <a:lnTo>
                  <a:pt x="763732" y="84737"/>
                </a:lnTo>
                <a:lnTo>
                  <a:pt x="779318" y="94829"/>
                </a:lnTo>
                <a:lnTo>
                  <a:pt x="794905" y="62465"/>
                </a:lnTo>
                <a:lnTo>
                  <a:pt x="810491" y="64877"/>
                </a:lnTo>
                <a:lnTo>
                  <a:pt x="826077" y="63185"/>
                </a:lnTo>
                <a:lnTo>
                  <a:pt x="841664" y="18332"/>
                </a:lnTo>
                <a:lnTo>
                  <a:pt x="857250" y="60671"/>
                </a:lnTo>
                <a:lnTo>
                  <a:pt x="872836" y="61934"/>
                </a:lnTo>
                <a:lnTo>
                  <a:pt x="888423" y="46925"/>
                </a:lnTo>
                <a:lnTo>
                  <a:pt x="904009" y="52420"/>
                </a:lnTo>
                <a:lnTo>
                  <a:pt x="919595" y="84985"/>
                </a:lnTo>
                <a:lnTo>
                  <a:pt x="935182" y="83235"/>
                </a:lnTo>
                <a:lnTo>
                  <a:pt x="950768" y="87581"/>
                </a:lnTo>
                <a:lnTo>
                  <a:pt x="966355" y="73603"/>
                </a:lnTo>
                <a:lnTo>
                  <a:pt x="981941" y="77695"/>
                </a:lnTo>
                <a:lnTo>
                  <a:pt x="997527" y="57677"/>
                </a:lnTo>
                <a:lnTo>
                  <a:pt x="1013114" y="54910"/>
                </a:lnTo>
                <a:lnTo>
                  <a:pt x="1028700" y="55346"/>
                </a:lnTo>
                <a:lnTo>
                  <a:pt x="1044286" y="23139"/>
                </a:lnTo>
                <a:lnTo>
                  <a:pt x="1059873" y="0"/>
                </a:lnTo>
                <a:lnTo>
                  <a:pt x="1075459" y="6120"/>
                </a:lnTo>
                <a:lnTo>
                  <a:pt x="1091045" y="7170"/>
                </a:lnTo>
                <a:lnTo>
                  <a:pt x="1106632" y="14880"/>
                </a:lnTo>
                <a:lnTo>
                  <a:pt x="1122218" y="34031"/>
                </a:lnTo>
                <a:lnTo>
                  <a:pt x="1137805" y="103181"/>
                </a:lnTo>
                <a:lnTo>
                  <a:pt x="1153391" y="98662"/>
                </a:lnTo>
                <a:lnTo>
                  <a:pt x="1168977" y="130456"/>
                </a:lnTo>
                <a:lnTo>
                  <a:pt x="1184564" y="88249"/>
                </a:lnTo>
                <a:lnTo>
                  <a:pt x="1200150" y="83159"/>
                </a:lnTo>
                <a:lnTo>
                  <a:pt x="1215736" y="88818"/>
                </a:lnTo>
                <a:lnTo>
                  <a:pt x="1231323" y="100301"/>
                </a:lnTo>
                <a:lnTo>
                  <a:pt x="1246909" y="81777"/>
                </a:lnTo>
                <a:lnTo>
                  <a:pt x="1262495" y="47659"/>
                </a:lnTo>
                <a:lnTo>
                  <a:pt x="1278082" y="71253"/>
                </a:lnTo>
                <a:lnTo>
                  <a:pt x="1293668" y="13760"/>
                </a:lnTo>
                <a:lnTo>
                  <a:pt x="1309255" y="46250"/>
                </a:lnTo>
                <a:lnTo>
                  <a:pt x="1324841" y="18904"/>
                </a:lnTo>
                <a:lnTo>
                  <a:pt x="1340427" y="90104"/>
                </a:lnTo>
                <a:lnTo>
                  <a:pt x="1356014" y="76679"/>
                </a:lnTo>
                <a:lnTo>
                  <a:pt x="1371600" y="68996"/>
                </a:lnTo>
                <a:lnTo>
                  <a:pt x="1387186" y="128839"/>
                </a:lnTo>
                <a:lnTo>
                  <a:pt x="1402773" y="131444"/>
                </a:lnTo>
                <a:lnTo>
                  <a:pt x="1418359" y="82577"/>
                </a:lnTo>
                <a:lnTo>
                  <a:pt x="1433945" y="123479"/>
                </a:lnTo>
                <a:lnTo>
                  <a:pt x="1449532" y="53346"/>
                </a:lnTo>
                <a:lnTo>
                  <a:pt x="1465118" y="97794"/>
                </a:lnTo>
                <a:lnTo>
                  <a:pt x="1480705" y="18403"/>
                </a:lnTo>
                <a:lnTo>
                  <a:pt x="1496291" y="33624"/>
                </a:lnTo>
                <a:lnTo>
                  <a:pt x="1511877" y="51858"/>
                </a:lnTo>
                <a:lnTo>
                  <a:pt x="1527464" y="66675"/>
                </a:lnTo>
                <a:lnTo>
                  <a:pt x="1543050" y="36399"/>
                </a:lnTo>
              </a:path>
            </a:pathLst>
          </a:custGeom>
          <a:noFill/>
          <a:ln w="13847">
            <a:solidFill>
              <a:srgbClr val="394D93"/>
            </a:solidFill>
            <a:prstDash val="solid"/>
          </a:ln>
        </p:spPr>
      </p:sp>
      <p:sp>
        <p:nvSpPr>
          <p:cNvPr id="403" name="p2_tsci_path_201">
            <a:extLst>
              <a:ext uri="{FF2B5EF4-FFF2-40B4-BE49-F238E27FC236}">
                <a16:creationId xmlns:a16="http://schemas.microsoft.com/office/drawing/2014/main" id="{C2166037-5922-5EB4-A4E9-08105D634FE2}"/>
              </a:ext>
            </a:extLst>
          </p:cNvPr>
          <p:cNvSpPr>
            <a:spLocks/>
          </p:cNvSpPr>
          <p:nvPr/>
        </p:nvSpPr>
        <p:spPr>
          <a:xfrm>
            <a:off x="7477479" y="2630965"/>
            <a:ext cx="196776" cy="225928"/>
          </a:xfrm>
          <a:custGeom>
            <a:avLst/>
            <a:gdLst/>
            <a:ahLst/>
            <a:cxnLst/>
            <a:rect l="0" t="0" r="0" b="0"/>
            <a:pathLst>
              <a:path w="257175" h="295275">
                <a:moveTo>
                  <a:pt x="0" y="0"/>
                </a:moveTo>
                <a:lnTo>
                  <a:pt x="185166" y="0"/>
                </a:lnTo>
                <a:lnTo>
                  <a:pt x="257175" y="64960"/>
                </a:lnTo>
                <a:lnTo>
                  <a:pt x="257175" y="295275"/>
                </a:lnTo>
                <a:lnTo>
                  <a:pt x="0" y="295275"/>
                </a:lnTo>
                <a:close/>
              </a:path>
            </a:pathLst>
          </a:custGeom>
          <a:solidFill>
            <a:srgbClr val="FFFFFF"/>
          </a:solidFill>
          <a:ln w="10932">
            <a:solidFill>
              <a:srgbClr val="394D93"/>
            </a:solidFill>
            <a:prstDash val="solid"/>
          </a:ln>
        </p:spPr>
      </p:sp>
      <p:sp>
        <p:nvSpPr>
          <p:cNvPr id="405" name="p2_tsci_path_202">
            <a:extLst>
              <a:ext uri="{FF2B5EF4-FFF2-40B4-BE49-F238E27FC236}">
                <a16:creationId xmlns:a16="http://schemas.microsoft.com/office/drawing/2014/main" id="{4B5919F1-62E9-2812-24D1-3E039DAF9ECE}"/>
              </a:ext>
            </a:extLst>
          </p:cNvPr>
          <p:cNvSpPr>
            <a:spLocks/>
          </p:cNvSpPr>
          <p:nvPr/>
        </p:nvSpPr>
        <p:spPr>
          <a:xfrm>
            <a:off x="7619158" y="2630965"/>
            <a:ext cx="55097" cy="49704"/>
          </a:xfrm>
          <a:custGeom>
            <a:avLst/>
            <a:gdLst/>
            <a:ahLst/>
            <a:cxnLst/>
            <a:rect l="0" t="0" r="0" b="0"/>
            <a:pathLst>
              <a:path w="72009" h="64960">
                <a:moveTo>
                  <a:pt x="0" y="0"/>
                </a:moveTo>
                <a:lnTo>
                  <a:pt x="0" y="64960"/>
                </a:lnTo>
                <a:lnTo>
                  <a:pt x="72009" y="64960"/>
                </a:lnTo>
              </a:path>
            </a:pathLst>
          </a:custGeom>
          <a:noFill/>
          <a:ln w="8746">
            <a:solidFill>
              <a:srgbClr val="394D93"/>
            </a:solidFill>
            <a:prstDash val="solid"/>
          </a:ln>
        </p:spPr>
      </p:sp>
      <p:sp>
        <p:nvSpPr>
          <p:cNvPr id="407" name="p2_tsci_path_203">
            <a:extLst>
              <a:ext uri="{FF2B5EF4-FFF2-40B4-BE49-F238E27FC236}">
                <a16:creationId xmlns:a16="http://schemas.microsoft.com/office/drawing/2014/main" id="{E37BE892-B323-DC86-34F1-3F438D6A1A88}"/>
              </a:ext>
            </a:extLst>
          </p:cNvPr>
          <p:cNvSpPr>
            <a:spLocks/>
          </p:cNvSpPr>
          <p:nvPr/>
        </p:nvSpPr>
        <p:spPr>
          <a:xfrm>
            <a:off x="7510931" y="2730373"/>
            <a:ext cx="127904" cy="729"/>
          </a:xfrm>
          <a:custGeom>
            <a:avLst/>
            <a:gdLst/>
            <a:ahLst/>
            <a:cxnLst/>
            <a:rect l="0" t="0" r="0" b="0"/>
            <a:pathLst>
              <a:path w="167164" h="953">
                <a:moveTo>
                  <a:pt x="0" y="0"/>
                </a:moveTo>
                <a:lnTo>
                  <a:pt x="167164" y="0"/>
                </a:lnTo>
              </a:path>
            </a:pathLst>
          </a:custGeom>
          <a:noFill/>
          <a:ln w="8017">
            <a:solidFill>
              <a:srgbClr val="394D93"/>
            </a:solidFill>
            <a:prstDash val="solid"/>
          </a:ln>
        </p:spPr>
      </p:sp>
      <p:sp>
        <p:nvSpPr>
          <p:cNvPr id="409" name="p2_tsci_path_204">
            <a:extLst>
              <a:ext uri="{FF2B5EF4-FFF2-40B4-BE49-F238E27FC236}">
                <a16:creationId xmlns:a16="http://schemas.microsoft.com/office/drawing/2014/main" id="{B361CB21-AC6F-C6FF-EE41-90BF69E2E15B}"/>
              </a:ext>
            </a:extLst>
          </p:cNvPr>
          <p:cNvSpPr>
            <a:spLocks/>
          </p:cNvSpPr>
          <p:nvPr/>
        </p:nvSpPr>
        <p:spPr>
          <a:xfrm>
            <a:off x="7510931" y="2766522"/>
            <a:ext cx="127904" cy="729"/>
          </a:xfrm>
          <a:custGeom>
            <a:avLst/>
            <a:gdLst/>
            <a:ahLst/>
            <a:cxnLst/>
            <a:rect l="0" t="0" r="0" b="0"/>
            <a:pathLst>
              <a:path w="167164" h="953">
                <a:moveTo>
                  <a:pt x="0" y="0"/>
                </a:moveTo>
                <a:lnTo>
                  <a:pt x="167164" y="0"/>
                </a:lnTo>
              </a:path>
            </a:pathLst>
          </a:custGeom>
          <a:noFill/>
          <a:ln w="8017">
            <a:solidFill>
              <a:srgbClr val="394D93"/>
            </a:solidFill>
            <a:prstDash val="solid"/>
          </a:ln>
        </p:spPr>
      </p:sp>
      <p:sp>
        <p:nvSpPr>
          <p:cNvPr id="411" name="p2_tsci_path_205">
            <a:extLst>
              <a:ext uri="{FF2B5EF4-FFF2-40B4-BE49-F238E27FC236}">
                <a16:creationId xmlns:a16="http://schemas.microsoft.com/office/drawing/2014/main" id="{99FC065A-1410-C51C-B13B-E770FF5B8181}"/>
              </a:ext>
            </a:extLst>
          </p:cNvPr>
          <p:cNvSpPr>
            <a:spLocks/>
          </p:cNvSpPr>
          <p:nvPr/>
        </p:nvSpPr>
        <p:spPr>
          <a:xfrm>
            <a:off x="7510931" y="2802670"/>
            <a:ext cx="127904" cy="729"/>
          </a:xfrm>
          <a:custGeom>
            <a:avLst/>
            <a:gdLst/>
            <a:ahLst/>
            <a:cxnLst/>
            <a:rect l="0" t="0" r="0" b="0"/>
            <a:pathLst>
              <a:path w="167164" h="953">
                <a:moveTo>
                  <a:pt x="0" y="0"/>
                </a:moveTo>
                <a:lnTo>
                  <a:pt x="167164" y="0"/>
                </a:lnTo>
              </a:path>
            </a:pathLst>
          </a:custGeom>
          <a:noFill/>
          <a:ln w="8017">
            <a:solidFill>
              <a:srgbClr val="394D93"/>
            </a:solidFill>
            <a:prstDash val="solid"/>
          </a:ln>
        </p:spPr>
      </p:sp>
      <p:sp>
        <p:nvSpPr>
          <p:cNvPr id="413" name="p2_tsci_rect_206">
            <a:extLst>
              <a:ext uri="{FF2B5EF4-FFF2-40B4-BE49-F238E27FC236}">
                <a16:creationId xmlns:a16="http://schemas.microsoft.com/office/drawing/2014/main" id="{38437154-6FEC-8490-0EE5-A6635DB6ADE6}"/>
              </a:ext>
            </a:extLst>
          </p:cNvPr>
          <p:cNvSpPr>
            <a:spLocks/>
          </p:cNvSpPr>
          <p:nvPr/>
        </p:nvSpPr>
        <p:spPr>
          <a:xfrm>
            <a:off x="8541526" y="2171821"/>
            <a:ext cx="648631" cy="255080"/>
          </a:xfrm>
          <a:prstGeom prst="roundRect">
            <a:avLst>
              <a:gd name="adj" fmla="val 14286"/>
            </a:avLst>
          </a:prstGeom>
          <a:gradFill>
            <a:gsLst>
              <a:gs pos="0">
                <a:srgbClr val="E5EAF8"/>
              </a:gs>
              <a:gs pos="100000">
                <a:srgbClr val="C4CEEB"/>
              </a:gs>
            </a:gsLst>
            <a:lin ang="5400000"/>
          </a:gradFill>
          <a:ln w="7288">
            <a:solidFill>
              <a:srgbClr val="8599C3"/>
            </a:solidFill>
            <a:prstDash val="solid"/>
          </a:ln>
        </p:spPr>
      </p:sp>
      <p:sp>
        <p:nvSpPr>
          <p:cNvPr id="415" name="p2_tsci_rect_207">
            <a:extLst>
              <a:ext uri="{FF2B5EF4-FFF2-40B4-BE49-F238E27FC236}">
                <a16:creationId xmlns:a16="http://schemas.microsoft.com/office/drawing/2014/main" id="{F09C3855-CB15-54A5-BEC6-0BAD308BA9C3}"/>
              </a:ext>
            </a:extLst>
          </p:cNvPr>
          <p:cNvSpPr>
            <a:spLocks/>
          </p:cNvSpPr>
          <p:nvPr/>
        </p:nvSpPr>
        <p:spPr>
          <a:xfrm>
            <a:off x="9547269" y="2171821"/>
            <a:ext cx="648631" cy="255080"/>
          </a:xfrm>
          <a:prstGeom prst="roundRect">
            <a:avLst>
              <a:gd name="adj" fmla="val 14286"/>
            </a:avLst>
          </a:prstGeom>
          <a:gradFill>
            <a:gsLst>
              <a:gs pos="0">
                <a:srgbClr val="E5EAF8"/>
              </a:gs>
              <a:gs pos="100000">
                <a:srgbClr val="C4CEEB"/>
              </a:gs>
            </a:gsLst>
            <a:lin ang="5400000"/>
          </a:gradFill>
          <a:ln w="7288">
            <a:solidFill>
              <a:srgbClr val="8599C3"/>
            </a:solidFill>
            <a:prstDash val="solid"/>
          </a:ln>
        </p:spPr>
      </p:sp>
      <p:sp>
        <p:nvSpPr>
          <p:cNvPr id="417" name="p2_tsci_path_208">
            <a:extLst>
              <a:ext uri="{FF2B5EF4-FFF2-40B4-BE49-F238E27FC236}">
                <a16:creationId xmlns:a16="http://schemas.microsoft.com/office/drawing/2014/main" id="{9A4DD571-9801-7411-CA69-4FEE4719EC77}"/>
              </a:ext>
            </a:extLst>
          </p:cNvPr>
          <p:cNvSpPr>
            <a:spLocks/>
          </p:cNvSpPr>
          <p:nvPr/>
        </p:nvSpPr>
        <p:spPr>
          <a:xfrm>
            <a:off x="9226597" y="2295717"/>
            <a:ext cx="284232" cy="729"/>
          </a:xfrm>
          <a:custGeom>
            <a:avLst/>
            <a:gdLst/>
            <a:ahLst/>
            <a:cxnLst/>
            <a:rect l="0" t="0" r="0" b="0"/>
            <a:pathLst>
              <a:path w="371475" h="953">
                <a:moveTo>
                  <a:pt x="0" y="0"/>
                </a:moveTo>
                <a:lnTo>
                  <a:pt x="371475" y="0"/>
                </a:lnTo>
              </a:path>
            </a:pathLst>
          </a:custGeom>
          <a:noFill/>
          <a:ln w="10203">
            <a:solidFill>
              <a:srgbClr val="394D93"/>
            </a:solidFill>
            <a:prstDash val="solid"/>
          </a:ln>
        </p:spPr>
      </p:sp>
      <p:sp>
        <p:nvSpPr>
          <p:cNvPr id="419" name="p2_tsci_path_209">
            <a:extLst>
              <a:ext uri="{FF2B5EF4-FFF2-40B4-BE49-F238E27FC236}">
                <a16:creationId xmlns:a16="http://schemas.microsoft.com/office/drawing/2014/main" id="{DE109825-5154-D600-9FD4-F6874980C2DE}"/>
              </a:ext>
            </a:extLst>
          </p:cNvPr>
          <p:cNvSpPr>
            <a:spLocks/>
          </p:cNvSpPr>
          <p:nvPr/>
        </p:nvSpPr>
        <p:spPr>
          <a:xfrm>
            <a:off x="9423373" y="2257237"/>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421" name="p2_tsci_rect_210">
            <a:extLst>
              <a:ext uri="{FF2B5EF4-FFF2-40B4-BE49-F238E27FC236}">
                <a16:creationId xmlns:a16="http://schemas.microsoft.com/office/drawing/2014/main" id="{0AF0C17C-A0FA-BCAF-31D1-2BBA09F35A87}"/>
              </a:ext>
            </a:extLst>
          </p:cNvPr>
          <p:cNvSpPr>
            <a:spLocks/>
          </p:cNvSpPr>
          <p:nvPr/>
        </p:nvSpPr>
        <p:spPr>
          <a:xfrm>
            <a:off x="8731014" y="2630965"/>
            <a:ext cx="1289974" cy="225928"/>
          </a:xfrm>
          <a:prstGeom prst="roundRect">
            <a:avLst>
              <a:gd name="adj" fmla="val 16129"/>
            </a:avLst>
          </a:prstGeom>
          <a:gradFill>
            <a:gsLst>
              <a:gs pos="0">
                <a:srgbClr val="FEFEFF"/>
              </a:gs>
              <a:gs pos="100000">
                <a:srgbClr val="EDF0F8"/>
              </a:gs>
            </a:gsLst>
            <a:lin ang="5400000"/>
          </a:gradFill>
          <a:ln w="7288">
            <a:solidFill>
              <a:srgbClr val="8599C3"/>
            </a:solidFill>
            <a:prstDash val="solid"/>
          </a:ln>
        </p:spPr>
      </p:sp>
      <p:sp>
        <p:nvSpPr>
          <p:cNvPr id="423" name="p2_tsci_path_211">
            <a:extLst>
              <a:ext uri="{FF2B5EF4-FFF2-40B4-BE49-F238E27FC236}">
                <a16:creationId xmlns:a16="http://schemas.microsoft.com/office/drawing/2014/main" id="{F105EC3B-649A-6F30-28E8-010BF137D0E0}"/>
              </a:ext>
            </a:extLst>
          </p:cNvPr>
          <p:cNvSpPr>
            <a:spLocks/>
          </p:cNvSpPr>
          <p:nvPr/>
        </p:nvSpPr>
        <p:spPr>
          <a:xfrm>
            <a:off x="9780485" y="2448765"/>
            <a:ext cx="87456" cy="153048"/>
          </a:xfrm>
          <a:custGeom>
            <a:avLst/>
            <a:gdLst/>
            <a:ahLst/>
            <a:cxnLst/>
            <a:rect l="0" t="0" r="0" b="0"/>
            <a:pathLst>
              <a:path w="114300" h="200025">
                <a:moveTo>
                  <a:pt x="114300" y="0"/>
                </a:moveTo>
                <a:cubicBezTo>
                  <a:pt x="114300" y="133350"/>
                  <a:pt x="0" y="133350"/>
                  <a:pt x="0" y="200025"/>
                </a:cubicBezTo>
              </a:path>
            </a:pathLst>
          </a:custGeom>
          <a:noFill/>
          <a:ln w="10932">
            <a:solidFill>
              <a:srgbClr val="394D93"/>
            </a:solidFill>
            <a:prstDash val="solid"/>
          </a:ln>
        </p:spPr>
      </p:sp>
      <p:sp>
        <p:nvSpPr>
          <p:cNvPr id="425" name="p2_tsci_path_212">
            <a:extLst>
              <a:ext uri="{FF2B5EF4-FFF2-40B4-BE49-F238E27FC236}">
                <a16:creationId xmlns:a16="http://schemas.microsoft.com/office/drawing/2014/main" id="{B4C38919-87AA-38AC-A9EB-312C0D5D3F36}"/>
              </a:ext>
            </a:extLst>
          </p:cNvPr>
          <p:cNvSpPr>
            <a:spLocks/>
          </p:cNvSpPr>
          <p:nvPr/>
        </p:nvSpPr>
        <p:spPr>
          <a:xfrm>
            <a:off x="9742004" y="2514357"/>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427" name="p2_tsci_path_213">
            <a:extLst>
              <a:ext uri="{FF2B5EF4-FFF2-40B4-BE49-F238E27FC236}">
                <a16:creationId xmlns:a16="http://schemas.microsoft.com/office/drawing/2014/main" id="{9EE346B6-DEAD-D92C-10C5-AFA09985E9A3}"/>
              </a:ext>
            </a:extLst>
          </p:cNvPr>
          <p:cNvSpPr>
            <a:spLocks/>
          </p:cNvSpPr>
          <p:nvPr/>
        </p:nvSpPr>
        <p:spPr>
          <a:xfrm>
            <a:off x="8672710" y="2463341"/>
            <a:ext cx="189488" cy="145760"/>
          </a:xfrm>
          <a:custGeom>
            <a:avLst/>
            <a:gdLst/>
            <a:ahLst/>
            <a:cxnLst/>
            <a:rect l="0" t="0" r="0" b="0"/>
            <a:pathLst>
              <a:path w="247650" h="190500">
                <a:moveTo>
                  <a:pt x="247650" y="190500"/>
                </a:moveTo>
                <a:cubicBezTo>
                  <a:pt x="0" y="95250"/>
                  <a:pt x="95250" y="95250"/>
                  <a:pt x="247650" y="0"/>
                </a:cubicBezTo>
              </a:path>
            </a:pathLst>
          </a:custGeom>
          <a:noFill/>
          <a:ln w="10932">
            <a:solidFill>
              <a:srgbClr val="394D93"/>
            </a:solidFill>
            <a:prstDash val="solid"/>
          </a:ln>
        </p:spPr>
      </p:sp>
      <p:sp>
        <p:nvSpPr>
          <p:cNvPr id="429" name="p2_tsci_path_214">
            <a:extLst>
              <a:ext uri="{FF2B5EF4-FFF2-40B4-BE49-F238E27FC236}">
                <a16:creationId xmlns:a16="http://schemas.microsoft.com/office/drawing/2014/main" id="{BD65ADED-6754-A8F9-BA71-851FBB141561}"/>
              </a:ext>
            </a:extLst>
          </p:cNvPr>
          <p:cNvSpPr>
            <a:spLocks/>
          </p:cNvSpPr>
          <p:nvPr/>
        </p:nvSpPr>
        <p:spPr>
          <a:xfrm>
            <a:off x="8767641" y="2463341"/>
            <a:ext cx="94557" cy="78983"/>
          </a:xfrm>
          <a:custGeom>
            <a:avLst/>
            <a:gdLst/>
            <a:ahLst/>
            <a:cxnLst/>
            <a:rect l="0" t="0" r="0" b="0"/>
            <a:pathLst>
              <a:path w="123581" h="103226">
                <a:moveTo>
                  <a:pt x="123581" y="0"/>
                </a:moveTo>
                <a:lnTo>
                  <a:pt x="53309" y="103226"/>
                </a:lnTo>
                <a:lnTo>
                  <a:pt x="0" y="17931"/>
                </a:lnTo>
                <a:close/>
              </a:path>
            </a:pathLst>
          </a:custGeom>
          <a:solidFill>
            <a:srgbClr val="394D93"/>
          </a:solidFill>
          <a:ln w="0">
            <a:noFill/>
            <a:prstDash val="solid"/>
          </a:ln>
        </p:spPr>
      </p:sp>
      <p:sp>
        <p:nvSpPr>
          <p:cNvPr id="431" name="p2_tsci_path_215">
            <a:extLst>
              <a:ext uri="{FF2B5EF4-FFF2-40B4-BE49-F238E27FC236}">
                <a16:creationId xmlns:a16="http://schemas.microsoft.com/office/drawing/2014/main" id="{014CBC27-7EBA-6656-C24A-E11B501645A0}"/>
              </a:ext>
            </a:extLst>
          </p:cNvPr>
          <p:cNvSpPr>
            <a:spLocks/>
          </p:cNvSpPr>
          <p:nvPr/>
        </p:nvSpPr>
        <p:spPr>
          <a:xfrm>
            <a:off x="10567588" y="2186397"/>
            <a:ext cx="276944" cy="371688"/>
          </a:xfrm>
          <a:custGeom>
            <a:avLst/>
            <a:gdLst/>
            <a:ahLst/>
            <a:cxnLst/>
            <a:rect l="0" t="0" r="0" b="0"/>
            <a:pathLst>
              <a:path w="361950" h="485775">
                <a:moveTo>
                  <a:pt x="0" y="0"/>
                </a:moveTo>
                <a:lnTo>
                  <a:pt x="260604" y="0"/>
                </a:lnTo>
                <a:lnTo>
                  <a:pt x="361950" y="106871"/>
                </a:lnTo>
                <a:lnTo>
                  <a:pt x="361950" y="485775"/>
                </a:lnTo>
                <a:lnTo>
                  <a:pt x="0" y="485775"/>
                </a:lnTo>
                <a:close/>
              </a:path>
            </a:pathLst>
          </a:custGeom>
          <a:solidFill>
            <a:srgbClr val="FFFFFF"/>
          </a:solidFill>
          <a:ln w="10932">
            <a:solidFill>
              <a:srgbClr val="394D93"/>
            </a:solidFill>
            <a:prstDash val="solid"/>
          </a:ln>
        </p:spPr>
      </p:sp>
      <p:sp>
        <p:nvSpPr>
          <p:cNvPr id="433" name="p2_tsci_path_216">
            <a:extLst>
              <a:ext uri="{FF2B5EF4-FFF2-40B4-BE49-F238E27FC236}">
                <a16:creationId xmlns:a16="http://schemas.microsoft.com/office/drawing/2014/main" id="{5F26AABD-27D1-CF68-6271-99C454EA0ED2}"/>
              </a:ext>
            </a:extLst>
          </p:cNvPr>
          <p:cNvSpPr>
            <a:spLocks/>
          </p:cNvSpPr>
          <p:nvPr/>
        </p:nvSpPr>
        <p:spPr>
          <a:xfrm>
            <a:off x="10766987" y="2186397"/>
            <a:ext cx="77544" cy="81771"/>
          </a:xfrm>
          <a:custGeom>
            <a:avLst/>
            <a:gdLst/>
            <a:ahLst/>
            <a:cxnLst/>
            <a:rect l="0" t="0" r="0" b="0"/>
            <a:pathLst>
              <a:path w="101346" h="106871">
                <a:moveTo>
                  <a:pt x="0" y="0"/>
                </a:moveTo>
                <a:lnTo>
                  <a:pt x="0" y="106871"/>
                </a:lnTo>
                <a:lnTo>
                  <a:pt x="101346" y="106871"/>
                </a:lnTo>
              </a:path>
            </a:pathLst>
          </a:custGeom>
          <a:noFill/>
          <a:ln w="8746">
            <a:solidFill>
              <a:srgbClr val="394D93"/>
            </a:solidFill>
            <a:prstDash val="solid"/>
          </a:ln>
        </p:spPr>
      </p:sp>
      <p:sp>
        <p:nvSpPr>
          <p:cNvPr id="435" name="p2_tsci_path_217">
            <a:extLst>
              <a:ext uri="{FF2B5EF4-FFF2-40B4-BE49-F238E27FC236}">
                <a16:creationId xmlns:a16="http://schemas.microsoft.com/office/drawing/2014/main" id="{F518836A-FB27-4AEC-F926-A9F979ADEAE7}"/>
              </a:ext>
            </a:extLst>
          </p:cNvPr>
          <p:cNvSpPr>
            <a:spLocks/>
          </p:cNvSpPr>
          <p:nvPr/>
        </p:nvSpPr>
        <p:spPr>
          <a:xfrm>
            <a:off x="10614668" y="2349940"/>
            <a:ext cx="180013" cy="729"/>
          </a:xfrm>
          <a:custGeom>
            <a:avLst/>
            <a:gdLst/>
            <a:ahLst/>
            <a:cxnLst/>
            <a:rect l="0" t="0" r="0" b="0"/>
            <a:pathLst>
              <a:path w="235268" h="953">
                <a:moveTo>
                  <a:pt x="0" y="0"/>
                </a:moveTo>
                <a:lnTo>
                  <a:pt x="235268" y="0"/>
                </a:lnTo>
              </a:path>
            </a:pathLst>
          </a:custGeom>
          <a:noFill/>
          <a:ln w="8017">
            <a:solidFill>
              <a:srgbClr val="394D93"/>
            </a:solidFill>
            <a:prstDash val="solid"/>
          </a:ln>
        </p:spPr>
      </p:sp>
      <p:sp>
        <p:nvSpPr>
          <p:cNvPr id="437" name="p2_tsci_path_218">
            <a:extLst>
              <a:ext uri="{FF2B5EF4-FFF2-40B4-BE49-F238E27FC236}">
                <a16:creationId xmlns:a16="http://schemas.microsoft.com/office/drawing/2014/main" id="{B2603ACC-926E-6A26-2A2B-75D08420182A}"/>
              </a:ext>
            </a:extLst>
          </p:cNvPr>
          <p:cNvSpPr>
            <a:spLocks/>
          </p:cNvSpPr>
          <p:nvPr/>
        </p:nvSpPr>
        <p:spPr>
          <a:xfrm>
            <a:off x="10614668" y="2409410"/>
            <a:ext cx="180013" cy="729"/>
          </a:xfrm>
          <a:custGeom>
            <a:avLst/>
            <a:gdLst/>
            <a:ahLst/>
            <a:cxnLst/>
            <a:rect l="0" t="0" r="0" b="0"/>
            <a:pathLst>
              <a:path w="235268" h="953">
                <a:moveTo>
                  <a:pt x="0" y="0"/>
                </a:moveTo>
                <a:lnTo>
                  <a:pt x="235268" y="0"/>
                </a:lnTo>
              </a:path>
            </a:pathLst>
          </a:custGeom>
          <a:noFill/>
          <a:ln w="8017">
            <a:solidFill>
              <a:srgbClr val="394D93"/>
            </a:solidFill>
            <a:prstDash val="solid"/>
          </a:ln>
        </p:spPr>
      </p:sp>
      <p:sp>
        <p:nvSpPr>
          <p:cNvPr id="439" name="p2_tsci_path_219">
            <a:extLst>
              <a:ext uri="{FF2B5EF4-FFF2-40B4-BE49-F238E27FC236}">
                <a16:creationId xmlns:a16="http://schemas.microsoft.com/office/drawing/2014/main" id="{0802E92F-FDC9-850D-D413-28EBD093862D}"/>
              </a:ext>
            </a:extLst>
          </p:cNvPr>
          <p:cNvSpPr>
            <a:spLocks/>
          </p:cNvSpPr>
          <p:nvPr/>
        </p:nvSpPr>
        <p:spPr>
          <a:xfrm>
            <a:off x="10614668" y="2468880"/>
            <a:ext cx="180013" cy="729"/>
          </a:xfrm>
          <a:custGeom>
            <a:avLst/>
            <a:gdLst/>
            <a:ahLst/>
            <a:cxnLst/>
            <a:rect l="0" t="0" r="0" b="0"/>
            <a:pathLst>
              <a:path w="235268" h="953">
                <a:moveTo>
                  <a:pt x="0" y="0"/>
                </a:moveTo>
                <a:lnTo>
                  <a:pt x="235268" y="0"/>
                </a:lnTo>
              </a:path>
            </a:pathLst>
          </a:custGeom>
          <a:noFill/>
          <a:ln w="8017">
            <a:solidFill>
              <a:srgbClr val="394D93"/>
            </a:solidFill>
            <a:prstDash val="solid"/>
          </a:ln>
        </p:spPr>
      </p:sp>
      <p:sp>
        <p:nvSpPr>
          <p:cNvPr id="441" name="p2_tsci_path_220">
            <a:extLst>
              <a:ext uri="{FF2B5EF4-FFF2-40B4-BE49-F238E27FC236}">
                <a16:creationId xmlns:a16="http://schemas.microsoft.com/office/drawing/2014/main" id="{07595691-07FE-7535-FB10-FEAA23B7D835}"/>
              </a:ext>
            </a:extLst>
          </p:cNvPr>
          <p:cNvSpPr>
            <a:spLocks/>
          </p:cNvSpPr>
          <p:nvPr/>
        </p:nvSpPr>
        <p:spPr>
          <a:xfrm>
            <a:off x="6894440" y="2346733"/>
            <a:ext cx="51016" cy="729"/>
          </a:xfrm>
          <a:custGeom>
            <a:avLst/>
            <a:gdLst/>
            <a:ahLst/>
            <a:cxnLst/>
            <a:rect l="0" t="0" r="0" b="0"/>
            <a:pathLst>
              <a:path w="66675" h="953">
                <a:moveTo>
                  <a:pt x="0" y="0"/>
                </a:moveTo>
                <a:lnTo>
                  <a:pt x="66675" y="0"/>
                </a:lnTo>
              </a:path>
            </a:pathLst>
          </a:custGeom>
          <a:noFill/>
          <a:ln w="10932">
            <a:solidFill>
              <a:srgbClr val="394D93"/>
            </a:solidFill>
            <a:prstDash val="solid"/>
          </a:ln>
        </p:spPr>
      </p:sp>
      <p:sp>
        <p:nvSpPr>
          <p:cNvPr id="443" name="p2_tsci_path_221">
            <a:extLst>
              <a:ext uri="{FF2B5EF4-FFF2-40B4-BE49-F238E27FC236}">
                <a16:creationId xmlns:a16="http://schemas.microsoft.com/office/drawing/2014/main" id="{9EACBDFC-2FCA-1DDB-CBDB-63096657BCE4}"/>
              </a:ext>
            </a:extLst>
          </p:cNvPr>
          <p:cNvSpPr>
            <a:spLocks/>
          </p:cNvSpPr>
          <p:nvPr/>
        </p:nvSpPr>
        <p:spPr>
          <a:xfrm>
            <a:off x="6858000" y="2308253"/>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445" name="p2_tsci_path_222">
            <a:extLst>
              <a:ext uri="{FF2B5EF4-FFF2-40B4-BE49-F238E27FC236}">
                <a16:creationId xmlns:a16="http://schemas.microsoft.com/office/drawing/2014/main" id="{42667F83-9137-B55C-7C05-95793D490830}"/>
              </a:ext>
            </a:extLst>
          </p:cNvPr>
          <p:cNvSpPr>
            <a:spLocks/>
          </p:cNvSpPr>
          <p:nvPr/>
        </p:nvSpPr>
        <p:spPr>
          <a:xfrm>
            <a:off x="8308310" y="2346733"/>
            <a:ext cx="58304" cy="729"/>
          </a:xfrm>
          <a:custGeom>
            <a:avLst/>
            <a:gdLst/>
            <a:ahLst/>
            <a:cxnLst/>
            <a:rect l="0" t="0" r="0" b="0"/>
            <a:pathLst>
              <a:path w="76200" h="953">
                <a:moveTo>
                  <a:pt x="0" y="0"/>
                </a:moveTo>
                <a:lnTo>
                  <a:pt x="76200" y="0"/>
                </a:lnTo>
              </a:path>
            </a:pathLst>
          </a:custGeom>
          <a:noFill/>
          <a:ln w="10932">
            <a:solidFill>
              <a:srgbClr val="394D93"/>
            </a:solidFill>
            <a:prstDash val="solid"/>
          </a:ln>
        </p:spPr>
      </p:sp>
      <p:sp>
        <p:nvSpPr>
          <p:cNvPr id="447" name="p2_tsci_path_223">
            <a:extLst>
              <a:ext uri="{FF2B5EF4-FFF2-40B4-BE49-F238E27FC236}">
                <a16:creationId xmlns:a16="http://schemas.microsoft.com/office/drawing/2014/main" id="{7E9E6640-9506-884C-EFDE-F65C992764E6}"/>
              </a:ext>
            </a:extLst>
          </p:cNvPr>
          <p:cNvSpPr>
            <a:spLocks/>
          </p:cNvSpPr>
          <p:nvPr/>
        </p:nvSpPr>
        <p:spPr>
          <a:xfrm>
            <a:off x="8279158" y="2308253"/>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449" name="p2_tsci_path_224">
            <a:extLst>
              <a:ext uri="{FF2B5EF4-FFF2-40B4-BE49-F238E27FC236}">
                <a16:creationId xmlns:a16="http://schemas.microsoft.com/office/drawing/2014/main" id="{D2A30D45-43E5-4AD9-39EF-5BAC5317FE72}"/>
              </a:ext>
            </a:extLst>
          </p:cNvPr>
          <p:cNvSpPr>
            <a:spLocks/>
          </p:cNvSpPr>
          <p:nvPr/>
        </p:nvSpPr>
        <p:spPr>
          <a:xfrm>
            <a:off x="10363524" y="2346733"/>
            <a:ext cx="65592" cy="729"/>
          </a:xfrm>
          <a:custGeom>
            <a:avLst/>
            <a:gdLst/>
            <a:ahLst/>
            <a:cxnLst/>
            <a:rect l="0" t="0" r="0" b="0"/>
            <a:pathLst>
              <a:path w="85725" h="953">
                <a:moveTo>
                  <a:pt x="0" y="0"/>
                </a:moveTo>
                <a:lnTo>
                  <a:pt x="85725" y="0"/>
                </a:lnTo>
              </a:path>
            </a:pathLst>
          </a:custGeom>
          <a:noFill/>
          <a:ln w="10932">
            <a:solidFill>
              <a:srgbClr val="394D93"/>
            </a:solidFill>
            <a:prstDash val="solid"/>
          </a:ln>
        </p:spPr>
      </p:sp>
      <p:sp>
        <p:nvSpPr>
          <p:cNvPr id="451" name="p2_tsci_path_225">
            <a:extLst>
              <a:ext uri="{FF2B5EF4-FFF2-40B4-BE49-F238E27FC236}">
                <a16:creationId xmlns:a16="http://schemas.microsoft.com/office/drawing/2014/main" id="{ADA5C907-1E29-ABF2-FD8B-13CA7171A641}"/>
              </a:ext>
            </a:extLst>
          </p:cNvPr>
          <p:cNvSpPr>
            <a:spLocks/>
          </p:cNvSpPr>
          <p:nvPr/>
        </p:nvSpPr>
        <p:spPr>
          <a:xfrm>
            <a:off x="10341660" y="2308253"/>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453" name="p2_tsci_rect_226">
            <a:extLst>
              <a:ext uri="{FF2B5EF4-FFF2-40B4-BE49-F238E27FC236}">
                <a16:creationId xmlns:a16="http://schemas.microsoft.com/office/drawing/2014/main" id="{43007D3E-9D75-AB4B-C2D3-1231B3159351}"/>
              </a:ext>
            </a:extLst>
          </p:cNvPr>
          <p:cNvSpPr>
            <a:spLocks/>
          </p:cNvSpPr>
          <p:nvPr/>
        </p:nvSpPr>
        <p:spPr>
          <a:xfrm>
            <a:off x="5480570" y="3075532"/>
            <a:ext cx="6493600" cy="211352"/>
          </a:xfrm>
          <a:prstGeom prst="roundRect">
            <a:avLst>
              <a:gd name="adj" fmla="val 17241"/>
            </a:avLst>
          </a:prstGeom>
          <a:gradFill>
            <a:gsLst>
              <a:gs pos="0">
                <a:srgbClr val="E5EAF8"/>
              </a:gs>
              <a:gs pos="100000">
                <a:srgbClr val="C4CEEB"/>
              </a:gs>
            </a:gsLst>
            <a:lin ang="5400000"/>
          </a:gradFill>
          <a:ln w="0">
            <a:noFill/>
            <a:prstDash val="solid"/>
          </a:ln>
        </p:spPr>
      </p:sp>
      <p:sp>
        <p:nvSpPr>
          <p:cNvPr id="455" name="p2_proposed_validation_rect_227">
            <a:extLst>
              <a:ext uri="{FF2B5EF4-FFF2-40B4-BE49-F238E27FC236}">
                <a16:creationId xmlns:a16="http://schemas.microsoft.com/office/drawing/2014/main" id="{0FCE447E-E373-B06B-D5FF-75E473FC1EFA}"/>
              </a:ext>
            </a:extLst>
          </p:cNvPr>
          <p:cNvSpPr>
            <a:spLocks/>
          </p:cNvSpPr>
          <p:nvPr/>
        </p:nvSpPr>
        <p:spPr>
          <a:xfrm>
            <a:off x="5371250" y="3476372"/>
            <a:ext cx="6719528" cy="2951637"/>
          </a:xfrm>
          <a:prstGeom prst="roundRect">
            <a:avLst>
              <a:gd name="adj" fmla="val 2963"/>
            </a:avLst>
          </a:prstGeom>
          <a:gradFill>
            <a:gsLst>
              <a:gs pos="0">
                <a:srgbClr val="FFFDFE"/>
              </a:gs>
              <a:gs pos="100000">
                <a:srgbClr val="F7EAF2"/>
              </a:gs>
            </a:gsLst>
            <a:lin ang="5400000"/>
          </a:gradFill>
          <a:ln w="9839">
            <a:solidFill>
              <a:srgbClr val="9C3E76"/>
            </a:solidFill>
            <a:prstDash val="solid"/>
          </a:ln>
        </p:spPr>
      </p:sp>
      <p:sp>
        <p:nvSpPr>
          <p:cNvPr id="457" name="p2_proposed_validation_rect_228">
            <a:extLst>
              <a:ext uri="{FF2B5EF4-FFF2-40B4-BE49-F238E27FC236}">
                <a16:creationId xmlns:a16="http://schemas.microsoft.com/office/drawing/2014/main" id="{E1B17D2B-30D2-6DD1-FEE2-CA4F5F47189C}"/>
              </a:ext>
            </a:extLst>
          </p:cNvPr>
          <p:cNvSpPr>
            <a:spLocks/>
          </p:cNvSpPr>
          <p:nvPr/>
        </p:nvSpPr>
        <p:spPr>
          <a:xfrm>
            <a:off x="5473282" y="3563828"/>
            <a:ext cx="262368" cy="269656"/>
          </a:xfrm>
          <a:prstGeom prst="roundRect">
            <a:avLst>
              <a:gd name="adj" fmla="val 13889"/>
            </a:avLst>
          </a:prstGeom>
          <a:solidFill>
            <a:srgbClr val="F2DDEB"/>
          </a:solidFill>
          <a:ln w="0">
            <a:noFill/>
            <a:prstDash val="solid"/>
          </a:ln>
        </p:spPr>
      </p:sp>
      <p:sp>
        <p:nvSpPr>
          <p:cNvPr id="459" name="p2_proposed_validation_rect_229">
            <a:extLst>
              <a:ext uri="{FF2B5EF4-FFF2-40B4-BE49-F238E27FC236}">
                <a16:creationId xmlns:a16="http://schemas.microsoft.com/office/drawing/2014/main" id="{C9926DF6-809C-C8ED-DE4E-EA9628C910A1}"/>
              </a:ext>
            </a:extLst>
          </p:cNvPr>
          <p:cNvSpPr>
            <a:spLocks/>
          </p:cNvSpPr>
          <p:nvPr/>
        </p:nvSpPr>
        <p:spPr>
          <a:xfrm>
            <a:off x="5480570" y="3942803"/>
            <a:ext cx="3709588" cy="2332157"/>
          </a:xfrm>
          <a:prstGeom prst="roundRect">
            <a:avLst>
              <a:gd name="adj" fmla="val 1875"/>
            </a:avLst>
          </a:prstGeom>
          <a:solidFill>
            <a:srgbClr val="FFFFFF"/>
          </a:solidFill>
          <a:ln w="7288">
            <a:solidFill>
              <a:srgbClr val="C3CEE7"/>
            </a:solidFill>
            <a:prstDash val="solid"/>
          </a:ln>
        </p:spPr>
      </p:sp>
      <p:sp>
        <p:nvSpPr>
          <p:cNvPr id="461" name="p2_proposed_validation_rect_230">
            <a:extLst>
              <a:ext uri="{FF2B5EF4-FFF2-40B4-BE49-F238E27FC236}">
                <a16:creationId xmlns:a16="http://schemas.microsoft.com/office/drawing/2014/main" id="{3BEC755D-D358-C748-445D-719323607828}"/>
              </a:ext>
            </a:extLst>
          </p:cNvPr>
          <p:cNvSpPr>
            <a:spLocks/>
          </p:cNvSpPr>
          <p:nvPr/>
        </p:nvSpPr>
        <p:spPr>
          <a:xfrm>
            <a:off x="5582601" y="4329067"/>
            <a:ext cx="1683526" cy="1268111"/>
          </a:xfrm>
          <a:prstGeom prst="roundRect">
            <a:avLst>
              <a:gd name="adj" fmla="val 3448"/>
            </a:avLst>
          </a:prstGeom>
          <a:gradFill>
            <a:gsLst>
              <a:gs pos="0">
                <a:srgbClr val="FEFEFF"/>
              </a:gs>
              <a:gs pos="100000">
                <a:srgbClr val="EDF0F8"/>
              </a:gs>
            </a:gsLst>
            <a:lin ang="5400000"/>
          </a:gradFill>
          <a:ln w="7288">
            <a:solidFill>
              <a:srgbClr val="8599C3"/>
            </a:solidFill>
            <a:prstDash val="solid"/>
          </a:ln>
        </p:spPr>
      </p:sp>
      <p:sp>
        <p:nvSpPr>
          <p:cNvPr id="463" name="p2_proposed_validation_path_231">
            <a:extLst>
              <a:ext uri="{FF2B5EF4-FFF2-40B4-BE49-F238E27FC236}">
                <a16:creationId xmlns:a16="http://schemas.microsoft.com/office/drawing/2014/main" id="{E59EEFAD-825E-B57F-5083-A7E8B21348F3}"/>
              </a:ext>
            </a:extLst>
          </p:cNvPr>
          <p:cNvSpPr>
            <a:spLocks/>
          </p:cNvSpPr>
          <p:nvPr/>
        </p:nvSpPr>
        <p:spPr>
          <a:xfrm>
            <a:off x="5670057" y="4739115"/>
            <a:ext cx="196776" cy="72004"/>
          </a:xfrm>
          <a:custGeom>
            <a:avLst/>
            <a:gdLst/>
            <a:ahLst/>
            <a:cxnLst/>
            <a:rect l="0" t="0" r="0" b="0"/>
            <a:pathLst>
              <a:path w="257175" h="94106">
                <a:moveTo>
                  <a:pt x="0" y="29317"/>
                </a:moveTo>
                <a:lnTo>
                  <a:pt x="2598" y="78594"/>
                </a:lnTo>
                <a:lnTo>
                  <a:pt x="5195" y="71009"/>
                </a:lnTo>
                <a:lnTo>
                  <a:pt x="7793" y="94106"/>
                </a:lnTo>
                <a:lnTo>
                  <a:pt x="10391" y="45460"/>
                </a:lnTo>
                <a:lnTo>
                  <a:pt x="12989" y="86323"/>
                </a:lnTo>
                <a:lnTo>
                  <a:pt x="15586" y="50026"/>
                </a:lnTo>
                <a:lnTo>
                  <a:pt x="18184" y="21643"/>
                </a:lnTo>
                <a:lnTo>
                  <a:pt x="20782" y="10903"/>
                </a:lnTo>
                <a:lnTo>
                  <a:pt x="23380" y="52274"/>
                </a:lnTo>
                <a:lnTo>
                  <a:pt x="25977" y="45178"/>
                </a:lnTo>
                <a:lnTo>
                  <a:pt x="28575" y="18637"/>
                </a:lnTo>
                <a:lnTo>
                  <a:pt x="31173" y="17445"/>
                </a:lnTo>
                <a:lnTo>
                  <a:pt x="33770" y="30516"/>
                </a:lnTo>
                <a:lnTo>
                  <a:pt x="36368" y="44409"/>
                </a:lnTo>
                <a:lnTo>
                  <a:pt x="38966" y="65777"/>
                </a:lnTo>
                <a:lnTo>
                  <a:pt x="41564" y="76449"/>
                </a:lnTo>
                <a:lnTo>
                  <a:pt x="44161" y="63577"/>
                </a:lnTo>
                <a:lnTo>
                  <a:pt x="46759" y="69648"/>
                </a:lnTo>
                <a:lnTo>
                  <a:pt x="49357" y="88747"/>
                </a:lnTo>
                <a:lnTo>
                  <a:pt x="51955" y="54519"/>
                </a:lnTo>
                <a:lnTo>
                  <a:pt x="54552" y="51049"/>
                </a:lnTo>
                <a:lnTo>
                  <a:pt x="57150" y="17539"/>
                </a:lnTo>
                <a:lnTo>
                  <a:pt x="59748" y="43412"/>
                </a:lnTo>
                <a:lnTo>
                  <a:pt x="62345" y="39887"/>
                </a:lnTo>
                <a:lnTo>
                  <a:pt x="64943" y="9120"/>
                </a:lnTo>
                <a:lnTo>
                  <a:pt x="67541" y="0"/>
                </a:lnTo>
                <a:lnTo>
                  <a:pt x="70139" y="50802"/>
                </a:lnTo>
                <a:lnTo>
                  <a:pt x="72736" y="12079"/>
                </a:lnTo>
                <a:lnTo>
                  <a:pt x="75334" y="42238"/>
                </a:lnTo>
                <a:lnTo>
                  <a:pt x="77932" y="53669"/>
                </a:lnTo>
                <a:lnTo>
                  <a:pt x="80530" y="43216"/>
                </a:lnTo>
                <a:lnTo>
                  <a:pt x="83127" y="48698"/>
                </a:lnTo>
                <a:lnTo>
                  <a:pt x="85725" y="77420"/>
                </a:lnTo>
                <a:lnTo>
                  <a:pt x="88323" y="81205"/>
                </a:lnTo>
                <a:lnTo>
                  <a:pt x="90920" y="33820"/>
                </a:lnTo>
                <a:lnTo>
                  <a:pt x="93518" y="51837"/>
                </a:lnTo>
                <a:lnTo>
                  <a:pt x="96116" y="58259"/>
                </a:lnTo>
                <a:lnTo>
                  <a:pt x="98714" y="11411"/>
                </a:lnTo>
                <a:lnTo>
                  <a:pt x="101311" y="23452"/>
                </a:lnTo>
                <a:lnTo>
                  <a:pt x="103909" y="8687"/>
                </a:lnTo>
                <a:lnTo>
                  <a:pt x="106507" y="10036"/>
                </a:lnTo>
                <a:lnTo>
                  <a:pt x="109105" y="29184"/>
                </a:lnTo>
                <a:lnTo>
                  <a:pt x="111702" y="51181"/>
                </a:lnTo>
                <a:lnTo>
                  <a:pt x="114300" y="40319"/>
                </a:lnTo>
                <a:lnTo>
                  <a:pt x="116898" y="42199"/>
                </a:lnTo>
                <a:lnTo>
                  <a:pt x="119495" y="89516"/>
                </a:lnTo>
                <a:lnTo>
                  <a:pt x="122093" y="78163"/>
                </a:lnTo>
                <a:lnTo>
                  <a:pt x="124691" y="61898"/>
                </a:lnTo>
                <a:lnTo>
                  <a:pt x="127289" y="89479"/>
                </a:lnTo>
                <a:lnTo>
                  <a:pt x="129886" y="50451"/>
                </a:lnTo>
                <a:lnTo>
                  <a:pt x="132484" y="21581"/>
                </a:lnTo>
                <a:lnTo>
                  <a:pt x="135082" y="14945"/>
                </a:lnTo>
                <a:lnTo>
                  <a:pt x="137680" y="44313"/>
                </a:lnTo>
                <a:lnTo>
                  <a:pt x="140277" y="21919"/>
                </a:lnTo>
                <a:lnTo>
                  <a:pt x="142875" y="17859"/>
                </a:lnTo>
                <a:lnTo>
                  <a:pt x="145473" y="6080"/>
                </a:lnTo>
                <a:lnTo>
                  <a:pt x="148070" y="30320"/>
                </a:lnTo>
                <a:lnTo>
                  <a:pt x="150668" y="27544"/>
                </a:lnTo>
                <a:lnTo>
                  <a:pt x="153266" y="28896"/>
                </a:lnTo>
                <a:lnTo>
                  <a:pt x="155864" y="76450"/>
                </a:lnTo>
                <a:lnTo>
                  <a:pt x="158461" y="85119"/>
                </a:lnTo>
                <a:lnTo>
                  <a:pt x="161059" y="50496"/>
                </a:lnTo>
                <a:lnTo>
                  <a:pt x="163657" y="67830"/>
                </a:lnTo>
                <a:lnTo>
                  <a:pt x="166255" y="69991"/>
                </a:lnTo>
                <a:lnTo>
                  <a:pt x="168852" y="66590"/>
                </a:lnTo>
                <a:lnTo>
                  <a:pt x="171450" y="26375"/>
                </a:lnTo>
                <a:lnTo>
                  <a:pt x="174048" y="18764"/>
                </a:lnTo>
                <a:lnTo>
                  <a:pt x="176645" y="25881"/>
                </a:lnTo>
                <a:lnTo>
                  <a:pt x="179243" y="35472"/>
                </a:lnTo>
                <a:lnTo>
                  <a:pt x="181841" y="21160"/>
                </a:lnTo>
                <a:lnTo>
                  <a:pt x="184439" y="28131"/>
                </a:lnTo>
                <a:lnTo>
                  <a:pt x="187036" y="56127"/>
                </a:lnTo>
                <a:lnTo>
                  <a:pt x="189634" y="77414"/>
                </a:lnTo>
                <a:lnTo>
                  <a:pt x="192232" y="52134"/>
                </a:lnTo>
                <a:lnTo>
                  <a:pt x="194830" y="90448"/>
                </a:lnTo>
                <a:lnTo>
                  <a:pt x="197427" y="54680"/>
                </a:lnTo>
                <a:lnTo>
                  <a:pt x="200025" y="55830"/>
                </a:lnTo>
                <a:lnTo>
                  <a:pt x="202623" y="86243"/>
                </a:lnTo>
                <a:lnTo>
                  <a:pt x="205220" y="62595"/>
                </a:lnTo>
                <a:lnTo>
                  <a:pt x="207818" y="22509"/>
                </a:lnTo>
                <a:lnTo>
                  <a:pt x="210416" y="2978"/>
                </a:lnTo>
                <a:lnTo>
                  <a:pt x="213014" y="8743"/>
                </a:lnTo>
                <a:lnTo>
                  <a:pt x="215611" y="35197"/>
                </a:lnTo>
                <a:lnTo>
                  <a:pt x="218209" y="33120"/>
                </a:lnTo>
                <a:lnTo>
                  <a:pt x="220807" y="8648"/>
                </a:lnTo>
                <a:lnTo>
                  <a:pt x="223405" y="35298"/>
                </a:lnTo>
                <a:lnTo>
                  <a:pt x="226002" y="60763"/>
                </a:lnTo>
                <a:lnTo>
                  <a:pt x="228600" y="52896"/>
                </a:lnTo>
                <a:lnTo>
                  <a:pt x="231198" y="56626"/>
                </a:lnTo>
                <a:lnTo>
                  <a:pt x="233795" y="62396"/>
                </a:lnTo>
                <a:lnTo>
                  <a:pt x="236393" y="53718"/>
                </a:lnTo>
                <a:lnTo>
                  <a:pt x="238991" y="85718"/>
                </a:lnTo>
                <a:lnTo>
                  <a:pt x="241589" y="39121"/>
                </a:lnTo>
                <a:lnTo>
                  <a:pt x="244186" y="54344"/>
                </a:lnTo>
                <a:lnTo>
                  <a:pt x="246784" y="44060"/>
                </a:lnTo>
                <a:lnTo>
                  <a:pt x="249382" y="20121"/>
                </a:lnTo>
                <a:lnTo>
                  <a:pt x="251980" y="4902"/>
                </a:lnTo>
                <a:lnTo>
                  <a:pt x="254577" y="18487"/>
                </a:lnTo>
                <a:lnTo>
                  <a:pt x="257175" y="12237"/>
                </a:lnTo>
              </a:path>
            </a:pathLst>
          </a:custGeom>
          <a:noFill/>
          <a:ln w="13847">
            <a:solidFill>
              <a:srgbClr val="394D93"/>
            </a:solidFill>
            <a:prstDash val="solid"/>
          </a:ln>
        </p:spPr>
      </p:sp>
      <p:sp>
        <p:nvSpPr>
          <p:cNvPr id="465" name="p2_proposed_validation_path_232">
            <a:extLst>
              <a:ext uri="{FF2B5EF4-FFF2-40B4-BE49-F238E27FC236}">
                <a16:creationId xmlns:a16="http://schemas.microsoft.com/office/drawing/2014/main" id="{B034C21E-C0DE-3FC1-2D59-C05EA680F7E8}"/>
              </a:ext>
            </a:extLst>
          </p:cNvPr>
          <p:cNvSpPr>
            <a:spLocks/>
          </p:cNvSpPr>
          <p:nvPr/>
        </p:nvSpPr>
        <p:spPr>
          <a:xfrm>
            <a:off x="5706497" y="5006850"/>
            <a:ext cx="116608" cy="153048"/>
          </a:xfrm>
          <a:custGeom>
            <a:avLst/>
            <a:gdLst/>
            <a:ahLst/>
            <a:cxnLst/>
            <a:rect l="0" t="0" r="0" b="0"/>
            <a:pathLst>
              <a:path w="152400" h="200025">
                <a:moveTo>
                  <a:pt x="0" y="0"/>
                </a:moveTo>
                <a:lnTo>
                  <a:pt x="109728" y="0"/>
                </a:lnTo>
                <a:lnTo>
                  <a:pt x="152400" y="44006"/>
                </a:lnTo>
                <a:lnTo>
                  <a:pt x="152400" y="200025"/>
                </a:lnTo>
                <a:lnTo>
                  <a:pt x="0" y="200025"/>
                </a:lnTo>
                <a:close/>
              </a:path>
            </a:pathLst>
          </a:custGeom>
          <a:solidFill>
            <a:srgbClr val="FFFFFF"/>
          </a:solidFill>
          <a:ln w="10932">
            <a:solidFill>
              <a:srgbClr val="394D93"/>
            </a:solidFill>
            <a:prstDash val="solid"/>
          </a:ln>
        </p:spPr>
      </p:sp>
      <p:sp>
        <p:nvSpPr>
          <p:cNvPr id="467" name="p2_proposed_validation_path_233">
            <a:extLst>
              <a:ext uri="{FF2B5EF4-FFF2-40B4-BE49-F238E27FC236}">
                <a16:creationId xmlns:a16="http://schemas.microsoft.com/office/drawing/2014/main" id="{2A287787-3048-974B-780A-8B715515C336}"/>
              </a:ext>
            </a:extLst>
          </p:cNvPr>
          <p:cNvSpPr>
            <a:spLocks/>
          </p:cNvSpPr>
          <p:nvPr/>
        </p:nvSpPr>
        <p:spPr>
          <a:xfrm>
            <a:off x="5790455" y="5006850"/>
            <a:ext cx="32650" cy="33671"/>
          </a:xfrm>
          <a:custGeom>
            <a:avLst/>
            <a:gdLst/>
            <a:ahLst/>
            <a:cxnLst/>
            <a:rect l="0" t="0" r="0" b="0"/>
            <a:pathLst>
              <a:path w="42672" h="44006">
                <a:moveTo>
                  <a:pt x="0" y="0"/>
                </a:moveTo>
                <a:lnTo>
                  <a:pt x="0" y="44006"/>
                </a:lnTo>
                <a:lnTo>
                  <a:pt x="42672" y="44006"/>
                </a:lnTo>
              </a:path>
            </a:pathLst>
          </a:custGeom>
          <a:noFill/>
          <a:ln w="8746">
            <a:solidFill>
              <a:srgbClr val="394D93"/>
            </a:solidFill>
            <a:prstDash val="solid"/>
          </a:ln>
        </p:spPr>
      </p:sp>
      <p:sp>
        <p:nvSpPr>
          <p:cNvPr id="469" name="p2_proposed_validation_path_234">
            <a:extLst>
              <a:ext uri="{FF2B5EF4-FFF2-40B4-BE49-F238E27FC236}">
                <a16:creationId xmlns:a16="http://schemas.microsoft.com/office/drawing/2014/main" id="{35FBA5DE-6ACD-EF69-63EC-3E07354CE48D}"/>
              </a:ext>
            </a:extLst>
          </p:cNvPr>
          <p:cNvSpPr>
            <a:spLocks/>
          </p:cNvSpPr>
          <p:nvPr/>
        </p:nvSpPr>
        <p:spPr>
          <a:xfrm>
            <a:off x="5726321" y="5074191"/>
            <a:ext cx="75795" cy="729"/>
          </a:xfrm>
          <a:custGeom>
            <a:avLst/>
            <a:gdLst/>
            <a:ahLst/>
            <a:cxnLst/>
            <a:rect l="0" t="0" r="0" b="0"/>
            <a:pathLst>
              <a:path w="99060" h="953">
                <a:moveTo>
                  <a:pt x="0" y="0"/>
                </a:moveTo>
                <a:lnTo>
                  <a:pt x="99060" y="0"/>
                </a:lnTo>
              </a:path>
            </a:pathLst>
          </a:custGeom>
          <a:noFill/>
          <a:ln w="8017">
            <a:solidFill>
              <a:srgbClr val="394D93"/>
            </a:solidFill>
            <a:prstDash val="solid"/>
          </a:ln>
        </p:spPr>
      </p:sp>
      <p:sp>
        <p:nvSpPr>
          <p:cNvPr id="471" name="p2_proposed_validation_path_235">
            <a:extLst>
              <a:ext uri="{FF2B5EF4-FFF2-40B4-BE49-F238E27FC236}">
                <a16:creationId xmlns:a16="http://schemas.microsoft.com/office/drawing/2014/main" id="{1F4150F1-E914-08EA-9B35-EEA5DD7DA3AE}"/>
              </a:ext>
            </a:extLst>
          </p:cNvPr>
          <p:cNvSpPr>
            <a:spLocks/>
          </p:cNvSpPr>
          <p:nvPr/>
        </p:nvSpPr>
        <p:spPr>
          <a:xfrm>
            <a:off x="5726321" y="5098679"/>
            <a:ext cx="75795" cy="729"/>
          </a:xfrm>
          <a:custGeom>
            <a:avLst/>
            <a:gdLst/>
            <a:ahLst/>
            <a:cxnLst/>
            <a:rect l="0" t="0" r="0" b="0"/>
            <a:pathLst>
              <a:path w="99060" h="953">
                <a:moveTo>
                  <a:pt x="0" y="0"/>
                </a:moveTo>
                <a:lnTo>
                  <a:pt x="99060" y="0"/>
                </a:lnTo>
              </a:path>
            </a:pathLst>
          </a:custGeom>
          <a:noFill/>
          <a:ln w="8017">
            <a:solidFill>
              <a:srgbClr val="394D93"/>
            </a:solidFill>
            <a:prstDash val="solid"/>
          </a:ln>
        </p:spPr>
      </p:sp>
      <p:sp>
        <p:nvSpPr>
          <p:cNvPr id="473" name="p2_proposed_validation_path_236">
            <a:extLst>
              <a:ext uri="{FF2B5EF4-FFF2-40B4-BE49-F238E27FC236}">
                <a16:creationId xmlns:a16="http://schemas.microsoft.com/office/drawing/2014/main" id="{D69FC04D-9B35-BD84-21B9-AD809026458B}"/>
              </a:ext>
            </a:extLst>
          </p:cNvPr>
          <p:cNvSpPr>
            <a:spLocks/>
          </p:cNvSpPr>
          <p:nvPr/>
        </p:nvSpPr>
        <p:spPr>
          <a:xfrm>
            <a:off x="5726321" y="5123167"/>
            <a:ext cx="75795" cy="729"/>
          </a:xfrm>
          <a:custGeom>
            <a:avLst/>
            <a:gdLst/>
            <a:ahLst/>
            <a:cxnLst/>
            <a:rect l="0" t="0" r="0" b="0"/>
            <a:pathLst>
              <a:path w="99060" h="953">
                <a:moveTo>
                  <a:pt x="0" y="0"/>
                </a:moveTo>
                <a:lnTo>
                  <a:pt x="99060" y="0"/>
                </a:lnTo>
              </a:path>
            </a:pathLst>
          </a:custGeom>
          <a:noFill/>
          <a:ln w="8017">
            <a:solidFill>
              <a:srgbClr val="394D93"/>
            </a:solidFill>
            <a:prstDash val="solid"/>
          </a:ln>
        </p:spPr>
      </p:sp>
      <p:sp>
        <p:nvSpPr>
          <p:cNvPr id="475" name="p2_proposed_validation_ellipse_237">
            <a:extLst>
              <a:ext uri="{FF2B5EF4-FFF2-40B4-BE49-F238E27FC236}">
                <a16:creationId xmlns:a16="http://schemas.microsoft.com/office/drawing/2014/main" id="{9F3E48FF-7C32-B8CA-7C94-DCAA24B9B3FF}"/>
              </a:ext>
            </a:extLst>
          </p:cNvPr>
          <p:cNvSpPr>
            <a:spLocks/>
          </p:cNvSpPr>
          <p:nvPr/>
        </p:nvSpPr>
        <p:spPr>
          <a:xfrm>
            <a:off x="5684633" y="5327522"/>
            <a:ext cx="145760" cy="145760"/>
          </a:xfrm>
          <a:prstGeom prst="ellipse">
            <a:avLst/>
          </a:prstGeom>
          <a:noFill/>
          <a:ln w="10932">
            <a:solidFill>
              <a:srgbClr val="394D93"/>
            </a:solidFill>
            <a:prstDash val="solid"/>
          </a:ln>
        </p:spPr>
      </p:sp>
      <p:sp>
        <p:nvSpPr>
          <p:cNvPr id="477" name="p2_proposed_validation_ellipse_238">
            <a:extLst>
              <a:ext uri="{FF2B5EF4-FFF2-40B4-BE49-F238E27FC236}">
                <a16:creationId xmlns:a16="http://schemas.microsoft.com/office/drawing/2014/main" id="{8F3E1733-D001-015F-E85E-8196118FF050}"/>
              </a:ext>
            </a:extLst>
          </p:cNvPr>
          <p:cNvSpPr>
            <a:spLocks/>
          </p:cNvSpPr>
          <p:nvPr/>
        </p:nvSpPr>
        <p:spPr>
          <a:xfrm>
            <a:off x="5721073" y="5363962"/>
            <a:ext cx="72880" cy="72880"/>
          </a:xfrm>
          <a:prstGeom prst="ellipse">
            <a:avLst/>
          </a:prstGeom>
          <a:noFill/>
          <a:ln w="8746">
            <a:solidFill>
              <a:srgbClr val="394D93"/>
            </a:solidFill>
            <a:prstDash val="solid"/>
          </a:ln>
        </p:spPr>
      </p:sp>
      <p:sp>
        <p:nvSpPr>
          <p:cNvPr id="479" name="p2_proposed_validation_rect_239">
            <a:extLst>
              <a:ext uri="{FF2B5EF4-FFF2-40B4-BE49-F238E27FC236}">
                <a16:creationId xmlns:a16="http://schemas.microsoft.com/office/drawing/2014/main" id="{95A690E0-DAFF-B3F5-1B71-46E43FC25723}"/>
              </a:ext>
            </a:extLst>
          </p:cNvPr>
          <p:cNvSpPr>
            <a:spLocks/>
          </p:cNvSpPr>
          <p:nvPr/>
        </p:nvSpPr>
        <p:spPr>
          <a:xfrm>
            <a:off x="7375447" y="4329067"/>
            <a:ext cx="1698102" cy="1268111"/>
          </a:xfrm>
          <a:prstGeom prst="roundRect">
            <a:avLst>
              <a:gd name="adj" fmla="val 3448"/>
            </a:avLst>
          </a:prstGeom>
          <a:gradFill>
            <a:gsLst>
              <a:gs pos="0">
                <a:srgbClr val="FFFDFE"/>
              </a:gs>
              <a:gs pos="100000">
                <a:srgbClr val="F7EAF2"/>
              </a:gs>
            </a:gsLst>
            <a:lin ang="5400000"/>
          </a:gradFill>
          <a:ln w="7288">
            <a:solidFill>
              <a:srgbClr val="9C3E76"/>
            </a:solidFill>
            <a:prstDash val="solid"/>
          </a:ln>
        </p:spPr>
      </p:sp>
      <p:sp>
        <p:nvSpPr>
          <p:cNvPr id="481" name="p2_proposed_validation_path_240">
            <a:extLst>
              <a:ext uri="{FF2B5EF4-FFF2-40B4-BE49-F238E27FC236}">
                <a16:creationId xmlns:a16="http://schemas.microsoft.com/office/drawing/2014/main" id="{45F35540-DE05-3EBE-D354-ECE763DAED60}"/>
              </a:ext>
            </a:extLst>
          </p:cNvPr>
          <p:cNvSpPr>
            <a:spLocks/>
          </p:cNvSpPr>
          <p:nvPr/>
        </p:nvSpPr>
        <p:spPr>
          <a:xfrm>
            <a:off x="7470191" y="4984986"/>
            <a:ext cx="670495" cy="729"/>
          </a:xfrm>
          <a:custGeom>
            <a:avLst/>
            <a:gdLst/>
            <a:ahLst/>
            <a:cxnLst/>
            <a:rect l="0" t="0" r="0" b="0"/>
            <a:pathLst>
              <a:path w="876300" h="953">
                <a:moveTo>
                  <a:pt x="0" y="0"/>
                </a:moveTo>
                <a:lnTo>
                  <a:pt x="876300" y="0"/>
                </a:lnTo>
              </a:path>
            </a:pathLst>
          </a:custGeom>
          <a:noFill/>
          <a:ln w="5830">
            <a:solidFill>
              <a:srgbClr val="8599C3"/>
            </a:solidFill>
            <a:prstDash val="dash"/>
          </a:ln>
        </p:spPr>
      </p:sp>
      <p:sp>
        <p:nvSpPr>
          <p:cNvPr id="483" name="p2_proposed_validation_path_241">
            <a:extLst>
              <a:ext uri="{FF2B5EF4-FFF2-40B4-BE49-F238E27FC236}">
                <a16:creationId xmlns:a16="http://schemas.microsoft.com/office/drawing/2014/main" id="{993C3133-5558-9338-418F-DFDF480E3909}"/>
              </a:ext>
            </a:extLst>
          </p:cNvPr>
          <p:cNvSpPr>
            <a:spLocks/>
          </p:cNvSpPr>
          <p:nvPr/>
        </p:nvSpPr>
        <p:spPr>
          <a:xfrm>
            <a:off x="7484767" y="4902863"/>
            <a:ext cx="648631" cy="109369"/>
          </a:xfrm>
          <a:custGeom>
            <a:avLst/>
            <a:gdLst/>
            <a:ahLst/>
            <a:cxnLst/>
            <a:rect l="0" t="0" r="0" b="0"/>
            <a:pathLst>
              <a:path w="847725" h="142939">
                <a:moveTo>
                  <a:pt x="0" y="31626"/>
                </a:moveTo>
                <a:lnTo>
                  <a:pt x="8563" y="116523"/>
                </a:lnTo>
                <a:lnTo>
                  <a:pt x="17126" y="142243"/>
                </a:lnTo>
                <a:lnTo>
                  <a:pt x="25689" y="99592"/>
                </a:lnTo>
                <a:lnTo>
                  <a:pt x="34252" y="1642"/>
                </a:lnTo>
                <a:lnTo>
                  <a:pt x="42814" y="77806"/>
                </a:lnTo>
                <a:lnTo>
                  <a:pt x="51377" y="56268"/>
                </a:lnTo>
                <a:lnTo>
                  <a:pt x="59940" y="38372"/>
                </a:lnTo>
                <a:lnTo>
                  <a:pt x="68503" y="106646"/>
                </a:lnTo>
                <a:lnTo>
                  <a:pt x="77066" y="23221"/>
                </a:lnTo>
                <a:lnTo>
                  <a:pt x="85629" y="69386"/>
                </a:lnTo>
                <a:lnTo>
                  <a:pt x="94192" y="130496"/>
                </a:lnTo>
                <a:lnTo>
                  <a:pt x="102755" y="138465"/>
                </a:lnTo>
                <a:lnTo>
                  <a:pt x="111317" y="74582"/>
                </a:lnTo>
                <a:lnTo>
                  <a:pt x="119880" y="54356"/>
                </a:lnTo>
                <a:lnTo>
                  <a:pt x="128443" y="78951"/>
                </a:lnTo>
                <a:lnTo>
                  <a:pt x="137006" y="142939"/>
                </a:lnTo>
                <a:lnTo>
                  <a:pt x="145569" y="104489"/>
                </a:lnTo>
                <a:lnTo>
                  <a:pt x="154132" y="105543"/>
                </a:lnTo>
                <a:lnTo>
                  <a:pt x="162695" y="65448"/>
                </a:lnTo>
                <a:lnTo>
                  <a:pt x="171258" y="124995"/>
                </a:lnTo>
                <a:lnTo>
                  <a:pt x="179820" y="39649"/>
                </a:lnTo>
                <a:lnTo>
                  <a:pt x="188383" y="19725"/>
                </a:lnTo>
                <a:lnTo>
                  <a:pt x="196946" y="32832"/>
                </a:lnTo>
                <a:lnTo>
                  <a:pt x="205509" y="39447"/>
                </a:lnTo>
                <a:lnTo>
                  <a:pt x="214072" y="89461"/>
                </a:lnTo>
                <a:lnTo>
                  <a:pt x="222635" y="108565"/>
                </a:lnTo>
                <a:lnTo>
                  <a:pt x="231198" y="8360"/>
                </a:lnTo>
                <a:lnTo>
                  <a:pt x="239761" y="14101"/>
                </a:lnTo>
                <a:lnTo>
                  <a:pt x="248323" y="57096"/>
                </a:lnTo>
                <a:lnTo>
                  <a:pt x="256886" y="113214"/>
                </a:lnTo>
                <a:lnTo>
                  <a:pt x="265449" y="49257"/>
                </a:lnTo>
                <a:lnTo>
                  <a:pt x="274012" y="45989"/>
                </a:lnTo>
                <a:lnTo>
                  <a:pt x="282575" y="47810"/>
                </a:lnTo>
                <a:lnTo>
                  <a:pt x="291138" y="12422"/>
                </a:lnTo>
                <a:lnTo>
                  <a:pt x="299701" y="63625"/>
                </a:lnTo>
                <a:lnTo>
                  <a:pt x="308264" y="83142"/>
                </a:lnTo>
                <a:lnTo>
                  <a:pt x="316827" y="22927"/>
                </a:lnTo>
                <a:lnTo>
                  <a:pt x="325389" y="14715"/>
                </a:lnTo>
                <a:lnTo>
                  <a:pt x="333952" y="94101"/>
                </a:lnTo>
                <a:lnTo>
                  <a:pt x="342515" y="104189"/>
                </a:lnTo>
                <a:lnTo>
                  <a:pt x="351078" y="142776"/>
                </a:lnTo>
                <a:lnTo>
                  <a:pt x="359641" y="34125"/>
                </a:lnTo>
                <a:lnTo>
                  <a:pt x="368204" y="54317"/>
                </a:lnTo>
                <a:lnTo>
                  <a:pt x="376767" y="142386"/>
                </a:lnTo>
                <a:lnTo>
                  <a:pt x="385330" y="15661"/>
                </a:lnTo>
                <a:lnTo>
                  <a:pt x="393892" y="26276"/>
                </a:lnTo>
                <a:lnTo>
                  <a:pt x="402455" y="25614"/>
                </a:lnTo>
                <a:lnTo>
                  <a:pt x="411018" y="89218"/>
                </a:lnTo>
                <a:lnTo>
                  <a:pt x="419581" y="59155"/>
                </a:lnTo>
                <a:lnTo>
                  <a:pt x="428144" y="72691"/>
                </a:lnTo>
                <a:lnTo>
                  <a:pt x="436707" y="29779"/>
                </a:lnTo>
                <a:lnTo>
                  <a:pt x="445270" y="41434"/>
                </a:lnTo>
                <a:lnTo>
                  <a:pt x="453833" y="44721"/>
                </a:lnTo>
                <a:lnTo>
                  <a:pt x="462395" y="29940"/>
                </a:lnTo>
                <a:lnTo>
                  <a:pt x="470958" y="13781"/>
                </a:lnTo>
                <a:lnTo>
                  <a:pt x="479521" y="60833"/>
                </a:lnTo>
                <a:lnTo>
                  <a:pt x="488084" y="37909"/>
                </a:lnTo>
                <a:lnTo>
                  <a:pt x="496647" y="83229"/>
                </a:lnTo>
                <a:lnTo>
                  <a:pt x="505210" y="76692"/>
                </a:lnTo>
                <a:lnTo>
                  <a:pt x="513773" y="36343"/>
                </a:lnTo>
                <a:lnTo>
                  <a:pt x="522336" y="68133"/>
                </a:lnTo>
                <a:lnTo>
                  <a:pt x="530898" y="15068"/>
                </a:lnTo>
                <a:lnTo>
                  <a:pt x="539461" y="114580"/>
                </a:lnTo>
                <a:lnTo>
                  <a:pt x="548024" y="77929"/>
                </a:lnTo>
                <a:lnTo>
                  <a:pt x="556587" y="99846"/>
                </a:lnTo>
                <a:lnTo>
                  <a:pt x="565150" y="88841"/>
                </a:lnTo>
                <a:lnTo>
                  <a:pt x="573713" y="27988"/>
                </a:lnTo>
                <a:lnTo>
                  <a:pt x="582276" y="125901"/>
                </a:lnTo>
                <a:lnTo>
                  <a:pt x="590839" y="130962"/>
                </a:lnTo>
                <a:lnTo>
                  <a:pt x="599402" y="94878"/>
                </a:lnTo>
                <a:lnTo>
                  <a:pt x="607964" y="39255"/>
                </a:lnTo>
                <a:lnTo>
                  <a:pt x="616527" y="22382"/>
                </a:lnTo>
                <a:lnTo>
                  <a:pt x="625090" y="132975"/>
                </a:lnTo>
                <a:lnTo>
                  <a:pt x="633653" y="127513"/>
                </a:lnTo>
                <a:lnTo>
                  <a:pt x="642216" y="109741"/>
                </a:lnTo>
                <a:lnTo>
                  <a:pt x="650779" y="140147"/>
                </a:lnTo>
                <a:lnTo>
                  <a:pt x="659342" y="30110"/>
                </a:lnTo>
                <a:lnTo>
                  <a:pt x="667905" y="12210"/>
                </a:lnTo>
                <a:lnTo>
                  <a:pt x="676467" y="10169"/>
                </a:lnTo>
                <a:lnTo>
                  <a:pt x="685030" y="26528"/>
                </a:lnTo>
                <a:lnTo>
                  <a:pt x="693593" y="100588"/>
                </a:lnTo>
                <a:lnTo>
                  <a:pt x="702156" y="133992"/>
                </a:lnTo>
                <a:lnTo>
                  <a:pt x="710719" y="0"/>
                </a:lnTo>
                <a:lnTo>
                  <a:pt x="719282" y="135351"/>
                </a:lnTo>
                <a:lnTo>
                  <a:pt x="727845" y="139982"/>
                </a:lnTo>
                <a:lnTo>
                  <a:pt x="736408" y="66183"/>
                </a:lnTo>
                <a:lnTo>
                  <a:pt x="744970" y="28583"/>
                </a:lnTo>
                <a:lnTo>
                  <a:pt x="753533" y="18404"/>
                </a:lnTo>
                <a:lnTo>
                  <a:pt x="762096" y="72892"/>
                </a:lnTo>
                <a:lnTo>
                  <a:pt x="770659" y="53849"/>
                </a:lnTo>
                <a:lnTo>
                  <a:pt x="779222" y="14317"/>
                </a:lnTo>
                <a:lnTo>
                  <a:pt x="787785" y="55336"/>
                </a:lnTo>
                <a:lnTo>
                  <a:pt x="796348" y="130021"/>
                </a:lnTo>
                <a:lnTo>
                  <a:pt x="804911" y="42172"/>
                </a:lnTo>
                <a:lnTo>
                  <a:pt x="813473" y="80423"/>
                </a:lnTo>
                <a:lnTo>
                  <a:pt x="822036" y="19214"/>
                </a:lnTo>
                <a:lnTo>
                  <a:pt x="830599" y="82196"/>
                </a:lnTo>
                <a:lnTo>
                  <a:pt x="839162" y="41109"/>
                </a:lnTo>
                <a:lnTo>
                  <a:pt x="847725" y="108856"/>
                </a:lnTo>
              </a:path>
            </a:pathLst>
          </a:custGeom>
          <a:noFill/>
          <a:ln w="13847">
            <a:solidFill>
              <a:srgbClr val="9C3E76"/>
            </a:solidFill>
            <a:prstDash val="solid"/>
          </a:ln>
        </p:spPr>
      </p:sp>
      <p:sp>
        <p:nvSpPr>
          <p:cNvPr id="485" name="p2_proposed_validation_path_242">
            <a:extLst>
              <a:ext uri="{FF2B5EF4-FFF2-40B4-BE49-F238E27FC236}">
                <a16:creationId xmlns:a16="http://schemas.microsoft.com/office/drawing/2014/main" id="{1A535584-5014-144C-37AD-F4B493B4B3D9}"/>
              </a:ext>
            </a:extLst>
          </p:cNvPr>
          <p:cNvSpPr>
            <a:spLocks/>
          </p:cNvSpPr>
          <p:nvPr/>
        </p:nvSpPr>
        <p:spPr>
          <a:xfrm>
            <a:off x="8264582" y="4861090"/>
            <a:ext cx="729" cy="204064"/>
          </a:xfrm>
          <a:custGeom>
            <a:avLst/>
            <a:gdLst/>
            <a:ahLst/>
            <a:cxnLst/>
            <a:rect l="0" t="0" r="0" b="0"/>
            <a:pathLst>
              <a:path w="953" h="266700">
                <a:moveTo>
                  <a:pt x="0" y="0"/>
                </a:moveTo>
                <a:lnTo>
                  <a:pt x="0" y="266700"/>
                </a:lnTo>
              </a:path>
            </a:pathLst>
          </a:custGeom>
          <a:noFill/>
          <a:ln w="8746">
            <a:solidFill>
              <a:srgbClr val="8599C3"/>
            </a:solidFill>
            <a:prstDash val="solid"/>
          </a:ln>
        </p:spPr>
      </p:sp>
      <p:sp>
        <p:nvSpPr>
          <p:cNvPr id="487" name="p2_proposed_validation_path_243">
            <a:extLst>
              <a:ext uri="{FF2B5EF4-FFF2-40B4-BE49-F238E27FC236}">
                <a16:creationId xmlns:a16="http://schemas.microsoft.com/office/drawing/2014/main" id="{A8252D36-5A50-F837-D321-19AAFA6565BB}"/>
              </a:ext>
            </a:extLst>
          </p:cNvPr>
          <p:cNvSpPr>
            <a:spLocks/>
          </p:cNvSpPr>
          <p:nvPr/>
        </p:nvSpPr>
        <p:spPr>
          <a:xfrm>
            <a:off x="8264582" y="5065154"/>
            <a:ext cx="641343" cy="729"/>
          </a:xfrm>
          <a:custGeom>
            <a:avLst/>
            <a:gdLst/>
            <a:ahLst/>
            <a:cxnLst/>
            <a:rect l="0" t="0" r="0" b="0"/>
            <a:pathLst>
              <a:path w="838200" h="953">
                <a:moveTo>
                  <a:pt x="0" y="0"/>
                </a:moveTo>
                <a:lnTo>
                  <a:pt x="838200" y="0"/>
                </a:lnTo>
              </a:path>
            </a:pathLst>
          </a:custGeom>
          <a:noFill/>
          <a:ln w="8746">
            <a:solidFill>
              <a:srgbClr val="8599C3"/>
            </a:solidFill>
            <a:prstDash val="solid"/>
          </a:ln>
        </p:spPr>
      </p:sp>
      <p:sp>
        <p:nvSpPr>
          <p:cNvPr id="489" name="p2_proposed_validation_path_244">
            <a:extLst>
              <a:ext uri="{FF2B5EF4-FFF2-40B4-BE49-F238E27FC236}">
                <a16:creationId xmlns:a16="http://schemas.microsoft.com/office/drawing/2014/main" id="{CD9B29B2-6027-F1B6-B1AD-2E7C0E7F952E}"/>
              </a:ext>
            </a:extLst>
          </p:cNvPr>
          <p:cNvSpPr>
            <a:spLocks/>
          </p:cNvSpPr>
          <p:nvPr/>
        </p:nvSpPr>
        <p:spPr>
          <a:xfrm>
            <a:off x="8308310" y="4885578"/>
            <a:ext cx="729" cy="179576"/>
          </a:xfrm>
          <a:custGeom>
            <a:avLst/>
            <a:gdLst/>
            <a:ahLst/>
            <a:cxnLst/>
            <a:rect l="0" t="0" r="0" b="0"/>
            <a:pathLst>
              <a:path w="953" h="234696">
                <a:moveTo>
                  <a:pt x="0" y="234696"/>
                </a:moveTo>
                <a:lnTo>
                  <a:pt x="0" y="0"/>
                </a:lnTo>
              </a:path>
            </a:pathLst>
          </a:custGeom>
          <a:noFill/>
          <a:ln w="29152">
            <a:solidFill>
              <a:srgbClr val="9C3E76"/>
            </a:solidFill>
            <a:prstDash val="solid"/>
          </a:ln>
        </p:spPr>
      </p:sp>
      <p:sp>
        <p:nvSpPr>
          <p:cNvPr id="491" name="p2_proposed_validation_path_245">
            <a:extLst>
              <a:ext uri="{FF2B5EF4-FFF2-40B4-BE49-F238E27FC236}">
                <a16:creationId xmlns:a16="http://schemas.microsoft.com/office/drawing/2014/main" id="{D99595ED-390D-0990-661B-204762C0BD87}"/>
              </a:ext>
            </a:extLst>
          </p:cNvPr>
          <p:cNvSpPr>
            <a:spLocks/>
          </p:cNvSpPr>
          <p:nvPr/>
        </p:nvSpPr>
        <p:spPr>
          <a:xfrm>
            <a:off x="8348394" y="4916238"/>
            <a:ext cx="729" cy="148916"/>
          </a:xfrm>
          <a:custGeom>
            <a:avLst/>
            <a:gdLst/>
            <a:ahLst/>
            <a:cxnLst/>
            <a:rect l="0" t="0" r="0" b="0"/>
            <a:pathLst>
              <a:path w="953" h="194625">
                <a:moveTo>
                  <a:pt x="0" y="194625"/>
                </a:moveTo>
                <a:lnTo>
                  <a:pt x="0" y="0"/>
                </a:lnTo>
              </a:path>
            </a:pathLst>
          </a:custGeom>
          <a:noFill/>
          <a:ln w="29152">
            <a:solidFill>
              <a:srgbClr val="9C3E76"/>
            </a:solidFill>
            <a:prstDash val="solid"/>
          </a:ln>
        </p:spPr>
      </p:sp>
      <p:sp>
        <p:nvSpPr>
          <p:cNvPr id="493" name="p2_proposed_validation_path_246">
            <a:extLst>
              <a:ext uri="{FF2B5EF4-FFF2-40B4-BE49-F238E27FC236}">
                <a16:creationId xmlns:a16="http://schemas.microsoft.com/office/drawing/2014/main" id="{7025A81D-3539-9ADB-34A6-99A212B1DB43}"/>
              </a:ext>
            </a:extLst>
          </p:cNvPr>
          <p:cNvSpPr>
            <a:spLocks/>
          </p:cNvSpPr>
          <p:nvPr/>
        </p:nvSpPr>
        <p:spPr>
          <a:xfrm>
            <a:off x="8388478" y="4943459"/>
            <a:ext cx="729" cy="121695"/>
          </a:xfrm>
          <a:custGeom>
            <a:avLst/>
            <a:gdLst/>
            <a:ahLst/>
            <a:cxnLst/>
            <a:rect l="0" t="0" r="0" b="0"/>
            <a:pathLst>
              <a:path w="953" h="159049">
                <a:moveTo>
                  <a:pt x="0" y="159049"/>
                </a:moveTo>
                <a:lnTo>
                  <a:pt x="0" y="0"/>
                </a:lnTo>
              </a:path>
            </a:pathLst>
          </a:custGeom>
          <a:noFill/>
          <a:ln w="29152">
            <a:solidFill>
              <a:srgbClr val="9C3E76"/>
            </a:solidFill>
            <a:prstDash val="solid"/>
          </a:ln>
        </p:spPr>
      </p:sp>
      <p:sp>
        <p:nvSpPr>
          <p:cNvPr id="495" name="p2_proposed_validation_path_247">
            <a:extLst>
              <a:ext uri="{FF2B5EF4-FFF2-40B4-BE49-F238E27FC236}">
                <a16:creationId xmlns:a16="http://schemas.microsoft.com/office/drawing/2014/main" id="{53EBA58E-B1D0-308A-AEAC-D8CC0B231E03}"/>
              </a:ext>
            </a:extLst>
          </p:cNvPr>
          <p:cNvSpPr>
            <a:spLocks/>
          </p:cNvSpPr>
          <p:nvPr/>
        </p:nvSpPr>
        <p:spPr>
          <a:xfrm>
            <a:off x="8428562" y="4967215"/>
            <a:ext cx="729" cy="97939"/>
          </a:xfrm>
          <a:custGeom>
            <a:avLst/>
            <a:gdLst/>
            <a:ahLst/>
            <a:cxnLst/>
            <a:rect l="0" t="0" r="0" b="0"/>
            <a:pathLst>
              <a:path w="953" h="128001">
                <a:moveTo>
                  <a:pt x="0" y="128001"/>
                </a:moveTo>
                <a:lnTo>
                  <a:pt x="0" y="0"/>
                </a:lnTo>
              </a:path>
            </a:pathLst>
          </a:custGeom>
          <a:noFill/>
          <a:ln w="29152">
            <a:solidFill>
              <a:srgbClr val="9C3E76"/>
            </a:solidFill>
            <a:prstDash val="solid"/>
          </a:ln>
        </p:spPr>
      </p:sp>
      <p:sp>
        <p:nvSpPr>
          <p:cNvPr id="497" name="p2_proposed_validation_path_248">
            <a:extLst>
              <a:ext uri="{FF2B5EF4-FFF2-40B4-BE49-F238E27FC236}">
                <a16:creationId xmlns:a16="http://schemas.microsoft.com/office/drawing/2014/main" id="{AAA5AB7A-364B-86E6-CAA5-61CB012E43E8}"/>
              </a:ext>
            </a:extLst>
          </p:cNvPr>
          <p:cNvSpPr>
            <a:spLocks/>
          </p:cNvSpPr>
          <p:nvPr/>
        </p:nvSpPr>
        <p:spPr>
          <a:xfrm>
            <a:off x="8468646" y="4987623"/>
            <a:ext cx="729" cy="77531"/>
          </a:xfrm>
          <a:custGeom>
            <a:avLst/>
            <a:gdLst/>
            <a:ahLst/>
            <a:cxnLst/>
            <a:rect l="0" t="0" r="0" b="0"/>
            <a:pathLst>
              <a:path w="953" h="101329">
                <a:moveTo>
                  <a:pt x="0" y="101329"/>
                </a:moveTo>
                <a:lnTo>
                  <a:pt x="0" y="0"/>
                </a:lnTo>
              </a:path>
            </a:pathLst>
          </a:custGeom>
          <a:noFill/>
          <a:ln w="29152">
            <a:solidFill>
              <a:srgbClr val="9C3E76"/>
            </a:solidFill>
            <a:prstDash val="solid"/>
          </a:ln>
        </p:spPr>
      </p:sp>
      <p:sp>
        <p:nvSpPr>
          <p:cNvPr id="499" name="p2_proposed_validation_path_249">
            <a:extLst>
              <a:ext uri="{FF2B5EF4-FFF2-40B4-BE49-F238E27FC236}">
                <a16:creationId xmlns:a16="http://schemas.microsoft.com/office/drawing/2014/main" id="{375025A5-CCF6-B57E-29A9-DCBB400C6A9B}"/>
              </a:ext>
            </a:extLst>
          </p:cNvPr>
          <p:cNvSpPr>
            <a:spLocks/>
          </p:cNvSpPr>
          <p:nvPr/>
        </p:nvSpPr>
        <p:spPr>
          <a:xfrm>
            <a:off x="8508730" y="5004896"/>
            <a:ext cx="729" cy="60258"/>
          </a:xfrm>
          <a:custGeom>
            <a:avLst/>
            <a:gdLst/>
            <a:ahLst/>
            <a:cxnLst/>
            <a:rect l="0" t="0" r="0" b="0"/>
            <a:pathLst>
              <a:path w="953" h="78754">
                <a:moveTo>
                  <a:pt x="0" y="78754"/>
                </a:moveTo>
                <a:lnTo>
                  <a:pt x="0" y="0"/>
                </a:lnTo>
              </a:path>
            </a:pathLst>
          </a:custGeom>
          <a:noFill/>
          <a:ln w="29152">
            <a:solidFill>
              <a:srgbClr val="9C3E76"/>
            </a:solidFill>
            <a:prstDash val="solid"/>
          </a:ln>
        </p:spPr>
      </p:sp>
      <p:sp>
        <p:nvSpPr>
          <p:cNvPr id="501" name="p2_proposed_validation_path_250">
            <a:extLst>
              <a:ext uri="{FF2B5EF4-FFF2-40B4-BE49-F238E27FC236}">
                <a16:creationId xmlns:a16="http://schemas.microsoft.com/office/drawing/2014/main" id="{D8EBD1FC-DA92-4932-DB2C-A8D464BBEA8E}"/>
              </a:ext>
            </a:extLst>
          </p:cNvPr>
          <p:cNvSpPr>
            <a:spLocks/>
          </p:cNvSpPr>
          <p:nvPr/>
        </p:nvSpPr>
        <p:spPr>
          <a:xfrm>
            <a:off x="8548814" y="5019307"/>
            <a:ext cx="729" cy="45848"/>
          </a:xfrm>
          <a:custGeom>
            <a:avLst/>
            <a:gdLst/>
            <a:ahLst/>
            <a:cxnLst/>
            <a:rect l="0" t="0" r="0" b="0"/>
            <a:pathLst>
              <a:path w="953" h="59920">
                <a:moveTo>
                  <a:pt x="0" y="59920"/>
                </a:moveTo>
                <a:lnTo>
                  <a:pt x="0" y="0"/>
                </a:lnTo>
              </a:path>
            </a:pathLst>
          </a:custGeom>
          <a:noFill/>
          <a:ln w="29152">
            <a:solidFill>
              <a:srgbClr val="9C3E76"/>
            </a:solidFill>
            <a:prstDash val="solid"/>
          </a:ln>
        </p:spPr>
      </p:sp>
      <p:sp>
        <p:nvSpPr>
          <p:cNvPr id="503" name="p2_proposed_validation_path_251">
            <a:extLst>
              <a:ext uri="{FF2B5EF4-FFF2-40B4-BE49-F238E27FC236}">
                <a16:creationId xmlns:a16="http://schemas.microsoft.com/office/drawing/2014/main" id="{5DC32D93-39D7-8E24-BBA2-12C69CB6FE3F}"/>
              </a:ext>
            </a:extLst>
          </p:cNvPr>
          <p:cNvSpPr>
            <a:spLocks/>
          </p:cNvSpPr>
          <p:nvPr/>
        </p:nvSpPr>
        <p:spPr>
          <a:xfrm>
            <a:off x="8588898" y="5031155"/>
            <a:ext cx="729" cy="33999"/>
          </a:xfrm>
          <a:custGeom>
            <a:avLst/>
            <a:gdLst/>
            <a:ahLst/>
            <a:cxnLst/>
            <a:rect l="0" t="0" r="0" b="0"/>
            <a:pathLst>
              <a:path w="953" h="44435">
                <a:moveTo>
                  <a:pt x="0" y="44435"/>
                </a:moveTo>
                <a:lnTo>
                  <a:pt x="0" y="0"/>
                </a:lnTo>
              </a:path>
            </a:pathLst>
          </a:custGeom>
          <a:noFill/>
          <a:ln w="29152">
            <a:solidFill>
              <a:srgbClr val="9C3E76"/>
            </a:solidFill>
            <a:prstDash val="solid"/>
          </a:ln>
        </p:spPr>
      </p:sp>
      <p:sp>
        <p:nvSpPr>
          <p:cNvPr id="505" name="p2_proposed_validation_path_252">
            <a:extLst>
              <a:ext uri="{FF2B5EF4-FFF2-40B4-BE49-F238E27FC236}">
                <a16:creationId xmlns:a16="http://schemas.microsoft.com/office/drawing/2014/main" id="{9ED11ABA-85DF-62FF-B18B-6DD68CBD2E46}"/>
              </a:ext>
            </a:extLst>
          </p:cNvPr>
          <p:cNvSpPr>
            <a:spLocks/>
          </p:cNvSpPr>
          <p:nvPr/>
        </p:nvSpPr>
        <p:spPr>
          <a:xfrm>
            <a:off x="8628982" y="5040753"/>
            <a:ext cx="729" cy="24401"/>
          </a:xfrm>
          <a:custGeom>
            <a:avLst/>
            <a:gdLst/>
            <a:ahLst/>
            <a:cxnLst/>
            <a:rect l="0" t="0" r="0" b="0"/>
            <a:pathLst>
              <a:path w="953" h="31891">
                <a:moveTo>
                  <a:pt x="0" y="31891"/>
                </a:moveTo>
                <a:lnTo>
                  <a:pt x="0" y="0"/>
                </a:lnTo>
              </a:path>
            </a:pathLst>
          </a:custGeom>
          <a:noFill/>
          <a:ln w="29152">
            <a:solidFill>
              <a:srgbClr val="9C3E76"/>
            </a:solidFill>
            <a:prstDash val="solid"/>
          </a:ln>
        </p:spPr>
      </p:sp>
      <p:sp>
        <p:nvSpPr>
          <p:cNvPr id="507" name="p2_proposed_validation_path_253">
            <a:extLst>
              <a:ext uri="{FF2B5EF4-FFF2-40B4-BE49-F238E27FC236}">
                <a16:creationId xmlns:a16="http://schemas.microsoft.com/office/drawing/2014/main" id="{B6E255BC-C5A4-99B0-B347-9E1C8EA6E4CB}"/>
              </a:ext>
            </a:extLst>
          </p:cNvPr>
          <p:cNvSpPr>
            <a:spLocks/>
          </p:cNvSpPr>
          <p:nvPr/>
        </p:nvSpPr>
        <p:spPr>
          <a:xfrm>
            <a:off x="8669066" y="5048404"/>
            <a:ext cx="729" cy="16750"/>
          </a:xfrm>
          <a:custGeom>
            <a:avLst/>
            <a:gdLst/>
            <a:ahLst/>
            <a:cxnLst/>
            <a:rect l="0" t="0" r="0" b="0"/>
            <a:pathLst>
              <a:path w="953" h="21891">
                <a:moveTo>
                  <a:pt x="0" y="21891"/>
                </a:moveTo>
                <a:lnTo>
                  <a:pt x="0" y="0"/>
                </a:lnTo>
              </a:path>
            </a:pathLst>
          </a:custGeom>
          <a:noFill/>
          <a:ln w="29152">
            <a:solidFill>
              <a:srgbClr val="9C3E76"/>
            </a:solidFill>
            <a:prstDash val="solid"/>
          </a:ln>
        </p:spPr>
      </p:sp>
      <p:sp>
        <p:nvSpPr>
          <p:cNvPr id="509" name="p2_proposed_validation_path_254">
            <a:extLst>
              <a:ext uri="{FF2B5EF4-FFF2-40B4-BE49-F238E27FC236}">
                <a16:creationId xmlns:a16="http://schemas.microsoft.com/office/drawing/2014/main" id="{B486CCB1-7B6F-A0D1-C91D-683347A9621A}"/>
              </a:ext>
            </a:extLst>
          </p:cNvPr>
          <p:cNvSpPr>
            <a:spLocks/>
          </p:cNvSpPr>
          <p:nvPr/>
        </p:nvSpPr>
        <p:spPr>
          <a:xfrm>
            <a:off x="8709150" y="5054398"/>
            <a:ext cx="729" cy="10756"/>
          </a:xfrm>
          <a:custGeom>
            <a:avLst/>
            <a:gdLst/>
            <a:ahLst/>
            <a:cxnLst/>
            <a:rect l="0" t="0" r="0" b="0"/>
            <a:pathLst>
              <a:path w="953" h="14058">
                <a:moveTo>
                  <a:pt x="0" y="14058"/>
                </a:moveTo>
                <a:lnTo>
                  <a:pt x="0" y="0"/>
                </a:lnTo>
              </a:path>
            </a:pathLst>
          </a:custGeom>
          <a:noFill/>
          <a:ln w="29152">
            <a:solidFill>
              <a:srgbClr val="9C3E76"/>
            </a:solidFill>
            <a:prstDash val="solid"/>
          </a:ln>
        </p:spPr>
      </p:sp>
      <p:sp>
        <p:nvSpPr>
          <p:cNvPr id="511" name="p2_proposed_validation_path_255">
            <a:extLst>
              <a:ext uri="{FF2B5EF4-FFF2-40B4-BE49-F238E27FC236}">
                <a16:creationId xmlns:a16="http://schemas.microsoft.com/office/drawing/2014/main" id="{3D2697B6-3EE7-B370-7E43-CAE405BF72D3}"/>
              </a:ext>
            </a:extLst>
          </p:cNvPr>
          <p:cNvSpPr>
            <a:spLocks/>
          </p:cNvSpPr>
          <p:nvPr/>
        </p:nvSpPr>
        <p:spPr>
          <a:xfrm>
            <a:off x="8749234" y="5059001"/>
            <a:ext cx="729" cy="6153"/>
          </a:xfrm>
          <a:custGeom>
            <a:avLst/>
            <a:gdLst/>
            <a:ahLst/>
            <a:cxnLst/>
            <a:rect l="0" t="0" r="0" b="0"/>
            <a:pathLst>
              <a:path w="953" h="8042">
                <a:moveTo>
                  <a:pt x="0" y="8042"/>
                </a:moveTo>
                <a:lnTo>
                  <a:pt x="0" y="0"/>
                </a:lnTo>
              </a:path>
            </a:pathLst>
          </a:custGeom>
          <a:noFill/>
          <a:ln w="29152">
            <a:solidFill>
              <a:srgbClr val="9C3E76"/>
            </a:solidFill>
            <a:prstDash val="solid"/>
          </a:ln>
        </p:spPr>
      </p:sp>
      <p:sp>
        <p:nvSpPr>
          <p:cNvPr id="513" name="p2_proposed_validation_path_256">
            <a:extLst>
              <a:ext uri="{FF2B5EF4-FFF2-40B4-BE49-F238E27FC236}">
                <a16:creationId xmlns:a16="http://schemas.microsoft.com/office/drawing/2014/main" id="{04BBE4EB-4F55-7C73-C7E4-2E558ECFCECB}"/>
              </a:ext>
            </a:extLst>
          </p:cNvPr>
          <p:cNvSpPr>
            <a:spLocks/>
          </p:cNvSpPr>
          <p:nvPr/>
        </p:nvSpPr>
        <p:spPr>
          <a:xfrm>
            <a:off x="8789318" y="5062453"/>
            <a:ext cx="729" cy="2701"/>
          </a:xfrm>
          <a:custGeom>
            <a:avLst/>
            <a:gdLst/>
            <a:ahLst/>
            <a:cxnLst/>
            <a:rect l="0" t="0" r="0" b="0"/>
            <a:pathLst>
              <a:path w="953" h="3530">
                <a:moveTo>
                  <a:pt x="0" y="3530"/>
                </a:moveTo>
                <a:lnTo>
                  <a:pt x="0" y="0"/>
                </a:lnTo>
              </a:path>
            </a:pathLst>
          </a:custGeom>
          <a:noFill/>
          <a:ln w="29152">
            <a:solidFill>
              <a:srgbClr val="9C3E76"/>
            </a:solidFill>
            <a:prstDash val="solid"/>
          </a:ln>
        </p:spPr>
      </p:sp>
      <p:sp>
        <p:nvSpPr>
          <p:cNvPr id="515" name="p2_proposed_validation_path_257">
            <a:extLst>
              <a:ext uri="{FF2B5EF4-FFF2-40B4-BE49-F238E27FC236}">
                <a16:creationId xmlns:a16="http://schemas.microsoft.com/office/drawing/2014/main" id="{9E300C03-B0A0-7D88-DAEA-5BD40E2594DA}"/>
              </a:ext>
            </a:extLst>
          </p:cNvPr>
          <p:cNvSpPr>
            <a:spLocks/>
          </p:cNvSpPr>
          <p:nvPr/>
        </p:nvSpPr>
        <p:spPr>
          <a:xfrm>
            <a:off x="8829402" y="5064967"/>
            <a:ext cx="729" cy="187"/>
          </a:xfrm>
          <a:custGeom>
            <a:avLst/>
            <a:gdLst/>
            <a:ahLst/>
            <a:cxnLst/>
            <a:rect l="0" t="0" r="0" b="0"/>
            <a:pathLst>
              <a:path w="953" h="244">
                <a:moveTo>
                  <a:pt x="0" y="244"/>
                </a:moveTo>
                <a:lnTo>
                  <a:pt x="0" y="0"/>
                </a:lnTo>
              </a:path>
            </a:pathLst>
          </a:custGeom>
          <a:noFill/>
          <a:ln w="29152">
            <a:solidFill>
              <a:srgbClr val="9C3E76"/>
            </a:solidFill>
            <a:prstDash val="solid"/>
          </a:ln>
        </p:spPr>
      </p:sp>
      <p:sp>
        <p:nvSpPr>
          <p:cNvPr id="517" name="p2_proposed_validation_path_258">
            <a:extLst>
              <a:ext uri="{FF2B5EF4-FFF2-40B4-BE49-F238E27FC236}">
                <a16:creationId xmlns:a16="http://schemas.microsoft.com/office/drawing/2014/main" id="{49BE6591-F070-CBF8-3D97-1B987B32CCA0}"/>
              </a:ext>
            </a:extLst>
          </p:cNvPr>
          <p:cNvSpPr>
            <a:spLocks/>
          </p:cNvSpPr>
          <p:nvPr/>
        </p:nvSpPr>
        <p:spPr>
          <a:xfrm>
            <a:off x="8869486" y="5065154"/>
            <a:ext cx="729" cy="1575"/>
          </a:xfrm>
          <a:custGeom>
            <a:avLst/>
            <a:gdLst/>
            <a:ahLst/>
            <a:cxnLst/>
            <a:rect l="0" t="0" r="0" b="0"/>
            <a:pathLst>
              <a:path w="953" h="2058">
                <a:moveTo>
                  <a:pt x="0" y="0"/>
                </a:moveTo>
                <a:lnTo>
                  <a:pt x="0" y="2058"/>
                </a:lnTo>
              </a:path>
            </a:pathLst>
          </a:custGeom>
          <a:noFill/>
          <a:ln w="29152">
            <a:solidFill>
              <a:srgbClr val="9C3E76"/>
            </a:solidFill>
            <a:prstDash val="solid"/>
          </a:ln>
        </p:spPr>
      </p:sp>
      <p:sp>
        <p:nvSpPr>
          <p:cNvPr id="519" name="p2_proposed_validation_path_259">
            <a:extLst>
              <a:ext uri="{FF2B5EF4-FFF2-40B4-BE49-F238E27FC236}">
                <a16:creationId xmlns:a16="http://schemas.microsoft.com/office/drawing/2014/main" id="{5703C64E-7956-2876-BEF6-27BA1B98BCE7}"/>
              </a:ext>
            </a:extLst>
          </p:cNvPr>
          <p:cNvSpPr>
            <a:spLocks/>
          </p:cNvSpPr>
          <p:nvPr/>
        </p:nvSpPr>
        <p:spPr>
          <a:xfrm>
            <a:off x="8264582" y="5032504"/>
            <a:ext cx="641343" cy="729"/>
          </a:xfrm>
          <a:custGeom>
            <a:avLst/>
            <a:gdLst/>
            <a:ahLst/>
            <a:cxnLst/>
            <a:rect l="0" t="0" r="0" b="0"/>
            <a:pathLst>
              <a:path w="838200" h="953">
                <a:moveTo>
                  <a:pt x="0" y="0"/>
                </a:moveTo>
                <a:lnTo>
                  <a:pt x="838200" y="0"/>
                </a:lnTo>
              </a:path>
            </a:pathLst>
          </a:custGeom>
          <a:noFill/>
          <a:ln w="5830">
            <a:solidFill>
              <a:srgbClr val="8599C3"/>
            </a:solidFill>
            <a:prstDash val="dash"/>
          </a:ln>
        </p:spPr>
      </p:sp>
      <p:sp>
        <p:nvSpPr>
          <p:cNvPr id="521" name="p2_proposed_validation_path_260">
            <a:extLst>
              <a:ext uri="{FF2B5EF4-FFF2-40B4-BE49-F238E27FC236}">
                <a16:creationId xmlns:a16="http://schemas.microsoft.com/office/drawing/2014/main" id="{9F63B767-18AB-81D4-380D-A9B6DFCA2F49}"/>
              </a:ext>
            </a:extLst>
          </p:cNvPr>
          <p:cNvSpPr>
            <a:spLocks/>
          </p:cNvSpPr>
          <p:nvPr/>
        </p:nvSpPr>
        <p:spPr>
          <a:xfrm>
            <a:off x="7484767" y="5312946"/>
            <a:ext cx="729" cy="204064"/>
          </a:xfrm>
          <a:custGeom>
            <a:avLst/>
            <a:gdLst/>
            <a:ahLst/>
            <a:cxnLst/>
            <a:rect l="0" t="0" r="0" b="0"/>
            <a:pathLst>
              <a:path w="953" h="266700">
                <a:moveTo>
                  <a:pt x="0" y="0"/>
                </a:moveTo>
                <a:lnTo>
                  <a:pt x="0" y="266700"/>
                </a:lnTo>
              </a:path>
            </a:pathLst>
          </a:custGeom>
          <a:noFill/>
          <a:ln w="8746">
            <a:solidFill>
              <a:srgbClr val="8599C3"/>
            </a:solidFill>
            <a:prstDash val="solid"/>
          </a:ln>
        </p:spPr>
      </p:sp>
      <p:sp>
        <p:nvSpPr>
          <p:cNvPr id="523" name="p2_proposed_validation_path_261">
            <a:extLst>
              <a:ext uri="{FF2B5EF4-FFF2-40B4-BE49-F238E27FC236}">
                <a16:creationId xmlns:a16="http://schemas.microsoft.com/office/drawing/2014/main" id="{35868F39-12C0-48B4-A84E-E2C98C017C99}"/>
              </a:ext>
            </a:extLst>
          </p:cNvPr>
          <p:cNvSpPr>
            <a:spLocks/>
          </p:cNvSpPr>
          <p:nvPr/>
        </p:nvSpPr>
        <p:spPr>
          <a:xfrm>
            <a:off x="7484767" y="5517010"/>
            <a:ext cx="641343" cy="729"/>
          </a:xfrm>
          <a:custGeom>
            <a:avLst/>
            <a:gdLst/>
            <a:ahLst/>
            <a:cxnLst/>
            <a:rect l="0" t="0" r="0" b="0"/>
            <a:pathLst>
              <a:path w="838200" h="953">
                <a:moveTo>
                  <a:pt x="0" y="0"/>
                </a:moveTo>
                <a:lnTo>
                  <a:pt x="838200" y="0"/>
                </a:lnTo>
              </a:path>
            </a:pathLst>
          </a:custGeom>
          <a:noFill/>
          <a:ln w="8746">
            <a:solidFill>
              <a:srgbClr val="8599C3"/>
            </a:solidFill>
            <a:prstDash val="solid"/>
          </a:ln>
        </p:spPr>
      </p:sp>
      <p:sp>
        <p:nvSpPr>
          <p:cNvPr id="525" name="p2_proposed_validation_path_262">
            <a:extLst>
              <a:ext uri="{FF2B5EF4-FFF2-40B4-BE49-F238E27FC236}">
                <a16:creationId xmlns:a16="http://schemas.microsoft.com/office/drawing/2014/main" id="{B7342DF9-0CE7-C6E6-00F1-DBFBCF379238}"/>
              </a:ext>
            </a:extLst>
          </p:cNvPr>
          <p:cNvSpPr>
            <a:spLocks/>
          </p:cNvSpPr>
          <p:nvPr/>
        </p:nvSpPr>
        <p:spPr>
          <a:xfrm>
            <a:off x="7484767" y="5344936"/>
            <a:ext cx="641343" cy="161871"/>
          </a:xfrm>
          <a:custGeom>
            <a:avLst/>
            <a:gdLst/>
            <a:ahLst/>
            <a:cxnLst/>
            <a:rect l="0" t="0" r="0" b="0"/>
            <a:pathLst>
              <a:path w="838200" h="211556">
                <a:moveTo>
                  <a:pt x="0" y="203555"/>
                </a:moveTo>
                <a:lnTo>
                  <a:pt x="12148" y="200136"/>
                </a:lnTo>
                <a:lnTo>
                  <a:pt x="24296" y="209738"/>
                </a:lnTo>
                <a:lnTo>
                  <a:pt x="36443" y="195795"/>
                </a:lnTo>
                <a:lnTo>
                  <a:pt x="48591" y="211404"/>
                </a:lnTo>
                <a:lnTo>
                  <a:pt x="60739" y="197124"/>
                </a:lnTo>
                <a:lnTo>
                  <a:pt x="72887" y="207335"/>
                </a:lnTo>
                <a:lnTo>
                  <a:pt x="85035" y="203152"/>
                </a:lnTo>
                <a:lnTo>
                  <a:pt x="97183" y="200505"/>
                </a:lnTo>
                <a:lnTo>
                  <a:pt x="109330" y="209474"/>
                </a:lnTo>
                <a:lnTo>
                  <a:pt x="121478" y="195903"/>
                </a:lnTo>
                <a:lnTo>
                  <a:pt x="133626" y="211472"/>
                </a:lnTo>
                <a:lnTo>
                  <a:pt x="145774" y="196889"/>
                </a:lnTo>
                <a:lnTo>
                  <a:pt x="157922" y="207644"/>
                </a:lnTo>
                <a:lnTo>
                  <a:pt x="170070" y="202348"/>
                </a:lnTo>
                <a:lnTo>
                  <a:pt x="182217" y="198170"/>
                </a:lnTo>
                <a:lnTo>
                  <a:pt x="194365" y="196261"/>
                </a:lnTo>
                <a:lnTo>
                  <a:pt x="206513" y="152426"/>
                </a:lnTo>
                <a:lnTo>
                  <a:pt x="218661" y="107642"/>
                </a:lnTo>
                <a:lnTo>
                  <a:pt x="230809" y="21806"/>
                </a:lnTo>
                <a:lnTo>
                  <a:pt x="242957" y="0"/>
                </a:lnTo>
                <a:lnTo>
                  <a:pt x="255104" y="27477"/>
                </a:lnTo>
                <a:lnTo>
                  <a:pt x="267252" y="97387"/>
                </a:lnTo>
                <a:lnTo>
                  <a:pt x="279400" y="165297"/>
                </a:lnTo>
                <a:lnTo>
                  <a:pt x="291548" y="183243"/>
                </a:lnTo>
                <a:lnTo>
                  <a:pt x="303696" y="208837"/>
                </a:lnTo>
                <a:lnTo>
                  <a:pt x="315843" y="196078"/>
                </a:lnTo>
                <a:lnTo>
                  <a:pt x="327991" y="208313"/>
                </a:lnTo>
                <a:lnTo>
                  <a:pt x="340139" y="201949"/>
                </a:lnTo>
                <a:lnTo>
                  <a:pt x="352287" y="201655"/>
                </a:lnTo>
                <a:lnTo>
                  <a:pt x="364435" y="208595"/>
                </a:lnTo>
                <a:lnTo>
                  <a:pt x="376583" y="196343"/>
                </a:lnTo>
                <a:lnTo>
                  <a:pt x="388730" y="211556"/>
                </a:lnTo>
                <a:lnTo>
                  <a:pt x="400878" y="196300"/>
                </a:lnTo>
                <a:lnTo>
                  <a:pt x="413026" y="208670"/>
                </a:lnTo>
                <a:lnTo>
                  <a:pt x="425174" y="201549"/>
                </a:lnTo>
                <a:lnTo>
                  <a:pt x="437322" y="201984"/>
                </a:lnTo>
                <a:lnTo>
                  <a:pt x="449470" y="207929"/>
                </a:lnTo>
                <a:lnTo>
                  <a:pt x="461617" y="195061"/>
                </a:lnTo>
                <a:lnTo>
                  <a:pt x="473765" y="206569"/>
                </a:lnTo>
                <a:lnTo>
                  <a:pt x="485913" y="182617"/>
                </a:lnTo>
                <a:lnTo>
                  <a:pt x="498061" y="179541"/>
                </a:lnTo>
                <a:lnTo>
                  <a:pt x="510209" y="149869"/>
                </a:lnTo>
                <a:lnTo>
                  <a:pt x="522357" y="130851"/>
                </a:lnTo>
                <a:lnTo>
                  <a:pt x="534504" y="127933"/>
                </a:lnTo>
                <a:lnTo>
                  <a:pt x="546652" y="125132"/>
                </a:lnTo>
                <a:lnTo>
                  <a:pt x="558800" y="160209"/>
                </a:lnTo>
                <a:lnTo>
                  <a:pt x="570948" y="166564"/>
                </a:lnTo>
                <a:lnTo>
                  <a:pt x="583096" y="195742"/>
                </a:lnTo>
                <a:lnTo>
                  <a:pt x="595243" y="195814"/>
                </a:lnTo>
                <a:lnTo>
                  <a:pt x="607391" y="201383"/>
                </a:lnTo>
                <a:lnTo>
                  <a:pt x="619539" y="207255"/>
                </a:lnTo>
                <a:lnTo>
                  <a:pt x="631687" y="196882"/>
                </a:lnTo>
                <a:lnTo>
                  <a:pt x="643835" y="211447"/>
                </a:lnTo>
                <a:lnTo>
                  <a:pt x="655983" y="195874"/>
                </a:lnTo>
                <a:lnTo>
                  <a:pt x="668130" y="209540"/>
                </a:lnTo>
                <a:lnTo>
                  <a:pt x="680278" y="200413"/>
                </a:lnTo>
                <a:lnTo>
                  <a:pt x="692426" y="203251"/>
                </a:lnTo>
                <a:lnTo>
                  <a:pt x="704574" y="207247"/>
                </a:lnTo>
                <a:lnTo>
                  <a:pt x="716722" y="197184"/>
                </a:lnTo>
                <a:lnTo>
                  <a:pt x="728870" y="211384"/>
                </a:lnTo>
                <a:lnTo>
                  <a:pt x="741017" y="195771"/>
                </a:lnTo>
                <a:lnTo>
                  <a:pt x="753165" y="209801"/>
                </a:lnTo>
                <a:lnTo>
                  <a:pt x="765313" y="200046"/>
                </a:lnTo>
                <a:lnTo>
                  <a:pt x="777461" y="203654"/>
                </a:lnTo>
                <a:lnTo>
                  <a:pt x="789609" y="206885"/>
                </a:lnTo>
                <a:lnTo>
                  <a:pt x="801757" y="197436"/>
                </a:lnTo>
                <a:lnTo>
                  <a:pt x="813904" y="211290"/>
                </a:lnTo>
                <a:lnTo>
                  <a:pt x="826052" y="195688"/>
                </a:lnTo>
                <a:lnTo>
                  <a:pt x="838200" y="210045"/>
                </a:lnTo>
              </a:path>
            </a:pathLst>
          </a:custGeom>
          <a:noFill/>
          <a:ln w="13847">
            <a:solidFill>
              <a:srgbClr val="9C3E76"/>
            </a:solidFill>
            <a:prstDash val="solid"/>
          </a:ln>
        </p:spPr>
      </p:sp>
      <p:sp>
        <p:nvSpPr>
          <p:cNvPr id="527" name="p2_proposed_validation_path_263">
            <a:extLst>
              <a:ext uri="{FF2B5EF4-FFF2-40B4-BE49-F238E27FC236}">
                <a16:creationId xmlns:a16="http://schemas.microsoft.com/office/drawing/2014/main" id="{3F04E9A1-3803-C15B-D855-260B94849457}"/>
              </a:ext>
            </a:extLst>
          </p:cNvPr>
          <p:cNvSpPr>
            <a:spLocks/>
          </p:cNvSpPr>
          <p:nvPr/>
        </p:nvSpPr>
        <p:spPr>
          <a:xfrm>
            <a:off x="8257294" y="5312946"/>
            <a:ext cx="729" cy="204064"/>
          </a:xfrm>
          <a:custGeom>
            <a:avLst/>
            <a:gdLst/>
            <a:ahLst/>
            <a:cxnLst/>
            <a:rect l="0" t="0" r="0" b="0"/>
            <a:pathLst>
              <a:path w="953" h="266700">
                <a:moveTo>
                  <a:pt x="0" y="0"/>
                </a:moveTo>
                <a:lnTo>
                  <a:pt x="0" y="266700"/>
                </a:lnTo>
              </a:path>
            </a:pathLst>
          </a:custGeom>
          <a:noFill/>
          <a:ln w="8746">
            <a:solidFill>
              <a:srgbClr val="8599C3"/>
            </a:solidFill>
            <a:prstDash val="solid"/>
          </a:ln>
        </p:spPr>
      </p:sp>
      <p:sp>
        <p:nvSpPr>
          <p:cNvPr id="529" name="p2_proposed_validation_path_264">
            <a:extLst>
              <a:ext uri="{FF2B5EF4-FFF2-40B4-BE49-F238E27FC236}">
                <a16:creationId xmlns:a16="http://schemas.microsoft.com/office/drawing/2014/main" id="{8BD89BED-0867-42C0-B1F4-671D1C11C9D4}"/>
              </a:ext>
            </a:extLst>
          </p:cNvPr>
          <p:cNvSpPr>
            <a:spLocks/>
          </p:cNvSpPr>
          <p:nvPr/>
        </p:nvSpPr>
        <p:spPr>
          <a:xfrm>
            <a:off x="8257294" y="5517010"/>
            <a:ext cx="641343" cy="729"/>
          </a:xfrm>
          <a:custGeom>
            <a:avLst/>
            <a:gdLst/>
            <a:ahLst/>
            <a:cxnLst/>
            <a:rect l="0" t="0" r="0" b="0"/>
            <a:pathLst>
              <a:path w="838200" h="953">
                <a:moveTo>
                  <a:pt x="0" y="0"/>
                </a:moveTo>
                <a:lnTo>
                  <a:pt x="838200" y="0"/>
                </a:lnTo>
              </a:path>
            </a:pathLst>
          </a:custGeom>
          <a:noFill/>
          <a:ln w="8746">
            <a:solidFill>
              <a:srgbClr val="8599C3"/>
            </a:solidFill>
            <a:prstDash val="solid"/>
          </a:ln>
        </p:spPr>
      </p:sp>
      <p:sp>
        <p:nvSpPr>
          <p:cNvPr id="531" name="p2_proposed_validation_path_265">
            <a:extLst>
              <a:ext uri="{FF2B5EF4-FFF2-40B4-BE49-F238E27FC236}">
                <a16:creationId xmlns:a16="http://schemas.microsoft.com/office/drawing/2014/main" id="{9E1F4309-C74B-3E47-EAC0-27D676F66C3A}"/>
              </a:ext>
            </a:extLst>
          </p:cNvPr>
          <p:cNvSpPr>
            <a:spLocks/>
          </p:cNvSpPr>
          <p:nvPr/>
        </p:nvSpPr>
        <p:spPr>
          <a:xfrm>
            <a:off x="8264582" y="5411762"/>
            <a:ext cx="612191" cy="83383"/>
          </a:xfrm>
          <a:custGeom>
            <a:avLst/>
            <a:gdLst/>
            <a:ahLst/>
            <a:cxnLst/>
            <a:rect l="0" t="0" r="0" b="0"/>
            <a:pathLst>
              <a:path w="800100" h="108977">
                <a:moveTo>
                  <a:pt x="0" y="108977"/>
                </a:moveTo>
                <a:lnTo>
                  <a:pt x="133350" y="73897"/>
                </a:lnTo>
                <a:lnTo>
                  <a:pt x="266700" y="53555"/>
                </a:lnTo>
                <a:lnTo>
                  <a:pt x="400050" y="49139"/>
                </a:lnTo>
                <a:lnTo>
                  <a:pt x="533400" y="47194"/>
                </a:lnTo>
                <a:lnTo>
                  <a:pt x="666750" y="31995"/>
                </a:lnTo>
                <a:lnTo>
                  <a:pt x="800100" y="0"/>
                </a:lnTo>
              </a:path>
            </a:pathLst>
          </a:custGeom>
          <a:noFill/>
          <a:ln w="8746">
            <a:solidFill>
              <a:srgbClr val="394D93"/>
            </a:solidFill>
            <a:prstDash val="solid"/>
          </a:ln>
        </p:spPr>
      </p:sp>
      <p:sp>
        <p:nvSpPr>
          <p:cNvPr id="533" name="p2_proposed_validation_path_266">
            <a:extLst>
              <a:ext uri="{FF2B5EF4-FFF2-40B4-BE49-F238E27FC236}">
                <a16:creationId xmlns:a16="http://schemas.microsoft.com/office/drawing/2014/main" id="{0D9F2C31-6A11-6C65-B192-FA573FBD3800}"/>
              </a:ext>
            </a:extLst>
          </p:cNvPr>
          <p:cNvSpPr>
            <a:spLocks/>
          </p:cNvSpPr>
          <p:nvPr/>
        </p:nvSpPr>
        <p:spPr>
          <a:xfrm>
            <a:off x="8264582" y="5368962"/>
            <a:ext cx="612191" cy="84767"/>
          </a:xfrm>
          <a:custGeom>
            <a:avLst/>
            <a:gdLst/>
            <a:ahLst/>
            <a:cxnLst/>
            <a:rect l="0" t="0" r="0" b="0"/>
            <a:pathLst>
              <a:path w="800100" h="110786">
                <a:moveTo>
                  <a:pt x="0" y="110786"/>
                </a:moveTo>
                <a:lnTo>
                  <a:pt x="133350" y="90443"/>
                </a:lnTo>
                <a:lnTo>
                  <a:pt x="266700" y="86027"/>
                </a:lnTo>
                <a:lnTo>
                  <a:pt x="400050" y="84083"/>
                </a:lnTo>
                <a:lnTo>
                  <a:pt x="533400" y="68883"/>
                </a:lnTo>
                <a:lnTo>
                  <a:pt x="666750" y="36888"/>
                </a:lnTo>
                <a:lnTo>
                  <a:pt x="800100" y="0"/>
                </a:lnTo>
              </a:path>
            </a:pathLst>
          </a:custGeom>
          <a:noFill/>
          <a:ln w="8746">
            <a:solidFill>
              <a:srgbClr val="9C3E76"/>
            </a:solidFill>
            <a:prstDash val="solid"/>
          </a:ln>
        </p:spPr>
      </p:sp>
      <p:sp>
        <p:nvSpPr>
          <p:cNvPr id="535" name="p2_proposed_validation_path_267">
            <a:extLst>
              <a:ext uri="{FF2B5EF4-FFF2-40B4-BE49-F238E27FC236}">
                <a16:creationId xmlns:a16="http://schemas.microsoft.com/office/drawing/2014/main" id="{3AC75D06-CE91-A005-D55C-6F876878D01F}"/>
              </a:ext>
            </a:extLst>
          </p:cNvPr>
          <p:cNvSpPr>
            <a:spLocks/>
          </p:cNvSpPr>
          <p:nvPr/>
        </p:nvSpPr>
        <p:spPr>
          <a:xfrm>
            <a:off x="8264582" y="5334965"/>
            <a:ext cx="612191" cy="88623"/>
          </a:xfrm>
          <a:custGeom>
            <a:avLst/>
            <a:gdLst/>
            <a:ahLst/>
            <a:cxnLst/>
            <a:rect l="0" t="0" r="0" b="0"/>
            <a:pathLst>
              <a:path w="800100" h="115825">
                <a:moveTo>
                  <a:pt x="0" y="115825"/>
                </a:moveTo>
                <a:lnTo>
                  <a:pt x="133350" y="111409"/>
                </a:lnTo>
                <a:lnTo>
                  <a:pt x="266700" y="109464"/>
                </a:lnTo>
                <a:lnTo>
                  <a:pt x="400050" y="94265"/>
                </a:lnTo>
                <a:lnTo>
                  <a:pt x="533400" y="62270"/>
                </a:lnTo>
                <a:lnTo>
                  <a:pt x="666750" y="25382"/>
                </a:lnTo>
                <a:lnTo>
                  <a:pt x="800100" y="0"/>
                </a:lnTo>
              </a:path>
            </a:pathLst>
          </a:custGeom>
          <a:noFill/>
          <a:ln w="8746">
            <a:solidFill>
              <a:srgbClr val="394D93"/>
            </a:solidFill>
            <a:prstDash val="solid"/>
          </a:ln>
        </p:spPr>
      </p:sp>
      <p:sp>
        <p:nvSpPr>
          <p:cNvPr id="537" name="p2_proposed_validation_path_268">
            <a:extLst>
              <a:ext uri="{FF2B5EF4-FFF2-40B4-BE49-F238E27FC236}">
                <a16:creationId xmlns:a16="http://schemas.microsoft.com/office/drawing/2014/main" id="{976E908F-E890-8AEF-9482-857069AFF871}"/>
              </a:ext>
            </a:extLst>
          </p:cNvPr>
          <p:cNvSpPr>
            <a:spLocks/>
          </p:cNvSpPr>
          <p:nvPr/>
        </p:nvSpPr>
        <p:spPr>
          <a:xfrm>
            <a:off x="6428009" y="5611753"/>
            <a:ext cx="729" cy="131184"/>
          </a:xfrm>
          <a:custGeom>
            <a:avLst/>
            <a:gdLst/>
            <a:ahLst/>
            <a:cxnLst/>
            <a:rect l="0" t="0" r="0" b="0"/>
            <a:pathLst>
              <a:path w="953" h="171450">
                <a:moveTo>
                  <a:pt x="0" y="0"/>
                </a:moveTo>
                <a:lnTo>
                  <a:pt x="0" y="171450"/>
                </a:lnTo>
              </a:path>
            </a:pathLst>
          </a:custGeom>
          <a:noFill/>
          <a:ln w="10203">
            <a:solidFill>
              <a:srgbClr val="394D93"/>
            </a:solidFill>
            <a:prstDash val="solid"/>
          </a:ln>
        </p:spPr>
      </p:sp>
      <p:sp>
        <p:nvSpPr>
          <p:cNvPr id="539" name="p2_proposed_validation_path_269">
            <a:extLst>
              <a:ext uri="{FF2B5EF4-FFF2-40B4-BE49-F238E27FC236}">
                <a16:creationId xmlns:a16="http://schemas.microsoft.com/office/drawing/2014/main" id="{A401BB7C-39CA-0C2B-9073-9614FDFA032E}"/>
              </a:ext>
            </a:extLst>
          </p:cNvPr>
          <p:cNvSpPr>
            <a:spLocks/>
          </p:cNvSpPr>
          <p:nvPr/>
        </p:nvSpPr>
        <p:spPr>
          <a:xfrm>
            <a:off x="6389528" y="5655481"/>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541" name="p2_proposed_validation_path_270">
            <a:extLst>
              <a:ext uri="{FF2B5EF4-FFF2-40B4-BE49-F238E27FC236}">
                <a16:creationId xmlns:a16="http://schemas.microsoft.com/office/drawing/2014/main" id="{C962484E-015C-8494-ECB2-A9980F8E9FEA}"/>
              </a:ext>
            </a:extLst>
          </p:cNvPr>
          <p:cNvSpPr>
            <a:spLocks/>
          </p:cNvSpPr>
          <p:nvPr/>
        </p:nvSpPr>
        <p:spPr>
          <a:xfrm>
            <a:off x="7280704" y="5611753"/>
            <a:ext cx="947439" cy="131184"/>
          </a:xfrm>
          <a:custGeom>
            <a:avLst/>
            <a:gdLst/>
            <a:ahLst/>
            <a:cxnLst/>
            <a:rect l="0" t="0" r="0" b="0"/>
            <a:pathLst>
              <a:path w="1238250" h="171450">
                <a:moveTo>
                  <a:pt x="1238250" y="0"/>
                </a:moveTo>
                <a:lnTo>
                  <a:pt x="1238250" y="95250"/>
                </a:lnTo>
                <a:lnTo>
                  <a:pt x="0" y="95250"/>
                </a:lnTo>
                <a:lnTo>
                  <a:pt x="0" y="171450"/>
                </a:lnTo>
              </a:path>
            </a:pathLst>
          </a:custGeom>
          <a:noFill/>
          <a:ln w="10203">
            <a:solidFill>
              <a:srgbClr val="9C3E76"/>
            </a:solidFill>
            <a:prstDash val="solid"/>
          </a:ln>
        </p:spPr>
      </p:sp>
      <p:sp>
        <p:nvSpPr>
          <p:cNvPr id="543" name="p2_proposed_validation_path_271">
            <a:extLst>
              <a:ext uri="{FF2B5EF4-FFF2-40B4-BE49-F238E27FC236}">
                <a16:creationId xmlns:a16="http://schemas.microsoft.com/office/drawing/2014/main" id="{C2E0E0F7-7EA2-1927-79D0-58751CA05C20}"/>
              </a:ext>
            </a:extLst>
          </p:cNvPr>
          <p:cNvSpPr>
            <a:spLocks/>
          </p:cNvSpPr>
          <p:nvPr/>
        </p:nvSpPr>
        <p:spPr>
          <a:xfrm>
            <a:off x="7242223" y="5655481"/>
            <a:ext cx="76961" cy="87456"/>
          </a:xfrm>
          <a:custGeom>
            <a:avLst/>
            <a:gdLst/>
            <a:ahLst/>
            <a:cxnLst/>
            <a:rect l="0" t="0" r="0" b="0"/>
            <a:pathLst>
              <a:path w="100584" h="114300">
                <a:moveTo>
                  <a:pt x="50292" y="114300"/>
                </a:moveTo>
                <a:lnTo>
                  <a:pt x="0" y="0"/>
                </a:lnTo>
                <a:lnTo>
                  <a:pt x="100584" y="0"/>
                </a:lnTo>
                <a:close/>
              </a:path>
            </a:pathLst>
          </a:custGeom>
          <a:solidFill>
            <a:srgbClr val="9C3E76"/>
          </a:solidFill>
          <a:ln w="0">
            <a:noFill/>
            <a:prstDash val="solid"/>
          </a:ln>
        </p:spPr>
      </p:sp>
      <p:sp>
        <p:nvSpPr>
          <p:cNvPr id="545" name="p2_proposed_validation_rect_272">
            <a:extLst>
              <a:ext uri="{FF2B5EF4-FFF2-40B4-BE49-F238E27FC236}">
                <a16:creationId xmlns:a16="http://schemas.microsoft.com/office/drawing/2014/main" id="{E52A4C44-B7AC-6FF7-BF15-A100A0B5E2EE}"/>
              </a:ext>
            </a:extLst>
          </p:cNvPr>
          <p:cNvSpPr>
            <a:spLocks/>
          </p:cNvSpPr>
          <p:nvPr/>
        </p:nvSpPr>
        <p:spPr>
          <a:xfrm>
            <a:off x="5582601" y="5779377"/>
            <a:ext cx="2149957" cy="335248"/>
          </a:xfrm>
          <a:prstGeom prst="roundRect">
            <a:avLst>
              <a:gd name="adj" fmla="val 13043"/>
            </a:avLst>
          </a:prstGeom>
          <a:gradFill>
            <a:gsLst>
              <a:gs pos="0">
                <a:srgbClr val="E5EAF8"/>
              </a:gs>
              <a:gs pos="100000">
                <a:srgbClr val="C4CEEB"/>
              </a:gs>
            </a:gsLst>
            <a:lin ang="5400000"/>
          </a:gradFill>
          <a:ln w="7288">
            <a:solidFill>
              <a:srgbClr val="8599C3"/>
            </a:solidFill>
            <a:prstDash val="solid"/>
          </a:ln>
        </p:spPr>
      </p:sp>
      <p:sp>
        <p:nvSpPr>
          <p:cNvPr id="547" name="p2_proposed_validation_path_273">
            <a:extLst>
              <a:ext uri="{FF2B5EF4-FFF2-40B4-BE49-F238E27FC236}">
                <a16:creationId xmlns:a16="http://schemas.microsoft.com/office/drawing/2014/main" id="{52589659-A54F-0FDB-9C96-9136E2AD5923}"/>
              </a:ext>
            </a:extLst>
          </p:cNvPr>
          <p:cNvSpPr>
            <a:spLocks/>
          </p:cNvSpPr>
          <p:nvPr/>
        </p:nvSpPr>
        <p:spPr>
          <a:xfrm>
            <a:off x="7761711" y="5947001"/>
            <a:ext cx="109320" cy="729"/>
          </a:xfrm>
          <a:custGeom>
            <a:avLst/>
            <a:gdLst/>
            <a:ahLst/>
            <a:cxnLst/>
            <a:rect l="0" t="0" r="0" b="0"/>
            <a:pathLst>
              <a:path w="142875" h="953">
                <a:moveTo>
                  <a:pt x="0" y="0"/>
                </a:moveTo>
                <a:lnTo>
                  <a:pt x="142875" y="0"/>
                </a:lnTo>
              </a:path>
            </a:pathLst>
          </a:custGeom>
          <a:noFill/>
          <a:ln w="9474">
            <a:solidFill>
              <a:srgbClr val="394D93"/>
            </a:solidFill>
            <a:prstDash val="solid"/>
          </a:ln>
        </p:spPr>
      </p:sp>
      <p:sp>
        <p:nvSpPr>
          <p:cNvPr id="549" name="p2_proposed_validation_path_274">
            <a:extLst>
              <a:ext uri="{FF2B5EF4-FFF2-40B4-BE49-F238E27FC236}">
                <a16:creationId xmlns:a16="http://schemas.microsoft.com/office/drawing/2014/main" id="{9EA6AD02-128E-8DC0-E511-FC906021BAE5}"/>
              </a:ext>
            </a:extLst>
          </p:cNvPr>
          <p:cNvSpPr>
            <a:spLocks/>
          </p:cNvSpPr>
          <p:nvPr/>
        </p:nvSpPr>
        <p:spPr>
          <a:xfrm>
            <a:off x="7783575" y="5908520"/>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551" name="p2_proposed_validation_rect_275">
            <a:extLst>
              <a:ext uri="{FF2B5EF4-FFF2-40B4-BE49-F238E27FC236}">
                <a16:creationId xmlns:a16="http://schemas.microsoft.com/office/drawing/2014/main" id="{F2D21E46-6E53-DB16-DF60-881E8674F93F}"/>
              </a:ext>
            </a:extLst>
          </p:cNvPr>
          <p:cNvSpPr>
            <a:spLocks/>
          </p:cNvSpPr>
          <p:nvPr/>
        </p:nvSpPr>
        <p:spPr>
          <a:xfrm>
            <a:off x="7907471" y="5779377"/>
            <a:ext cx="1166079" cy="335248"/>
          </a:xfrm>
          <a:prstGeom prst="roundRect">
            <a:avLst>
              <a:gd name="adj" fmla="val 13043"/>
            </a:avLst>
          </a:prstGeom>
          <a:gradFill>
            <a:gsLst>
              <a:gs pos="0">
                <a:srgbClr val="FEFEFF"/>
              </a:gs>
              <a:gs pos="100000">
                <a:srgbClr val="EDF0F8"/>
              </a:gs>
            </a:gsLst>
            <a:lin ang="5400000"/>
          </a:gradFill>
          <a:ln w="7288">
            <a:solidFill>
              <a:srgbClr val="8599C3"/>
            </a:solidFill>
            <a:prstDash val="solid"/>
          </a:ln>
        </p:spPr>
      </p:sp>
      <p:sp>
        <p:nvSpPr>
          <p:cNvPr id="553" name="p2_proposed_validation_rect_276">
            <a:extLst>
              <a:ext uri="{FF2B5EF4-FFF2-40B4-BE49-F238E27FC236}">
                <a16:creationId xmlns:a16="http://schemas.microsoft.com/office/drawing/2014/main" id="{A44A950D-9951-C76B-8353-37ABE53A485D}"/>
              </a:ext>
            </a:extLst>
          </p:cNvPr>
          <p:cNvSpPr>
            <a:spLocks/>
          </p:cNvSpPr>
          <p:nvPr/>
        </p:nvSpPr>
        <p:spPr>
          <a:xfrm>
            <a:off x="9299477" y="3942803"/>
            <a:ext cx="2681981" cy="2332157"/>
          </a:xfrm>
          <a:prstGeom prst="roundRect">
            <a:avLst>
              <a:gd name="adj" fmla="val 1875"/>
            </a:avLst>
          </a:prstGeom>
          <a:solidFill>
            <a:srgbClr val="FFFFFF"/>
          </a:solidFill>
          <a:ln w="7288">
            <a:solidFill>
              <a:srgbClr val="C3CEE7"/>
            </a:solidFill>
            <a:prstDash val="solid"/>
          </a:ln>
        </p:spPr>
      </p:sp>
      <p:sp>
        <p:nvSpPr>
          <p:cNvPr id="555" name="p2_proposed_validation_path_277">
            <a:extLst>
              <a:ext uri="{FF2B5EF4-FFF2-40B4-BE49-F238E27FC236}">
                <a16:creationId xmlns:a16="http://schemas.microsoft.com/office/drawing/2014/main" id="{F958B04F-1927-EC53-F1CA-C75C03A9E7D8}"/>
              </a:ext>
            </a:extLst>
          </p:cNvPr>
          <p:cNvSpPr>
            <a:spLocks/>
          </p:cNvSpPr>
          <p:nvPr/>
        </p:nvSpPr>
        <p:spPr>
          <a:xfrm>
            <a:off x="9437949" y="4467539"/>
            <a:ext cx="2397749" cy="36440"/>
          </a:xfrm>
          <a:custGeom>
            <a:avLst/>
            <a:gdLst/>
            <a:ahLst/>
            <a:cxnLst/>
            <a:rect l="0" t="0" r="0" b="0"/>
            <a:pathLst>
              <a:path w="3133725" h="47625">
                <a:moveTo>
                  <a:pt x="0" y="47625"/>
                </a:moveTo>
                <a:lnTo>
                  <a:pt x="0" y="0"/>
                </a:lnTo>
                <a:lnTo>
                  <a:pt x="3133725" y="0"/>
                </a:lnTo>
                <a:lnTo>
                  <a:pt x="3133725" y="47625"/>
                </a:lnTo>
              </a:path>
            </a:pathLst>
          </a:custGeom>
          <a:noFill/>
          <a:ln w="8746">
            <a:solidFill>
              <a:srgbClr val="394D93"/>
            </a:solidFill>
            <a:prstDash val="solid"/>
          </a:ln>
        </p:spPr>
      </p:sp>
      <p:sp>
        <p:nvSpPr>
          <p:cNvPr id="557" name="p2_proposed_validation_rect_278">
            <a:extLst>
              <a:ext uri="{FF2B5EF4-FFF2-40B4-BE49-F238E27FC236}">
                <a16:creationId xmlns:a16="http://schemas.microsoft.com/office/drawing/2014/main" id="{B8E214D0-4A9D-C481-D087-E5BE26F5FFCC}"/>
              </a:ext>
            </a:extLst>
          </p:cNvPr>
          <p:cNvSpPr>
            <a:spLocks/>
          </p:cNvSpPr>
          <p:nvPr/>
        </p:nvSpPr>
        <p:spPr>
          <a:xfrm>
            <a:off x="9408797" y="4547707"/>
            <a:ext cx="1107775" cy="378976"/>
          </a:xfrm>
          <a:prstGeom prst="roundRect">
            <a:avLst>
              <a:gd name="adj" fmla="val 11538"/>
            </a:avLst>
          </a:prstGeom>
          <a:gradFill>
            <a:gsLst>
              <a:gs pos="0">
                <a:srgbClr val="FEFEFF"/>
              </a:gs>
              <a:gs pos="100000">
                <a:srgbClr val="EDF0F8"/>
              </a:gs>
            </a:gsLst>
            <a:lin ang="5400000"/>
          </a:gradFill>
          <a:ln w="7288">
            <a:solidFill>
              <a:srgbClr val="8599C3"/>
            </a:solidFill>
            <a:prstDash val="solid"/>
          </a:ln>
        </p:spPr>
      </p:sp>
      <p:sp>
        <p:nvSpPr>
          <p:cNvPr id="559" name="p2_proposed_validation_rect_279">
            <a:extLst>
              <a:ext uri="{FF2B5EF4-FFF2-40B4-BE49-F238E27FC236}">
                <a16:creationId xmlns:a16="http://schemas.microsoft.com/office/drawing/2014/main" id="{26DC805B-496E-8E66-9703-9DBA0B546407}"/>
              </a:ext>
            </a:extLst>
          </p:cNvPr>
          <p:cNvSpPr>
            <a:spLocks/>
          </p:cNvSpPr>
          <p:nvPr/>
        </p:nvSpPr>
        <p:spPr>
          <a:xfrm>
            <a:off x="10618604" y="4547707"/>
            <a:ext cx="1246247" cy="378976"/>
          </a:xfrm>
          <a:prstGeom prst="roundRect">
            <a:avLst>
              <a:gd name="adj" fmla="val 11538"/>
            </a:avLst>
          </a:prstGeom>
          <a:gradFill>
            <a:gsLst>
              <a:gs pos="0">
                <a:srgbClr val="FFFDFE"/>
              </a:gs>
              <a:gs pos="100000">
                <a:srgbClr val="F7EAF2"/>
              </a:gs>
            </a:gsLst>
            <a:lin ang="5400000"/>
          </a:gradFill>
          <a:ln w="7288">
            <a:solidFill>
              <a:srgbClr val="9C3E76"/>
            </a:solidFill>
            <a:prstDash val="solid"/>
          </a:ln>
        </p:spPr>
      </p:sp>
      <p:sp>
        <p:nvSpPr>
          <p:cNvPr id="561" name="p2_proposed_validation_rect_280">
            <a:extLst>
              <a:ext uri="{FF2B5EF4-FFF2-40B4-BE49-F238E27FC236}">
                <a16:creationId xmlns:a16="http://schemas.microsoft.com/office/drawing/2014/main" id="{8DCC3403-981C-FB98-747A-C9EFDA62F541}"/>
              </a:ext>
            </a:extLst>
          </p:cNvPr>
          <p:cNvSpPr>
            <a:spLocks/>
          </p:cNvSpPr>
          <p:nvPr/>
        </p:nvSpPr>
        <p:spPr>
          <a:xfrm>
            <a:off x="9408797" y="5640905"/>
            <a:ext cx="1100487" cy="371688"/>
          </a:xfrm>
          <a:prstGeom prst="roundRect">
            <a:avLst>
              <a:gd name="adj" fmla="val 11765"/>
            </a:avLst>
          </a:prstGeom>
          <a:gradFill>
            <a:gsLst>
              <a:gs pos="0">
                <a:srgbClr val="FEFEFF"/>
              </a:gs>
              <a:gs pos="100000">
                <a:srgbClr val="EDF0F8"/>
              </a:gs>
            </a:gsLst>
            <a:lin ang="5400000"/>
          </a:gradFill>
          <a:ln w="7288">
            <a:solidFill>
              <a:srgbClr val="8599C3"/>
            </a:solidFill>
            <a:prstDash val="solid"/>
          </a:ln>
        </p:spPr>
      </p:sp>
      <p:sp>
        <p:nvSpPr>
          <p:cNvPr id="563" name="p2_proposed_validation_rect_281">
            <a:extLst>
              <a:ext uri="{FF2B5EF4-FFF2-40B4-BE49-F238E27FC236}">
                <a16:creationId xmlns:a16="http://schemas.microsoft.com/office/drawing/2014/main" id="{B9045BFB-DB06-AE6C-5586-F1C44D4DA37C}"/>
              </a:ext>
            </a:extLst>
          </p:cNvPr>
          <p:cNvSpPr>
            <a:spLocks/>
          </p:cNvSpPr>
          <p:nvPr/>
        </p:nvSpPr>
        <p:spPr>
          <a:xfrm>
            <a:off x="10618604" y="5640905"/>
            <a:ext cx="1246247" cy="371688"/>
          </a:xfrm>
          <a:prstGeom prst="roundRect">
            <a:avLst>
              <a:gd name="adj" fmla="val 11765"/>
            </a:avLst>
          </a:prstGeom>
          <a:gradFill>
            <a:gsLst>
              <a:gs pos="0">
                <a:srgbClr val="FEFEFF"/>
              </a:gs>
              <a:gs pos="100000">
                <a:srgbClr val="EDF0F8"/>
              </a:gs>
            </a:gsLst>
            <a:lin ang="5400000"/>
          </a:gradFill>
          <a:ln w="7288">
            <a:solidFill>
              <a:srgbClr val="8599C3"/>
            </a:solidFill>
            <a:prstDash val="solid"/>
          </a:ln>
        </p:spPr>
      </p:sp>
      <p:sp>
        <p:nvSpPr>
          <p:cNvPr id="565" name="p2_search_frontier_rect_282">
            <a:extLst>
              <a:ext uri="{FF2B5EF4-FFF2-40B4-BE49-F238E27FC236}">
                <a16:creationId xmlns:a16="http://schemas.microsoft.com/office/drawing/2014/main" id="{86C3F878-F3A9-0F59-5061-CBD642B09291}"/>
              </a:ext>
            </a:extLst>
          </p:cNvPr>
          <p:cNvSpPr>
            <a:spLocks/>
          </p:cNvSpPr>
          <p:nvPr/>
        </p:nvSpPr>
        <p:spPr>
          <a:xfrm>
            <a:off x="102032" y="6522752"/>
            <a:ext cx="11981458" cy="306096"/>
          </a:xfrm>
          <a:prstGeom prst="roundRect">
            <a:avLst>
              <a:gd name="adj" fmla="val 21429"/>
            </a:avLst>
          </a:prstGeom>
          <a:gradFill>
            <a:gsLst>
              <a:gs pos="0">
                <a:srgbClr val="FFFDFE"/>
              </a:gs>
              <a:gs pos="100000">
                <a:srgbClr val="F7EAF2"/>
              </a:gs>
            </a:gsLst>
            <a:lin ang="5400000"/>
          </a:gradFill>
          <a:ln w="8746">
            <a:solidFill>
              <a:srgbClr val="9C3E76"/>
            </a:solidFill>
            <a:prstDash val="solid"/>
          </a:ln>
        </p:spPr>
      </p:sp>
      <p:sp>
        <p:nvSpPr>
          <p:cNvPr id="567" name="p2_label_1">
            <a:extLst>
              <a:ext uri="{FF2B5EF4-FFF2-40B4-BE49-F238E27FC236}">
                <a16:creationId xmlns:a16="http://schemas.microsoft.com/office/drawing/2014/main" id="{D496D8FB-D0A1-E417-4F64-71E6B5C9FBFF}"/>
              </a:ext>
            </a:extLst>
          </p:cNvPr>
          <p:cNvSpPr>
            <a:spLocks/>
          </p:cNvSpPr>
          <p:nvPr/>
        </p:nvSpPr>
        <p:spPr>
          <a:xfrm>
            <a:off x="174912" y="51016"/>
            <a:ext cx="10246916" cy="429991"/>
          </a:xfrm>
          <a:prstGeom prst="rect">
            <a:avLst/>
          </a:prstGeom>
          <a:noFill/>
          <a:ln w="0">
            <a:noFill/>
          </a:ln>
        </p:spPr>
        <p:txBody>
          <a:bodyPr wrap="square" lIns="0" tIns="0" rIns="0" bIns="0" anchor="t">
            <a:noAutofit/>
          </a:bodyPr>
          <a:lstStyle>
            <a:defPPr algn="l">
              <a:defRPr sz="2468" b="1">
                <a:solidFill>
                  <a:srgbClr val="172956"/>
                </a:solidFill>
                <a:latin typeface="Source Han Serif SC Heavy"/>
                <a:ea typeface="Source Han Serif SC Heavy"/>
                <a:cs typeface="Source Han Serif SC Heavy"/>
              </a:defRPr>
            </a:defPPr>
          </a:lstStyle>
          <a:p>
            <a:pPr algn="l">
              <a:defRPr sz="2468" b="1">
                <a:solidFill>
                  <a:srgbClr val="172956"/>
                </a:solidFill>
                <a:latin typeface="Source Han Serif SC Heavy"/>
                <a:ea typeface="Source Han Serif SC Heavy"/>
                <a:cs typeface="Source Han Serif SC Heavy"/>
              </a:defRPr>
            </a:pPr>
            <a:r>
              <a:rPr sz="2468" b="1">
                <a:solidFill>
                  <a:srgbClr val="172956"/>
                </a:solidFill>
                <a:latin typeface="Source Han Serif SC Heavy"/>
                <a:ea typeface="Source Han Serif SC Heavy"/>
                <a:cs typeface="Source Han Serif SC Heavy"/>
              </a:rPr>
              <a:t>现有研究（二）：搜索闭环已有基础，残差收益仍需验证</a:t>
            </a:r>
          </a:p>
        </p:txBody>
      </p:sp>
      <p:sp>
        <p:nvSpPr>
          <p:cNvPr id="569" name="p2_label_2">
            <a:extLst>
              <a:ext uri="{FF2B5EF4-FFF2-40B4-BE49-F238E27FC236}">
                <a16:creationId xmlns:a16="http://schemas.microsoft.com/office/drawing/2014/main" id="{D433B5A4-9CD2-C135-E064-11CC142558AE}"/>
              </a:ext>
            </a:extLst>
          </p:cNvPr>
          <p:cNvSpPr>
            <a:spLocks/>
          </p:cNvSpPr>
          <p:nvPr/>
        </p:nvSpPr>
        <p:spPr>
          <a:xfrm>
            <a:off x="204064" y="517447"/>
            <a:ext cx="11587906" cy="233216"/>
          </a:xfrm>
          <a:prstGeom prst="rect">
            <a:avLst/>
          </a:prstGeom>
          <a:noFill/>
          <a:ln w="0">
            <a:noFill/>
          </a:ln>
        </p:spPr>
        <p:txBody>
          <a:bodyPr wrap="square" lIns="0" tIns="0" rIns="0" bIns="0" anchor="t">
            <a:noAutofit/>
          </a:bodyPr>
          <a:lstStyle>
            <a:defPPr algn="l">
              <a:defRPr sz="1377" b="0">
                <a:solidFill>
                  <a:srgbClr val="52617D"/>
                </a:solidFill>
                <a:latin typeface="Noto Sans SC"/>
                <a:ea typeface="Noto Sans SC"/>
                <a:cs typeface="Noto Sans SC"/>
              </a:defRPr>
            </a:defPPr>
          </a:lstStyle>
          <a:p>
            <a:pPr algn="l">
              <a:defRPr sz="1377" b="0">
                <a:solidFill>
                  <a:srgbClr val="52617D"/>
                </a:solidFill>
                <a:latin typeface="Noto Sans SC"/>
                <a:ea typeface="Noto Sans SC"/>
                <a:cs typeface="Noto Sans SC"/>
              </a:defRPr>
            </a:pPr>
            <a:r>
              <a:rPr sz="1377" b="0">
                <a:solidFill>
                  <a:srgbClr val="52617D"/>
                </a:solidFill>
                <a:latin typeface="Noto Sans SC"/>
                <a:ea typeface="Noto Sans SC"/>
                <a:cs typeface="Noto Sans SC"/>
              </a:rPr>
              <a:t>已有研究覆盖配置搜索、自动训练与报告，进一步检验更细反馈能否改变决策并节省总成本</a:t>
            </a:r>
          </a:p>
        </p:txBody>
      </p:sp>
      <p:sp>
        <p:nvSpPr>
          <p:cNvPr id="571" name="p2_label_3">
            <a:extLst>
              <a:ext uri="{FF2B5EF4-FFF2-40B4-BE49-F238E27FC236}">
                <a16:creationId xmlns:a16="http://schemas.microsoft.com/office/drawing/2014/main" id="{0DEA40E1-2A14-1FB3-209B-CD881B1F73F8}"/>
              </a:ext>
            </a:extLst>
          </p:cNvPr>
          <p:cNvSpPr>
            <a:spLocks/>
          </p:cNvSpPr>
          <p:nvPr/>
        </p:nvSpPr>
        <p:spPr>
          <a:xfrm>
            <a:off x="10531148" y="109320"/>
            <a:ext cx="1464886" cy="225928"/>
          </a:xfrm>
          <a:prstGeom prst="rect">
            <a:avLst/>
          </a:prstGeom>
          <a:noFill/>
          <a:ln w="0">
            <a:noFill/>
          </a:ln>
        </p:spPr>
        <p:txBody>
          <a:bodyPr wrap="square" lIns="0" tIns="0" rIns="0" bIns="0" anchor="t">
            <a:noAutofit/>
          </a:bodyPr>
          <a:lstStyle>
            <a:defPPr algn="r">
              <a:defRPr sz="1205" b="0">
                <a:solidFill>
                  <a:srgbClr val="52617D"/>
                </a:solidFill>
                <a:latin typeface="Noto Sans SC"/>
                <a:ea typeface="Noto Sans SC"/>
                <a:cs typeface="Noto Sans SC"/>
              </a:defRPr>
            </a:defPPr>
          </a:lstStyle>
          <a:p>
            <a:pPr algn="r">
              <a:defRPr sz="1205" b="0">
                <a:solidFill>
                  <a:srgbClr val="52617D"/>
                </a:solidFill>
                <a:latin typeface="Noto Sans SC"/>
                <a:ea typeface="Noto Sans SC"/>
                <a:cs typeface="Noto Sans SC"/>
              </a:defRPr>
            </a:pPr>
            <a:r>
              <a:rPr sz="1205" b="0">
                <a:solidFill>
                  <a:srgbClr val="52617D"/>
                </a:solidFill>
                <a:latin typeface="Noto Sans SC"/>
                <a:ea typeface="Noto Sans SC"/>
                <a:cs typeface="Noto Sans SC"/>
              </a:rPr>
              <a:t>03 现有研究与不足</a:t>
            </a:r>
          </a:p>
        </p:txBody>
      </p:sp>
      <p:sp>
        <p:nvSpPr>
          <p:cNvPr id="573" name="p2_label_4">
            <a:extLst>
              <a:ext uri="{FF2B5EF4-FFF2-40B4-BE49-F238E27FC236}">
                <a16:creationId xmlns:a16="http://schemas.microsoft.com/office/drawing/2014/main" id="{D6F34BFE-76FC-1779-9A43-3F1F5AE5DEBC}"/>
              </a:ext>
            </a:extLst>
          </p:cNvPr>
          <p:cNvSpPr>
            <a:spLocks/>
          </p:cNvSpPr>
          <p:nvPr/>
        </p:nvSpPr>
        <p:spPr>
          <a:xfrm>
            <a:off x="11755530" y="6646648"/>
            <a:ext cx="247792" cy="189488"/>
          </a:xfrm>
          <a:prstGeom prst="rect">
            <a:avLst/>
          </a:prstGeom>
          <a:noFill/>
          <a:ln w="0">
            <a:noFill/>
          </a:ln>
        </p:spPr>
        <p:txBody>
          <a:bodyPr wrap="square" lIns="0" tIns="0" rIns="0" bIns="0" anchor="t">
            <a:noAutofit/>
          </a:bodyPr>
          <a:lstStyle>
            <a:defPPr algn="r">
              <a:defRPr sz="1090" b="0">
                <a:solidFill>
                  <a:srgbClr val="52617D"/>
                </a:solidFill>
                <a:latin typeface="Arial"/>
                <a:ea typeface="Arial"/>
                <a:cs typeface="Arial"/>
              </a:defRPr>
            </a:defPPr>
          </a:lstStyle>
          <a:p>
            <a:pPr algn="r">
              <a:defRPr sz="1090" b="0">
                <a:solidFill>
                  <a:srgbClr val="52617D"/>
                </a:solidFill>
                <a:latin typeface="Arial"/>
                <a:ea typeface="Arial"/>
                <a:cs typeface="Arial"/>
              </a:defRPr>
            </a:pPr>
            <a:r>
              <a:rPr sz="1090" b="0">
                <a:solidFill>
                  <a:srgbClr val="52617D"/>
                </a:solidFill>
                <a:latin typeface="Arial"/>
                <a:ea typeface="Arial"/>
                <a:cs typeface="Arial"/>
              </a:rPr>
              <a:t>09</a:t>
            </a:r>
          </a:p>
        </p:txBody>
      </p:sp>
      <p:sp>
        <p:nvSpPr>
          <p:cNvPr id="575" name="p2_smac3_text_0">
            <a:extLst>
              <a:ext uri="{FF2B5EF4-FFF2-40B4-BE49-F238E27FC236}">
                <a16:creationId xmlns:a16="http://schemas.microsoft.com/office/drawing/2014/main" id="{A947EDAA-9319-532B-8C00-47E6D79E030A}"/>
              </a:ext>
            </a:extLst>
          </p:cNvPr>
          <p:cNvSpPr>
            <a:spLocks/>
          </p:cNvSpPr>
          <p:nvPr/>
        </p:nvSpPr>
        <p:spPr>
          <a:xfrm>
            <a:off x="233216" y="903711"/>
            <a:ext cx="204064" cy="247792"/>
          </a:xfrm>
          <a:prstGeom prst="rect">
            <a:avLst/>
          </a:prstGeom>
          <a:noFill/>
          <a:ln w="0">
            <a:noFill/>
          </a:ln>
        </p:spPr>
        <p:txBody>
          <a:bodyPr wrap="square" lIns="0" tIns="0" rIns="0" bIns="0" anchor="t">
            <a:noAutofit/>
          </a:bodyPr>
          <a:lstStyle>
            <a:defPPr algn="ctr">
              <a:defRPr sz="1607" b="1">
                <a:solidFill>
                  <a:srgbClr val="172956"/>
                </a:solidFill>
                <a:latin typeface="Arial"/>
                <a:ea typeface="Arial"/>
                <a:cs typeface="Arial"/>
              </a:defRPr>
            </a:defPPr>
          </a:lstStyle>
          <a:p>
            <a:pPr algn="ctr">
              <a:defRPr sz="1607" b="1">
                <a:solidFill>
                  <a:srgbClr val="172956"/>
                </a:solidFill>
                <a:latin typeface="Arial"/>
                <a:ea typeface="Arial"/>
                <a:cs typeface="Arial"/>
              </a:defRPr>
            </a:pPr>
            <a:r>
              <a:rPr sz="1607" b="1">
                <a:solidFill>
                  <a:srgbClr val="172956"/>
                </a:solidFill>
                <a:latin typeface="Arial"/>
                <a:ea typeface="Arial"/>
                <a:cs typeface="Arial"/>
              </a:rPr>
              <a:t>1</a:t>
            </a:r>
          </a:p>
        </p:txBody>
      </p:sp>
      <p:sp>
        <p:nvSpPr>
          <p:cNvPr id="577" name="p2_smac3_text_1">
            <a:extLst>
              <a:ext uri="{FF2B5EF4-FFF2-40B4-BE49-F238E27FC236}">
                <a16:creationId xmlns:a16="http://schemas.microsoft.com/office/drawing/2014/main" id="{51E0268C-C42C-58B6-2EEC-32CD3FC67AE0}"/>
              </a:ext>
            </a:extLst>
          </p:cNvPr>
          <p:cNvSpPr>
            <a:spLocks/>
          </p:cNvSpPr>
          <p:nvPr/>
        </p:nvSpPr>
        <p:spPr>
          <a:xfrm>
            <a:off x="568463" y="874559"/>
            <a:ext cx="4591435" cy="298808"/>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SMAC3 · JMLR 2022</a:t>
            </a:r>
          </a:p>
        </p:txBody>
      </p:sp>
      <p:sp>
        <p:nvSpPr>
          <p:cNvPr id="579" name="p2_smac3_text_2">
            <a:extLst>
              <a:ext uri="{FF2B5EF4-FFF2-40B4-BE49-F238E27FC236}">
                <a16:creationId xmlns:a16="http://schemas.microsoft.com/office/drawing/2014/main" id="{A63EC5A8-FE37-42E2-3021-7FD23E70D969}"/>
              </a:ext>
            </a:extLst>
          </p:cNvPr>
          <p:cNvSpPr>
            <a:spLocks/>
          </p:cNvSpPr>
          <p:nvPr/>
        </p:nvSpPr>
        <p:spPr>
          <a:xfrm>
            <a:off x="568463" y="1180655"/>
            <a:ext cx="4591435" cy="240504"/>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配置搜索已有序贯反馈</a:t>
            </a:r>
          </a:p>
        </p:txBody>
      </p:sp>
      <p:sp>
        <p:nvSpPr>
          <p:cNvPr id="581" name="p2_smac3_text_3">
            <a:extLst>
              <a:ext uri="{FF2B5EF4-FFF2-40B4-BE49-F238E27FC236}">
                <a16:creationId xmlns:a16="http://schemas.microsoft.com/office/drawing/2014/main" id="{CB3A2328-5CDA-5670-F180-BF5B307C9E66}"/>
              </a:ext>
            </a:extLst>
          </p:cNvPr>
          <p:cNvSpPr>
            <a:spLocks/>
          </p:cNvSpPr>
          <p:nvPr/>
        </p:nvSpPr>
        <p:spPr>
          <a:xfrm>
            <a:off x="284232" y="1537766"/>
            <a:ext cx="1064047" cy="218640"/>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配置空间 λ</a:t>
            </a:r>
          </a:p>
        </p:txBody>
      </p:sp>
      <p:sp>
        <p:nvSpPr>
          <p:cNvPr id="583" name="p2_smac3_text_4">
            <a:extLst>
              <a:ext uri="{FF2B5EF4-FFF2-40B4-BE49-F238E27FC236}">
                <a16:creationId xmlns:a16="http://schemas.microsoft.com/office/drawing/2014/main" id="{7FD434ED-8E27-EEC4-A121-283C9916D72C}"/>
              </a:ext>
            </a:extLst>
          </p:cNvPr>
          <p:cNvSpPr>
            <a:spLocks/>
          </p:cNvSpPr>
          <p:nvPr/>
        </p:nvSpPr>
        <p:spPr>
          <a:xfrm>
            <a:off x="306096" y="1843862"/>
            <a:ext cx="1020319" cy="298808"/>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算法选择</a:t>
            </a:r>
          </a:p>
        </p:txBody>
      </p:sp>
      <p:sp>
        <p:nvSpPr>
          <p:cNvPr id="585" name="p2_smac3_text_5">
            <a:extLst>
              <a:ext uri="{FF2B5EF4-FFF2-40B4-BE49-F238E27FC236}">
                <a16:creationId xmlns:a16="http://schemas.microsoft.com/office/drawing/2014/main" id="{A946A256-994A-D384-3FA8-F3F2D67BAB8E}"/>
              </a:ext>
            </a:extLst>
          </p:cNvPr>
          <p:cNvSpPr>
            <a:spLocks/>
          </p:cNvSpPr>
          <p:nvPr/>
        </p:nvSpPr>
        <p:spPr>
          <a:xfrm>
            <a:off x="306096" y="2098942"/>
            <a:ext cx="1020319" cy="298808"/>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超参范围</a:t>
            </a:r>
          </a:p>
        </p:txBody>
      </p:sp>
      <p:sp>
        <p:nvSpPr>
          <p:cNvPr id="587" name="p2_smac3_text_6">
            <a:extLst>
              <a:ext uri="{FF2B5EF4-FFF2-40B4-BE49-F238E27FC236}">
                <a16:creationId xmlns:a16="http://schemas.microsoft.com/office/drawing/2014/main" id="{29161A4C-95EB-2897-11A1-B2A4DA5962D9}"/>
              </a:ext>
            </a:extLst>
          </p:cNvPr>
          <p:cNvSpPr>
            <a:spLocks/>
          </p:cNvSpPr>
          <p:nvPr/>
        </p:nvSpPr>
        <p:spPr>
          <a:xfrm>
            <a:off x="306096" y="2354021"/>
            <a:ext cx="1020319" cy="298808"/>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条件约束</a:t>
            </a:r>
          </a:p>
        </p:txBody>
      </p:sp>
      <p:sp>
        <p:nvSpPr>
          <p:cNvPr id="589" name="p2_smac3_text_7">
            <a:extLst>
              <a:ext uri="{FF2B5EF4-FFF2-40B4-BE49-F238E27FC236}">
                <a16:creationId xmlns:a16="http://schemas.microsoft.com/office/drawing/2014/main" id="{6567E349-70AB-A219-F581-E4E728540A40}"/>
              </a:ext>
            </a:extLst>
          </p:cNvPr>
          <p:cNvSpPr>
            <a:spLocks/>
          </p:cNvSpPr>
          <p:nvPr/>
        </p:nvSpPr>
        <p:spPr>
          <a:xfrm>
            <a:off x="306096" y="2937061"/>
            <a:ext cx="1020319" cy="167624"/>
          </a:xfrm>
          <a:prstGeom prst="rect">
            <a:avLst/>
          </a:prstGeom>
          <a:noFill/>
          <a:ln w="0">
            <a:noFill/>
          </a:ln>
        </p:spPr>
        <p:txBody>
          <a:bodyPr wrap="square" lIns="0" tIns="0" rIns="0" bIns="0" anchor="t">
            <a:noAutofit/>
          </a:bodyPr>
          <a:lstStyle>
            <a:defPPr algn="l">
              <a:defRPr sz="1033" b="0">
                <a:solidFill>
                  <a:srgbClr val="52617D"/>
                </a:solidFill>
                <a:latin typeface="Noto Sans SC"/>
                <a:ea typeface="Noto Sans SC"/>
                <a:cs typeface="Noto Sans SC"/>
              </a:defRPr>
            </a:defPPr>
          </a:lstStyle>
          <a:p>
            <a:pPr algn="l">
              <a:defRPr sz="1033" b="0">
                <a:solidFill>
                  <a:srgbClr val="52617D"/>
                </a:solidFill>
                <a:latin typeface="Noto Sans SC"/>
                <a:ea typeface="Noto Sans SC"/>
                <a:cs typeface="Noto Sans SC"/>
              </a:defRPr>
            </a:pPr>
            <a:r>
              <a:rPr sz="1033" b="0">
                <a:solidFill>
                  <a:srgbClr val="52617D"/>
                </a:solidFill>
                <a:latin typeface="Noto Sans SC"/>
                <a:ea typeface="Noto Sans SC"/>
                <a:cs typeface="Noto Sans SC"/>
              </a:rPr>
              <a:t>时间 / 资源预算</a:t>
            </a:r>
          </a:p>
        </p:txBody>
      </p:sp>
      <p:sp>
        <p:nvSpPr>
          <p:cNvPr id="591" name="p2_smac3_text_8">
            <a:extLst>
              <a:ext uri="{FF2B5EF4-FFF2-40B4-BE49-F238E27FC236}">
                <a16:creationId xmlns:a16="http://schemas.microsoft.com/office/drawing/2014/main" id="{B2AF5F76-874A-AC01-B2F2-E82075B459EC}"/>
              </a:ext>
            </a:extLst>
          </p:cNvPr>
          <p:cNvSpPr>
            <a:spLocks/>
          </p:cNvSpPr>
          <p:nvPr/>
        </p:nvSpPr>
        <p:spPr>
          <a:xfrm>
            <a:off x="1639798" y="1537766"/>
            <a:ext cx="991167" cy="218640"/>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训练 / 评估</a:t>
            </a:r>
          </a:p>
        </p:txBody>
      </p:sp>
      <p:sp>
        <p:nvSpPr>
          <p:cNvPr id="593" name="p2_smac3_text_9">
            <a:extLst>
              <a:ext uri="{FF2B5EF4-FFF2-40B4-BE49-F238E27FC236}">
                <a16:creationId xmlns:a16="http://schemas.microsoft.com/office/drawing/2014/main" id="{2A9D37EA-E89C-70B7-3515-378AE93BF66C}"/>
              </a:ext>
            </a:extLst>
          </p:cNvPr>
          <p:cNvSpPr>
            <a:spLocks/>
          </p:cNvSpPr>
          <p:nvPr/>
        </p:nvSpPr>
        <p:spPr>
          <a:xfrm>
            <a:off x="1778270" y="1916742"/>
            <a:ext cx="706935" cy="211352"/>
          </a:xfrm>
          <a:prstGeom prst="rect">
            <a:avLst/>
          </a:prstGeom>
          <a:noFill/>
          <a:ln w="0">
            <a:noFill/>
          </a:ln>
        </p:spPr>
        <p:txBody>
          <a:bodyPr wrap="square" lIns="0" tIns="0" rIns="0" bIns="0" anchor="t">
            <a:noAutofit/>
          </a:bodyPr>
          <a:lstStyle>
            <a:defPPr algn="ctr">
              <a:defRPr sz="1262" b="1">
                <a:solidFill>
                  <a:srgbClr val="172956"/>
                </a:solidFill>
                <a:latin typeface="Noto Sans SC"/>
                <a:ea typeface="Noto Sans SC"/>
                <a:cs typeface="Noto Sans SC"/>
              </a:defRPr>
            </a:defPPr>
          </a:lstStyle>
          <a:p>
            <a:pPr algn="ctr">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训练模型</a:t>
            </a:r>
          </a:p>
        </p:txBody>
      </p:sp>
      <p:sp>
        <p:nvSpPr>
          <p:cNvPr id="595" name="p2_smac3_text_10">
            <a:extLst>
              <a:ext uri="{FF2B5EF4-FFF2-40B4-BE49-F238E27FC236}">
                <a16:creationId xmlns:a16="http://schemas.microsoft.com/office/drawing/2014/main" id="{EE65F8E4-1517-A550-13CD-11E256FD62E4}"/>
              </a:ext>
            </a:extLst>
          </p:cNvPr>
          <p:cNvSpPr>
            <a:spLocks/>
          </p:cNvSpPr>
          <p:nvPr/>
        </p:nvSpPr>
        <p:spPr>
          <a:xfrm>
            <a:off x="1778270" y="2397749"/>
            <a:ext cx="706935" cy="211352"/>
          </a:xfrm>
          <a:prstGeom prst="rect">
            <a:avLst/>
          </a:prstGeom>
          <a:noFill/>
          <a:ln w="0">
            <a:noFill/>
          </a:ln>
        </p:spPr>
        <p:txBody>
          <a:bodyPr wrap="square" lIns="0" tIns="0" rIns="0" bIns="0" anchor="t">
            <a:noAutofit/>
          </a:bodyPr>
          <a:lstStyle>
            <a:defPPr algn="ctr">
              <a:defRPr sz="1262" b="1">
                <a:solidFill>
                  <a:srgbClr val="172956"/>
                </a:solidFill>
                <a:latin typeface="Noto Sans SC"/>
                <a:ea typeface="Noto Sans SC"/>
                <a:cs typeface="Noto Sans SC"/>
              </a:defRPr>
            </a:defPPr>
          </a:lstStyle>
          <a:p>
            <a:pPr algn="ctr">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验证损失</a:t>
            </a:r>
          </a:p>
        </p:txBody>
      </p:sp>
      <p:sp>
        <p:nvSpPr>
          <p:cNvPr id="597" name="p2_smac3_text_11">
            <a:extLst>
              <a:ext uri="{FF2B5EF4-FFF2-40B4-BE49-F238E27FC236}">
                <a16:creationId xmlns:a16="http://schemas.microsoft.com/office/drawing/2014/main" id="{76981F2F-B00F-F81D-D5C2-38FA8523B209}"/>
              </a:ext>
            </a:extLst>
          </p:cNvPr>
          <p:cNvSpPr>
            <a:spLocks/>
          </p:cNvSpPr>
          <p:nvPr/>
        </p:nvSpPr>
        <p:spPr>
          <a:xfrm>
            <a:off x="1690814" y="2864181"/>
            <a:ext cx="881847" cy="225928"/>
          </a:xfrm>
          <a:prstGeom prst="rect">
            <a:avLst/>
          </a:prstGeom>
          <a:noFill/>
          <a:ln w="0">
            <a:noFill/>
          </a:ln>
        </p:spPr>
        <p:txBody>
          <a:bodyPr wrap="square" lIns="0" tIns="0" rIns="0" bIns="0" anchor="t">
            <a:noAutofit/>
          </a:bodyPr>
          <a:lstStyle>
            <a:defPPr algn="ctr">
              <a:defRPr sz="1492" b="1">
                <a:solidFill>
                  <a:srgbClr val="172956"/>
                </a:solidFill>
                <a:latin typeface="Arial"/>
                <a:ea typeface="Arial"/>
                <a:cs typeface="Arial"/>
              </a:defRPr>
            </a:defPPr>
          </a:lstStyle>
          <a:p>
            <a:pPr algn="ctr">
              <a:defRPr sz="1492" b="1">
                <a:solidFill>
                  <a:srgbClr val="172956"/>
                </a:solidFill>
                <a:latin typeface="Arial"/>
                <a:ea typeface="Arial"/>
                <a:cs typeface="Arial"/>
              </a:defRPr>
            </a:pPr>
            <a:r>
              <a:rPr sz="1492" b="1">
                <a:solidFill>
                  <a:srgbClr val="172956"/>
                </a:solidFill>
                <a:latin typeface="Arial"/>
                <a:ea typeface="Arial"/>
                <a:cs typeface="Arial"/>
              </a:rPr>
              <a:t>L(λ)</a:t>
            </a:r>
          </a:p>
        </p:txBody>
      </p:sp>
      <p:sp>
        <p:nvSpPr>
          <p:cNvPr id="599" name="p2_smac3_text_12">
            <a:extLst>
              <a:ext uri="{FF2B5EF4-FFF2-40B4-BE49-F238E27FC236}">
                <a16:creationId xmlns:a16="http://schemas.microsoft.com/office/drawing/2014/main" id="{864DDC04-DB11-DD23-FA8A-527634ED4C67}"/>
              </a:ext>
            </a:extLst>
          </p:cNvPr>
          <p:cNvSpPr>
            <a:spLocks/>
          </p:cNvSpPr>
          <p:nvPr/>
        </p:nvSpPr>
        <p:spPr>
          <a:xfrm>
            <a:off x="2922485" y="1537766"/>
            <a:ext cx="896423" cy="218640"/>
          </a:xfrm>
          <a:prstGeom prst="rect">
            <a:avLst/>
          </a:prstGeom>
          <a:noFill/>
          <a:ln w="0">
            <a:noFill/>
          </a:ln>
        </p:spPr>
        <p:txBody>
          <a:bodyPr wrap="square" lIns="0" tIns="0" rIns="0" bIns="0" anchor="t">
            <a:noAutofit/>
          </a:bodyPr>
          <a:lstStyle>
            <a:defPPr algn="l">
              <a:defRPr sz="1106" b="1">
                <a:solidFill>
                  <a:srgbClr val="172956"/>
                </a:solidFill>
                <a:latin typeface="Noto Sans SC"/>
                <a:ea typeface="Noto Sans SC"/>
                <a:cs typeface="Noto Sans SC"/>
              </a:defRPr>
            </a:defPPr>
          </a:lstStyle>
          <a:p>
            <a:pPr algn="l">
              <a:defRPr sz="1106" b="1">
                <a:solidFill>
                  <a:srgbClr val="172956"/>
                </a:solidFill>
                <a:latin typeface="Noto Sans SC"/>
                <a:ea typeface="Noto Sans SC"/>
                <a:cs typeface="Noto Sans SC"/>
              </a:defRPr>
            </a:pPr>
            <a:r>
              <a:rPr sz="1106" b="1">
                <a:solidFill>
                  <a:srgbClr val="172956"/>
                </a:solidFill>
                <a:latin typeface="Noto Sans SC"/>
                <a:ea typeface="Noto Sans SC"/>
                <a:cs typeface="Noto Sans SC"/>
              </a:rPr>
              <a:t>代理模型更新</a:t>
            </a:r>
          </a:p>
        </p:txBody>
      </p:sp>
      <p:sp>
        <p:nvSpPr>
          <p:cNvPr id="601" name="p2_smac3_text_13">
            <a:extLst>
              <a:ext uri="{FF2B5EF4-FFF2-40B4-BE49-F238E27FC236}">
                <a16:creationId xmlns:a16="http://schemas.microsoft.com/office/drawing/2014/main" id="{A28FC997-A709-548C-A6F2-BF552BA3CF6D}"/>
              </a:ext>
            </a:extLst>
          </p:cNvPr>
          <p:cNvSpPr>
            <a:spLocks/>
          </p:cNvSpPr>
          <p:nvPr/>
        </p:nvSpPr>
        <p:spPr>
          <a:xfrm>
            <a:off x="2937061" y="1763694"/>
            <a:ext cx="867271" cy="189488"/>
          </a:xfrm>
          <a:prstGeom prst="rect">
            <a:avLst/>
          </a:prstGeom>
          <a:noFill/>
          <a:ln w="0">
            <a:noFill/>
          </a:ln>
        </p:spPr>
        <p:txBody>
          <a:bodyPr wrap="square" lIns="0" tIns="0" rIns="0" bIns="0" anchor="t">
            <a:noAutofit/>
          </a:bodyPr>
          <a:lstStyle>
            <a:defPPr algn="ctr">
              <a:defRPr sz="908" b="0">
                <a:solidFill>
                  <a:srgbClr val="52617D"/>
                </a:solidFill>
                <a:latin typeface="Arial"/>
                <a:ea typeface="Arial"/>
                <a:cs typeface="Arial"/>
              </a:defRPr>
            </a:defPPr>
          </a:lstStyle>
          <a:p>
            <a:pPr algn="ctr">
              <a:defRPr sz="908" b="0">
                <a:solidFill>
                  <a:srgbClr val="52617D"/>
                </a:solidFill>
                <a:latin typeface="Arial"/>
                <a:ea typeface="Arial"/>
                <a:cs typeface="Arial"/>
              </a:defRPr>
            </a:pPr>
            <a:r>
              <a:rPr sz="908" b="0">
                <a:solidFill>
                  <a:srgbClr val="52617D"/>
                </a:solidFill>
                <a:latin typeface="Arial"/>
                <a:ea typeface="Arial"/>
                <a:cs typeface="Arial"/>
              </a:rPr>
              <a:t>RandomForest</a:t>
            </a:r>
          </a:p>
        </p:txBody>
      </p:sp>
      <p:sp>
        <p:nvSpPr>
          <p:cNvPr id="603" name="p2_smac3_text_14">
            <a:extLst>
              <a:ext uri="{FF2B5EF4-FFF2-40B4-BE49-F238E27FC236}">
                <a16:creationId xmlns:a16="http://schemas.microsoft.com/office/drawing/2014/main" id="{C8AF25C6-5EC9-0514-6A75-11B9BCF673F6}"/>
              </a:ext>
            </a:extLst>
          </p:cNvPr>
          <p:cNvSpPr>
            <a:spLocks/>
          </p:cNvSpPr>
          <p:nvPr/>
        </p:nvSpPr>
        <p:spPr>
          <a:xfrm>
            <a:off x="2922485" y="2630965"/>
            <a:ext cx="896423" cy="218640"/>
          </a:xfrm>
          <a:prstGeom prst="rect">
            <a:avLst/>
          </a:prstGeom>
          <a:noFill/>
          <a:ln w="0">
            <a:noFill/>
          </a:ln>
        </p:spPr>
        <p:txBody>
          <a:bodyPr wrap="square" lIns="0" tIns="0" rIns="0" bIns="0" anchor="t">
            <a:noAutofit/>
          </a:bodyPr>
          <a:lstStyle>
            <a:defPPr algn="l">
              <a:defRPr sz="948" b="1">
                <a:solidFill>
                  <a:srgbClr val="172956"/>
                </a:solidFill>
                <a:latin typeface="Noto Sans SC"/>
                <a:ea typeface="Noto Sans SC"/>
                <a:cs typeface="Noto Sans SC"/>
              </a:defRPr>
            </a:defPPr>
          </a:lstStyle>
          <a:p>
            <a:pPr algn="l">
              <a:defRPr sz="948" b="1">
                <a:solidFill>
                  <a:srgbClr val="172956"/>
                </a:solidFill>
                <a:latin typeface="Noto Sans SC"/>
                <a:ea typeface="Noto Sans SC"/>
                <a:cs typeface="Noto Sans SC"/>
              </a:defRPr>
            </a:pPr>
            <a:r>
              <a:rPr sz="948" b="1">
                <a:solidFill>
                  <a:srgbClr val="172956"/>
                </a:solidFill>
                <a:latin typeface="Noto Sans SC"/>
                <a:ea typeface="Noto Sans SC"/>
                <a:cs typeface="Noto Sans SC"/>
              </a:rPr>
              <a:t>采集函数选配置</a:t>
            </a:r>
          </a:p>
        </p:txBody>
      </p:sp>
      <p:sp>
        <p:nvSpPr>
          <p:cNvPr id="605" name="p2_smac3_text_15">
            <a:extLst>
              <a:ext uri="{FF2B5EF4-FFF2-40B4-BE49-F238E27FC236}">
                <a16:creationId xmlns:a16="http://schemas.microsoft.com/office/drawing/2014/main" id="{EE77FF44-4F49-05A6-2711-420B4EAAE614}"/>
              </a:ext>
            </a:extLst>
          </p:cNvPr>
          <p:cNvSpPr>
            <a:spLocks/>
          </p:cNvSpPr>
          <p:nvPr/>
        </p:nvSpPr>
        <p:spPr>
          <a:xfrm>
            <a:off x="3396204" y="2988077"/>
            <a:ext cx="415416" cy="138472"/>
          </a:xfrm>
          <a:prstGeom prst="rect">
            <a:avLst/>
          </a:prstGeom>
          <a:noFill/>
          <a:ln w="0">
            <a:noFill/>
          </a:ln>
        </p:spPr>
        <p:txBody>
          <a:bodyPr wrap="square" lIns="0" tIns="0" rIns="0" bIns="0" anchor="t">
            <a:noAutofit/>
          </a:bodyPr>
          <a:lstStyle>
            <a:defPPr algn="r">
              <a:defRPr sz="918" b="0">
                <a:solidFill>
                  <a:srgbClr val="172956"/>
                </a:solidFill>
                <a:latin typeface="Arial"/>
                <a:ea typeface="Arial"/>
                <a:cs typeface="Arial"/>
              </a:defRPr>
            </a:defPPr>
          </a:lstStyle>
          <a:p>
            <a:pPr algn="r">
              <a:defRPr sz="918" b="0">
                <a:solidFill>
                  <a:srgbClr val="172956"/>
                </a:solidFill>
                <a:latin typeface="Arial"/>
                <a:ea typeface="Arial"/>
                <a:cs typeface="Arial"/>
              </a:defRPr>
            </a:pPr>
            <a:r>
              <a:rPr sz="918" b="0">
                <a:solidFill>
                  <a:srgbClr val="172956"/>
                </a:solidFill>
                <a:latin typeface="Arial"/>
                <a:ea typeface="Arial"/>
                <a:cs typeface="Arial"/>
              </a:rPr>
              <a:t>α(λ)</a:t>
            </a:r>
          </a:p>
        </p:txBody>
      </p:sp>
      <p:sp>
        <p:nvSpPr>
          <p:cNvPr id="607" name="p2_smac3_text_16">
            <a:extLst>
              <a:ext uri="{FF2B5EF4-FFF2-40B4-BE49-F238E27FC236}">
                <a16:creationId xmlns:a16="http://schemas.microsoft.com/office/drawing/2014/main" id="{043EB8DE-74AA-D474-FC9C-305B91D27B2A}"/>
              </a:ext>
            </a:extLst>
          </p:cNvPr>
          <p:cNvSpPr>
            <a:spLocks/>
          </p:cNvSpPr>
          <p:nvPr/>
        </p:nvSpPr>
        <p:spPr>
          <a:xfrm>
            <a:off x="4110427" y="1537766"/>
            <a:ext cx="983879" cy="218640"/>
          </a:xfrm>
          <a:prstGeom prst="rect">
            <a:avLst/>
          </a:prstGeom>
          <a:noFill/>
          <a:ln w="0">
            <a:noFill/>
          </a:ln>
        </p:spPr>
        <p:txBody>
          <a:bodyPr wrap="square" lIns="0" tIns="0" rIns="0" bIns="0" anchor="t">
            <a:noAutofit/>
          </a:bodyPr>
          <a:lstStyle>
            <a:defPPr algn="l">
              <a:defRPr sz="1040" b="1">
                <a:solidFill>
                  <a:srgbClr val="172956"/>
                </a:solidFill>
                <a:latin typeface="Noto Sans SC"/>
                <a:ea typeface="Noto Sans SC"/>
                <a:cs typeface="Noto Sans SC"/>
              </a:defRPr>
            </a:defPPr>
          </a:lstStyle>
          <a:p>
            <a:pPr algn="l">
              <a:defRPr sz="1040" b="1">
                <a:solidFill>
                  <a:srgbClr val="172956"/>
                </a:solidFill>
                <a:latin typeface="Noto Sans SC"/>
                <a:ea typeface="Noto Sans SC"/>
                <a:cs typeface="Noto Sans SC"/>
              </a:defRPr>
            </a:pPr>
            <a:r>
              <a:rPr sz="1040" b="1">
                <a:solidFill>
                  <a:srgbClr val="172956"/>
                </a:solidFill>
                <a:latin typeface="Noto Sans SC"/>
                <a:ea typeface="Noto Sans SC"/>
                <a:cs typeface="Noto Sans SC"/>
              </a:rPr>
              <a:t>输出：下一配置</a:t>
            </a:r>
          </a:p>
        </p:txBody>
      </p:sp>
      <p:sp>
        <p:nvSpPr>
          <p:cNvPr id="609" name="p2_smac3_text_17">
            <a:extLst>
              <a:ext uri="{FF2B5EF4-FFF2-40B4-BE49-F238E27FC236}">
                <a16:creationId xmlns:a16="http://schemas.microsoft.com/office/drawing/2014/main" id="{DD632D78-FE86-37A5-AB72-8D94D04801C9}"/>
              </a:ext>
            </a:extLst>
          </p:cNvPr>
          <p:cNvSpPr>
            <a:spLocks/>
          </p:cNvSpPr>
          <p:nvPr/>
        </p:nvSpPr>
        <p:spPr>
          <a:xfrm>
            <a:off x="4139579" y="1894878"/>
            <a:ext cx="925575" cy="255080"/>
          </a:xfrm>
          <a:prstGeom prst="rect">
            <a:avLst/>
          </a:prstGeom>
          <a:noFill/>
          <a:ln w="0">
            <a:noFill/>
          </a:ln>
        </p:spPr>
        <p:txBody>
          <a:bodyPr wrap="square" lIns="0" tIns="0" rIns="0" bIns="0" anchor="t">
            <a:noAutofit/>
          </a:bodyPr>
          <a:lstStyle>
            <a:defPPr algn="ctr">
              <a:defRPr sz="1722" b="1">
                <a:solidFill>
                  <a:srgbClr val="172956"/>
                </a:solidFill>
                <a:latin typeface="Arial"/>
                <a:ea typeface="Arial"/>
                <a:cs typeface="Arial"/>
              </a:defRPr>
            </a:defPPr>
          </a:lstStyle>
          <a:p>
            <a:pPr algn="ctr">
              <a:defRPr sz="1722" b="1">
                <a:solidFill>
                  <a:srgbClr val="172956"/>
                </a:solidFill>
                <a:latin typeface="Arial"/>
                <a:ea typeface="Arial"/>
                <a:cs typeface="Arial"/>
              </a:defRPr>
            </a:pPr>
            <a:r>
              <a:rPr sz="1722" b="1">
                <a:solidFill>
                  <a:srgbClr val="172956"/>
                </a:solidFill>
                <a:latin typeface="Arial"/>
                <a:ea typeface="Arial"/>
                <a:cs typeface="Arial"/>
              </a:rPr>
              <a:t>λ(t+1)</a:t>
            </a:r>
          </a:p>
        </p:txBody>
      </p:sp>
      <p:sp>
        <p:nvSpPr>
          <p:cNvPr id="611" name="p2_smac3_text_18">
            <a:extLst>
              <a:ext uri="{FF2B5EF4-FFF2-40B4-BE49-F238E27FC236}">
                <a16:creationId xmlns:a16="http://schemas.microsoft.com/office/drawing/2014/main" id="{657438AC-2261-F15B-BDA9-BF4E64D6310D}"/>
              </a:ext>
            </a:extLst>
          </p:cNvPr>
          <p:cNvSpPr>
            <a:spLocks/>
          </p:cNvSpPr>
          <p:nvPr/>
        </p:nvSpPr>
        <p:spPr>
          <a:xfrm>
            <a:off x="4161443" y="2259277"/>
            <a:ext cx="896423" cy="262368"/>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算法</a:t>
            </a:r>
          </a:p>
        </p:txBody>
      </p:sp>
      <p:sp>
        <p:nvSpPr>
          <p:cNvPr id="613" name="p2_smac3_text_19">
            <a:extLst>
              <a:ext uri="{FF2B5EF4-FFF2-40B4-BE49-F238E27FC236}">
                <a16:creationId xmlns:a16="http://schemas.microsoft.com/office/drawing/2014/main" id="{0D56EB82-5380-B1A6-282C-615F334B4E96}"/>
              </a:ext>
            </a:extLst>
          </p:cNvPr>
          <p:cNvSpPr>
            <a:spLocks/>
          </p:cNvSpPr>
          <p:nvPr/>
        </p:nvSpPr>
        <p:spPr>
          <a:xfrm>
            <a:off x="4161443" y="2477917"/>
            <a:ext cx="896423" cy="262368"/>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超参数</a:t>
            </a:r>
          </a:p>
        </p:txBody>
      </p:sp>
      <p:sp>
        <p:nvSpPr>
          <p:cNvPr id="615" name="p2_smac3_text_20">
            <a:extLst>
              <a:ext uri="{FF2B5EF4-FFF2-40B4-BE49-F238E27FC236}">
                <a16:creationId xmlns:a16="http://schemas.microsoft.com/office/drawing/2014/main" id="{A4424218-0DC9-D0E9-5B6C-47AB586CDC45}"/>
              </a:ext>
            </a:extLst>
          </p:cNvPr>
          <p:cNvSpPr>
            <a:spLocks/>
          </p:cNvSpPr>
          <p:nvPr/>
        </p:nvSpPr>
        <p:spPr>
          <a:xfrm>
            <a:off x="4161443" y="2696557"/>
            <a:ext cx="896423" cy="262368"/>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评估预算</a:t>
            </a:r>
          </a:p>
        </p:txBody>
      </p:sp>
      <p:sp>
        <p:nvSpPr>
          <p:cNvPr id="617" name="p2_smac3_text_21">
            <a:extLst>
              <a:ext uri="{FF2B5EF4-FFF2-40B4-BE49-F238E27FC236}">
                <a16:creationId xmlns:a16="http://schemas.microsoft.com/office/drawing/2014/main" id="{3C48771C-4E91-093B-7BD7-BCA198B06D9F}"/>
              </a:ext>
            </a:extLst>
          </p:cNvPr>
          <p:cNvSpPr>
            <a:spLocks/>
          </p:cNvSpPr>
          <p:nvPr/>
        </p:nvSpPr>
        <p:spPr>
          <a:xfrm>
            <a:off x="4125003" y="3002652"/>
            <a:ext cx="962015" cy="167624"/>
          </a:xfrm>
          <a:prstGeom prst="rect">
            <a:avLst/>
          </a:prstGeom>
          <a:noFill/>
          <a:ln w="0">
            <a:noFill/>
          </a:ln>
        </p:spPr>
        <p:txBody>
          <a:bodyPr wrap="square" lIns="0" tIns="0" rIns="0" bIns="0" anchor="t">
            <a:noAutofit/>
          </a:bodyPr>
          <a:lstStyle>
            <a:defPPr algn="ctr">
              <a:defRPr sz="976" b="0">
                <a:solidFill>
                  <a:srgbClr val="52617D"/>
                </a:solidFill>
                <a:latin typeface="Noto Sans SC"/>
                <a:ea typeface="Noto Sans SC"/>
                <a:cs typeface="Noto Sans SC"/>
              </a:defRPr>
            </a:defPPr>
          </a:lstStyle>
          <a:p>
            <a:pPr algn="ctr">
              <a:defRPr sz="976" b="0">
                <a:solidFill>
                  <a:srgbClr val="52617D"/>
                </a:solidFill>
                <a:latin typeface="Noto Sans SC"/>
                <a:ea typeface="Noto Sans SC"/>
                <a:cs typeface="Noto Sans SC"/>
              </a:defRPr>
            </a:pPr>
            <a:r>
              <a:rPr sz="976" b="0">
                <a:solidFill>
                  <a:srgbClr val="52617D"/>
                </a:solidFill>
                <a:latin typeface="Noto Sans SC"/>
                <a:ea typeface="Noto Sans SC"/>
                <a:cs typeface="Noto Sans SC"/>
              </a:rPr>
              <a:t>由采集函数决定</a:t>
            </a:r>
          </a:p>
        </p:txBody>
      </p:sp>
      <p:sp>
        <p:nvSpPr>
          <p:cNvPr id="619" name="p2_smac3_text_22">
            <a:extLst>
              <a:ext uri="{FF2B5EF4-FFF2-40B4-BE49-F238E27FC236}">
                <a16:creationId xmlns:a16="http://schemas.microsoft.com/office/drawing/2014/main" id="{94EE8D90-1A21-3849-0571-F4FF471B3FB4}"/>
              </a:ext>
            </a:extLst>
          </p:cNvPr>
          <p:cNvSpPr>
            <a:spLocks/>
          </p:cNvSpPr>
          <p:nvPr/>
        </p:nvSpPr>
        <p:spPr>
          <a:xfrm>
            <a:off x="269656" y="3388916"/>
            <a:ext cx="4831938" cy="204064"/>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CASH：已支持算法选择与超参数联合搜索</a:t>
            </a:r>
          </a:p>
        </p:txBody>
      </p:sp>
      <p:sp>
        <p:nvSpPr>
          <p:cNvPr id="621" name="p2_smac3_text_23">
            <a:extLst>
              <a:ext uri="{FF2B5EF4-FFF2-40B4-BE49-F238E27FC236}">
                <a16:creationId xmlns:a16="http://schemas.microsoft.com/office/drawing/2014/main" id="{9174C00D-3DCA-4EAF-C1B1-E8258E78615D}"/>
              </a:ext>
            </a:extLst>
          </p:cNvPr>
          <p:cNvSpPr>
            <a:spLocks/>
          </p:cNvSpPr>
          <p:nvPr/>
        </p:nvSpPr>
        <p:spPr>
          <a:xfrm>
            <a:off x="269656" y="3622132"/>
            <a:ext cx="4831938" cy="174912"/>
          </a:xfrm>
          <a:prstGeom prst="rect">
            <a:avLst/>
          </a:prstGeom>
          <a:noFill/>
          <a:ln w="0">
            <a:noFill/>
          </a:ln>
        </p:spPr>
        <p:txBody>
          <a:bodyPr wrap="square" lIns="0" tIns="0" rIns="0" bIns="0" anchor="t">
            <a:noAutofit/>
          </a:bodyPr>
          <a:lstStyle>
            <a:defPPr algn="l">
              <a:defRPr sz="1262" b="0">
                <a:solidFill>
                  <a:srgbClr val="172956"/>
                </a:solidFill>
                <a:latin typeface="Noto Sans SC"/>
                <a:ea typeface="Noto Sans SC"/>
                <a:cs typeface="Noto Sans SC"/>
              </a:defRPr>
            </a:defPPr>
          </a:lstStyle>
          <a:p>
            <a:pPr algn="l">
              <a:defRPr sz="1262" b="0">
                <a:solidFill>
                  <a:srgbClr val="172956"/>
                </a:solidFill>
                <a:latin typeface="Noto Sans SC"/>
                <a:ea typeface="Noto Sans SC"/>
                <a:cs typeface="Noto Sans SC"/>
              </a:defRPr>
            </a:pPr>
            <a:r>
              <a:rPr sz="1262" b="0">
                <a:solidFill>
                  <a:srgbClr val="172956"/>
                </a:solidFill>
                <a:latin typeface="Noto Sans SC"/>
                <a:ea typeface="Noto Sans SC"/>
                <a:cs typeface="Noto Sans SC"/>
              </a:rPr>
              <a:t>多保真：可在较低预算上评估，再分配后续资源</a:t>
            </a:r>
          </a:p>
        </p:txBody>
      </p:sp>
      <p:sp>
        <p:nvSpPr>
          <p:cNvPr id="623" name="p2_autogluon_text_0">
            <a:extLst>
              <a:ext uri="{FF2B5EF4-FFF2-40B4-BE49-F238E27FC236}">
                <a16:creationId xmlns:a16="http://schemas.microsoft.com/office/drawing/2014/main" id="{4D005BF9-7EE5-A295-849C-D7891C17F722}"/>
              </a:ext>
            </a:extLst>
          </p:cNvPr>
          <p:cNvSpPr>
            <a:spLocks/>
          </p:cNvSpPr>
          <p:nvPr/>
        </p:nvSpPr>
        <p:spPr>
          <a:xfrm>
            <a:off x="233216" y="4001107"/>
            <a:ext cx="204064" cy="247792"/>
          </a:xfrm>
          <a:prstGeom prst="rect">
            <a:avLst/>
          </a:prstGeom>
          <a:noFill/>
          <a:ln w="0">
            <a:noFill/>
          </a:ln>
        </p:spPr>
        <p:txBody>
          <a:bodyPr wrap="square" lIns="0" tIns="0" rIns="0" bIns="0" anchor="t">
            <a:noAutofit/>
          </a:bodyPr>
          <a:lstStyle>
            <a:defPPr algn="ctr">
              <a:defRPr sz="1607" b="1">
                <a:solidFill>
                  <a:srgbClr val="172956"/>
                </a:solidFill>
                <a:latin typeface="Arial"/>
                <a:ea typeface="Arial"/>
                <a:cs typeface="Arial"/>
              </a:defRPr>
            </a:defPPr>
          </a:lstStyle>
          <a:p>
            <a:pPr algn="ctr">
              <a:defRPr sz="1607" b="1">
                <a:solidFill>
                  <a:srgbClr val="172956"/>
                </a:solidFill>
                <a:latin typeface="Arial"/>
                <a:ea typeface="Arial"/>
                <a:cs typeface="Arial"/>
              </a:defRPr>
            </a:pPr>
            <a:r>
              <a:rPr sz="1607" b="1">
                <a:solidFill>
                  <a:srgbClr val="172956"/>
                </a:solidFill>
                <a:latin typeface="Arial"/>
                <a:ea typeface="Arial"/>
                <a:cs typeface="Arial"/>
              </a:rPr>
              <a:t>2</a:t>
            </a:r>
          </a:p>
        </p:txBody>
      </p:sp>
      <p:sp>
        <p:nvSpPr>
          <p:cNvPr id="625" name="p2_autogluon_text_1">
            <a:extLst>
              <a:ext uri="{FF2B5EF4-FFF2-40B4-BE49-F238E27FC236}">
                <a16:creationId xmlns:a16="http://schemas.microsoft.com/office/drawing/2014/main" id="{FA2D714D-9ABC-9357-8A1E-6531F8C752FA}"/>
              </a:ext>
            </a:extLst>
          </p:cNvPr>
          <p:cNvSpPr>
            <a:spLocks/>
          </p:cNvSpPr>
          <p:nvPr/>
        </p:nvSpPr>
        <p:spPr>
          <a:xfrm>
            <a:off x="568463" y="3971955"/>
            <a:ext cx="4591435" cy="298808"/>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AutoGluon–TimeSeries · 2023</a:t>
            </a:r>
          </a:p>
        </p:txBody>
      </p:sp>
      <p:sp>
        <p:nvSpPr>
          <p:cNvPr id="627" name="p2_autogluon_text_2">
            <a:extLst>
              <a:ext uri="{FF2B5EF4-FFF2-40B4-BE49-F238E27FC236}">
                <a16:creationId xmlns:a16="http://schemas.microsoft.com/office/drawing/2014/main" id="{F47CF74B-3751-A31B-9B2D-6DB710219890}"/>
              </a:ext>
            </a:extLst>
          </p:cNvPr>
          <p:cNvSpPr>
            <a:spLocks/>
          </p:cNvSpPr>
          <p:nvPr/>
        </p:nvSpPr>
        <p:spPr>
          <a:xfrm>
            <a:off x="568463" y="4278051"/>
            <a:ext cx="4591435" cy="240504"/>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自动训练、时序验证与模型集成</a:t>
            </a:r>
          </a:p>
        </p:txBody>
      </p:sp>
      <p:sp>
        <p:nvSpPr>
          <p:cNvPr id="629" name="p2_autogluon_text_3">
            <a:extLst>
              <a:ext uri="{FF2B5EF4-FFF2-40B4-BE49-F238E27FC236}">
                <a16:creationId xmlns:a16="http://schemas.microsoft.com/office/drawing/2014/main" id="{A07BA86A-49CB-03DB-A17D-2C62445EB0AC}"/>
              </a:ext>
            </a:extLst>
          </p:cNvPr>
          <p:cNvSpPr>
            <a:spLocks/>
          </p:cNvSpPr>
          <p:nvPr/>
        </p:nvSpPr>
        <p:spPr>
          <a:xfrm>
            <a:off x="284232" y="4635163"/>
            <a:ext cx="816255"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时序数据 D</a:t>
            </a:r>
          </a:p>
        </p:txBody>
      </p:sp>
      <p:sp>
        <p:nvSpPr>
          <p:cNvPr id="631" name="p2_autogluon_text_4">
            <a:extLst>
              <a:ext uri="{FF2B5EF4-FFF2-40B4-BE49-F238E27FC236}">
                <a16:creationId xmlns:a16="http://schemas.microsoft.com/office/drawing/2014/main" id="{AEA4A148-D359-47AD-84F7-768DFC631D23}"/>
              </a:ext>
            </a:extLst>
          </p:cNvPr>
          <p:cNvSpPr>
            <a:spLocks/>
          </p:cNvSpPr>
          <p:nvPr/>
        </p:nvSpPr>
        <p:spPr>
          <a:xfrm>
            <a:off x="291520" y="5356674"/>
            <a:ext cx="787103" cy="255080"/>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预测长度 H</a:t>
            </a:r>
          </a:p>
        </p:txBody>
      </p:sp>
      <p:sp>
        <p:nvSpPr>
          <p:cNvPr id="633" name="p2_autogluon_text_5">
            <a:extLst>
              <a:ext uri="{FF2B5EF4-FFF2-40B4-BE49-F238E27FC236}">
                <a16:creationId xmlns:a16="http://schemas.microsoft.com/office/drawing/2014/main" id="{D09E7643-40DC-25B9-09A7-51997B71E464}"/>
              </a:ext>
            </a:extLst>
          </p:cNvPr>
          <p:cNvSpPr>
            <a:spLocks/>
          </p:cNvSpPr>
          <p:nvPr/>
        </p:nvSpPr>
        <p:spPr>
          <a:xfrm>
            <a:off x="291520" y="5568026"/>
            <a:ext cx="787103" cy="255080"/>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时间预算</a:t>
            </a:r>
          </a:p>
        </p:txBody>
      </p:sp>
      <p:sp>
        <p:nvSpPr>
          <p:cNvPr id="635" name="p2_autogluon_text_6">
            <a:extLst>
              <a:ext uri="{FF2B5EF4-FFF2-40B4-BE49-F238E27FC236}">
                <a16:creationId xmlns:a16="http://schemas.microsoft.com/office/drawing/2014/main" id="{8433A091-54BF-560C-0B12-5C48E4547B5C}"/>
              </a:ext>
            </a:extLst>
          </p:cNvPr>
          <p:cNvSpPr>
            <a:spLocks/>
          </p:cNvSpPr>
          <p:nvPr/>
        </p:nvSpPr>
        <p:spPr>
          <a:xfrm>
            <a:off x="1384718" y="4635163"/>
            <a:ext cx="1020319"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异构模型训练</a:t>
            </a:r>
          </a:p>
        </p:txBody>
      </p:sp>
      <p:sp>
        <p:nvSpPr>
          <p:cNvPr id="637" name="p2_autogluon_text_7">
            <a:extLst>
              <a:ext uri="{FF2B5EF4-FFF2-40B4-BE49-F238E27FC236}">
                <a16:creationId xmlns:a16="http://schemas.microsoft.com/office/drawing/2014/main" id="{A493613B-BEC0-FFE6-CB9A-BC9044CB5334}"/>
              </a:ext>
            </a:extLst>
          </p:cNvPr>
          <p:cNvSpPr>
            <a:spLocks/>
          </p:cNvSpPr>
          <p:nvPr/>
        </p:nvSpPr>
        <p:spPr>
          <a:xfrm>
            <a:off x="1705390" y="4912106"/>
            <a:ext cx="699647" cy="211352"/>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统计模型</a:t>
            </a:r>
          </a:p>
        </p:txBody>
      </p:sp>
      <p:sp>
        <p:nvSpPr>
          <p:cNvPr id="639" name="p2_autogluon_text_8">
            <a:extLst>
              <a:ext uri="{FF2B5EF4-FFF2-40B4-BE49-F238E27FC236}">
                <a16:creationId xmlns:a16="http://schemas.microsoft.com/office/drawing/2014/main" id="{6CC418C8-5A8F-F9CA-1A12-F202490C0900}"/>
              </a:ext>
            </a:extLst>
          </p:cNvPr>
          <p:cNvSpPr>
            <a:spLocks/>
          </p:cNvSpPr>
          <p:nvPr/>
        </p:nvSpPr>
        <p:spPr>
          <a:xfrm>
            <a:off x="1705390" y="5196338"/>
            <a:ext cx="699647" cy="211352"/>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机器学习</a:t>
            </a:r>
          </a:p>
        </p:txBody>
      </p:sp>
      <p:sp>
        <p:nvSpPr>
          <p:cNvPr id="641" name="p2_autogluon_text_9">
            <a:extLst>
              <a:ext uri="{FF2B5EF4-FFF2-40B4-BE49-F238E27FC236}">
                <a16:creationId xmlns:a16="http://schemas.microsoft.com/office/drawing/2014/main" id="{2BE8EA1C-1895-B50E-63E8-9CBE8006637B}"/>
              </a:ext>
            </a:extLst>
          </p:cNvPr>
          <p:cNvSpPr>
            <a:spLocks/>
          </p:cNvSpPr>
          <p:nvPr/>
        </p:nvSpPr>
        <p:spPr>
          <a:xfrm>
            <a:off x="1705390" y="5480570"/>
            <a:ext cx="699647" cy="211352"/>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深度学习</a:t>
            </a:r>
          </a:p>
        </p:txBody>
      </p:sp>
      <p:sp>
        <p:nvSpPr>
          <p:cNvPr id="643" name="p2_autogluon_text_10">
            <a:extLst>
              <a:ext uri="{FF2B5EF4-FFF2-40B4-BE49-F238E27FC236}">
                <a16:creationId xmlns:a16="http://schemas.microsoft.com/office/drawing/2014/main" id="{FDEA6C49-8283-E9B9-A8DE-0F7FAEFAB3A0}"/>
              </a:ext>
            </a:extLst>
          </p:cNvPr>
          <p:cNvSpPr>
            <a:spLocks/>
          </p:cNvSpPr>
          <p:nvPr/>
        </p:nvSpPr>
        <p:spPr>
          <a:xfrm>
            <a:off x="2689269" y="4635163"/>
            <a:ext cx="721511"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时序验证</a:t>
            </a:r>
          </a:p>
        </p:txBody>
      </p:sp>
      <p:sp>
        <p:nvSpPr>
          <p:cNvPr id="645" name="p2_autogluon_text_11">
            <a:extLst>
              <a:ext uri="{FF2B5EF4-FFF2-40B4-BE49-F238E27FC236}">
                <a16:creationId xmlns:a16="http://schemas.microsoft.com/office/drawing/2014/main" id="{D076BF06-3E5B-CD36-9F92-92254BFBFF2F}"/>
              </a:ext>
            </a:extLst>
          </p:cNvPr>
          <p:cNvSpPr>
            <a:spLocks/>
          </p:cNvSpPr>
          <p:nvPr/>
        </p:nvSpPr>
        <p:spPr>
          <a:xfrm>
            <a:off x="2689269" y="4875666"/>
            <a:ext cx="721511" cy="174912"/>
          </a:xfrm>
          <a:prstGeom prst="rect">
            <a:avLst/>
          </a:prstGeom>
          <a:noFill/>
          <a:ln w="0">
            <a:noFill/>
          </a:ln>
        </p:spPr>
        <p:txBody>
          <a:bodyPr wrap="square" lIns="0" tIns="0" rIns="0" bIns="0" anchor="t">
            <a:noAutofit/>
          </a:bodyPr>
          <a:lstStyle>
            <a:defPPr algn="ctr">
              <a:defRPr sz="866" b="0">
                <a:solidFill>
                  <a:srgbClr val="52617D"/>
                </a:solidFill>
                <a:latin typeface="Noto Sans SC"/>
                <a:ea typeface="Noto Sans SC"/>
                <a:cs typeface="Noto Sans SC"/>
              </a:defRPr>
            </a:defPPr>
          </a:lstStyle>
          <a:p>
            <a:pPr algn="ctr">
              <a:defRPr sz="866" b="0">
                <a:solidFill>
                  <a:srgbClr val="52617D"/>
                </a:solidFill>
                <a:latin typeface="Noto Sans SC"/>
                <a:ea typeface="Noto Sans SC"/>
                <a:cs typeface="Noto Sans SC"/>
              </a:defRPr>
            </a:pPr>
            <a:r>
              <a:rPr sz="866" b="0">
                <a:solidFill>
                  <a:srgbClr val="52617D"/>
                </a:solidFill>
                <a:latin typeface="Noto Sans SC"/>
                <a:ea typeface="Noto Sans SC"/>
                <a:cs typeface="Noto Sans SC"/>
              </a:rPr>
              <a:t>滚动 / 扩展窗</a:t>
            </a:r>
          </a:p>
        </p:txBody>
      </p:sp>
      <p:sp>
        <p:nvSpPr>
          <p:cNvPr id="647" name="p2_autogluon_text_12">
            <a:extLst>
              <a:ext uri="{FF2B5EF4-FFF2-40B4-BE49-F238E27FC236}">
                <a16:creationId xmlns:a16="http://schemas.microsoft.com/office/drawing/2014/main" id="{D71E8826-1522-F0F6-9B6C-4880E301203A}"/>
              </a:ext>
            </a:extLst>
          </p:cNvPr>
          <p:cNvSpPr>
            <a:spLocks/>
          </p:cNvSpPr>
          <p:nvPr/>
        </p:nvSpPr>
        <p:spPr>
          <a:xfrm>
            <a:off x="2689269" y="5721073"/>
            <a:ext cx="721511" cy="145760"/>
          </a:xfrm>
          <a:prstGeom prst="rect">
            <a:avLst/>
          </a:prstGeom>
          <a:noFill/>
          <a:ln w="0">
            <a:noFill/>
          </a:ln>
        </p:spPr>
        <p:txBody>
          <a:bodyPr wrap="square" lIns="0" tIns="0" rIns="0" bIns="0" anchor="t">
            <a:noAutofit/>
          </a:bodyPr>
          <a:lstStyle>
            <a:defPPr algn="ctr">
              <a:defRPr sz="918" b="0">
                <a:solidFill>
                  <a:srgbClr val="52617D"/>
                </a:solidFill>
                <a:latin typeface="Arial"/>
                <a:ea typeface="Arial"/>
                <a:cs typeface="Arial"/>
              </a:defRPr>
            </a:defPPr>
          </a:lstStyle>
          <a:p>
            <a:pPr algn="ctr">
              <a:defRPr sz="918" b="0">
                <a:solidFill>
                  <a:srgbClr val="52617D"/>
                </a:solidFill>
                <a:latin typeface="Arial"/>
                <a:ea typeface="Arial"/>
                <a:cs typeface="Arial"/>
              </a:defRPr>
            </a:pPr>
            <a:r>
              <a:rPr sz="918" b="0">
                <a:solidFill>
                  <a:srgbClr val="52617D"/>
                </a:solidFill>
                <a:latin typeface="Arial"/>
                <a:ea typeface="Arial"/>
                <a:cs typeface="Arial"/>
              </a:rPr>
              <a:t>train / val</a:t>
            </a:r>
          </a:p>
        </p:txBody>
      </p:sp>
      <p:sp>
        <p:nvSpPr>
          <p:cNvPr id="649" name="p2_autogluon_text_13">
            <a:extLst>
              <a:ext uri="{FF2B5EF4-FFF2-40B4-BE49-F238E27FC236}">
                <a16:creationId xmlns:a16="http://schemas.microsoft.com/office/drawing/2014/main" id="{C411FF72-E19F-CE7A-5805-383EAF466AB6}"/>
              </a:ext>
            </a:extLst>
          </p:cNvPr>
          <p:cNvSpPr>
            <a:spLocks/>
          </p:cNvSpPr>
          <p:nvPr/>
        </p:nvSpPr>
        <p:spPr>
          <a:xfrm>
            <a:off x="3695012" y="4635163"/>
            <a:ext cx="408128"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集成</a:t>
            </a:r>
          </a:p>
        </p:txBody>
      </p:sp>
      <p:sp>
        <p:nvSpPr>
          <p:cNvPr id="651" name="p2_autogluon_text_14">
            <a:extLst>
              <a:ext uri="{FF2B5EF4-FFF2-40B4-BE49-F238E27FC236}">
                <a16:creationId xmlns:a16="http://schemas.microsoft.com/office/drawing/2014/main" id="{EB3745FD-1FDA-543C-0CD7-4B6CD37E4C8D}"/>
              </a:ext>
            </a:extLst>
          </p:cNvPr>
          <p:cNvSpPr>
            <a:spLocks/>
          </p:cNvSpPr>
          <p:nvPr/>
        </p:nvSpPr>
        <p:spPr>
          <a:xfrm>
            <a:off x="3935515" y="5218202"/>
            <a:ext cx="123896" cy="174912"/>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a:t>
            </a:r>
          </a:p>
        </p:txBody>
      </p:sp>
      <p:sp>
        <p:nvSpPr>
          <p:cNvPr id="653" name="p2_autogluon_text_15">
            <a:extLst>
              <a:ext uri="{FF2B5EF4-FFF2-40B4-BE49-F238E27FC236}">
                <a16:creationId xmlns:a16="http://schemas.microsoft.com/office/drawing/2014/main" id="{ECEBDA2F-26EA-D86F-1BF5-AA7D59C298A5}"/>
              </a:ext>
            </a:extLst>
          </p:cNvPr>
          <p:cNvSpPr>
            <a:spLocks/>
          </p:cNvSpPr>
          <p:nvPr/>
        </p:nvSpPr>
        <p:spPr>
          <a:xfrm>
            <a:off x="3680436" y="5684633"/>
            <a:ext cx="437279" cy="153048"/>
          </a:xfrm>
          <a:prstGeom prst="rect">
            <a:avLst/>
          </a:prstGeom>
          <a:noFill/>
          <a:ln w="0">
            <a:noFill/>
          </a:ln>
        </p:spPr>
        <p:txBody>
          <a:bodyPr wrap="square" lIns="0" tIns="0" rIns="0" bIns="0" anchor="t">
            <a:noAutofit/>
          </a:bodyPr>
          <a:lstStyle>
            <a:defPPr algn="ctr">
              <a:defRPr sz="809" b="0">
                <a:solidFill>
                  <a:srgbClr val="52617D"/>
                </a:solidFill>
                <a:latin typeface="Noto Sans SC"/>
                <a:ea typeface="Noto Sans SC"/>
                <a:cs typeface="Noto Sans SC"/>
              </a:defRPr>
            </a:defPPr>
          </a:lstStyle>
          <a:p>
            <a:pPr algn="ctr">
              <a:defRPr sz="809" b="0">
                <a:solidFill>
                  <a:srgbClr val="52617D"/>
                </a:solidFill>
                <a:latin typeface="Noto Sans SC"/>
                <a:ea typeface="Noto Sans SC"/>
                <a:cs typeface="Noto Sans SC"/>
              </a:defRPr>
            </a:pPr>
            <a:r>
              <a:rPr sz="809" b="0">
                <a:solidFill>
                  <a:srgbClr val="52617D"/>
                </a:solidFill>
                <a:latin typeface="Noto Sans SC"/>
                <a:ea typeface="Noto Sans SC"/>
                <a:cs typeface="Noto Sans SC"/>
              </a:rPr>
              <a:t>加权组合</a:t>
            </a:r>
          </a:p>
        </p:txBody>
      </p:sp>
      <p:sp>
        <p:nvSpPr>
          <p:cNvPr id="655" name="p2_autogluon_text_16">
            <a:extLst>
              <a:ext uri="{FF2B5EF4-FFF2-40B4-BE49-F238E27FC236}">
                <a16:creationId xmlns:a16="http://schemas.microsoft.com/office/drawing/2014/main" id="{E21EF947-5429-5762-D1DF-B65998BC73BC}"/>
              </a:ext>
            </a:extLst>
          </p:cNvPr>
          <p:cNvSpPr>
            <a:spLocks/>
          </p:cNvSpPr>
          <p:nvPr/>
        </p:nvSpPr>
        <p:spPr>
          <a:xfrm>
            <a:off x="4387371" y="4635163"/>
            <a:ext cx="706935"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输出预测</a:t>
            </a:r>
          </a:p>
        </p:txBody>
      </p:sp>
      <p:sp>
        <p:nvSpPr>
          <p:cNvPr id="657" name="p2_autogluon_text_17">
            <a:extLst>
              <a:ext uri="{FF2B5EF4-FFF2-40B4-BE49-F238E27FC236}">
                <a16:creationId xmlns:a16="http://schemas.microsoft.com/office/drawing/2014/main" id="{F5135B08-51DB-777D-203A-DCB637AC9C89}"/>
              </a:ext>
            </a:extLst>
          </p:cNvPr>
          <p:cNvSpPr>
            <a:spLocks/>
          </p:cNvSpPr>
          <p:nvPr/>
        </p:nvSpPr>
        <p:spPr>
          <a:xfrm>
            <a:off x="4401947" y="4846514"/>
            <a:ext cx="685071" cy="160336"/>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点预测</a:t>
            </a:r>
          </a:p>
        </p:txBody>
      </p:sp>
      <p:sp>
        <p:nvSpPr>
          <p:cNvPr id="659" name="p2_autogluon_text_18">
            <a:extLst>
              <a:ext uri="{FF2B5EF4-FFF2-40B4-BE49-F238E27FC236}">
                <a16:creationId xmlns:a16="http://schemas.microsoft.com/office/drawing/2014/main" id="{CE29B9D3-3685-F034-047A-C49E7C466CDF}"/>
              </a:ext>
            </a:extLst>
          </p:cNvPr>
          <p:cNvSpPr>
            <a:spLocks/>
          </p:cNvSpPr>
          <p:nvPr/>
        </p:nvSpPr>
        <p:spPr>
          <a:xfrm>
            <a:off x="4401947" y="5378538"/>
            <a:ext cx="685071" cy="160336"/>
          </a:xfrm>
          <a:prstGeom prst="rect">
            <a:avLst/>
          </a:prstGeom>
          <a:noFill/>
          <a:ln w="0">
            <a:noFill/>
          </a:ln>
        </p:spPr>
        <p:txBody>
          <a:bodyPr wrap="square" lIns="0" tIns="0" rIns="0" bIns="0" anchor="t">
            <a:noAutofit/>
          </a:bodyPr>
          <a:lstStyle>
            <a:defPPr algn="l">
              <a:defRPr sz="1014" b="0">
                <a:solidFill>
                  <a:srgbClr val="172956"/>
                </a:solidFill>
                <a:latin typeface="Noto Sans SC"/>
                <a:ea typeface="Noto Sans SC"/>
                <a:cs typeface="Noto Sans SC"/>
              </a:defRPr>
            </a:defPPr>
          </a:lstStyle>
          <a:p>
            <a:pPr algn="l">
              <a:defRPr sz="1014" b="0">
                <a:solidFill>
                  <a:srgbClr val="172956"/>
                </a:solidFill>
                <a:latin typeface="Noto Sans SC"/>
                <a:ea typeface="Noto Sans SC"/>
                <a:cs typeface="Noto Sans SC"/>
              </a:defRPr>
            </a:pPr>
            <a:r>
              <a:rPr sz="1014" b="0">
                <a:solidFill>
                  <a:srgbClr val="172956"/>
                </a:solidFill>
                <a:latin typeface="Noto Sans SC"/>
                <a:ea typeface="Noto Sans SC"/>
                <a:cs typeface="Noto Sans SC"/>
              </a:rPr>
              <a:t>分位数预测</a:t>
            </a:r>
          </a:p>
        </p:txBody>
      </p:sp>
      <p:sp>
        <p:nvSpPr>
          <p:cNvPr id="661" name="p2_autogluon_text_19">
            <a:extLst>
              <a:ext uri="{FF2B5EF4-FFF2-40B4-BE49-F238E27FC236}">
                <a16:creationId xmlns:a16="http://schemas.microsoft.com/office/drawing/2014/main" id="{5F415A46-AC70-CA72-88F5-0ABC27942875}"/>
              </a:ext>
            </a:extLst>
          </p:cNvPr>
          <p:cNvSpPr>
            <a:spLocks/>
          </p:cNvSpPr>
          <p:nvPr/>
        </p:nvSpPr>
        <p:spPr>
          <a:xfrm>
            <a:off x="269656" y="5961577"/>
            <a:ext cx="4831938" cy="189488"/>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已能统一评估并集成不同预测模型</a:t>
            </a:r>
          </a:p>
        </p:txBody>
      </p:sp>
      <p:sp>
        <p:nvSpPr>
          <p:cNvPr id="663" name="p2_autogluon_text_20">
            <a:extLst>
              <a:ext uri="{FF2B5EF4-FFF2-40B4-BE49-F238E27FC236}">
                <a16:creationId xmlns:a16="http://schemas.microsoft.com/office/drawing/2014/main" id="{EC1F369B-42BB-CC37-4809-E162C0BC7423}"/>
              </a:ext>
            </a:extLst>
          </p:cNvPr>
          <p:cNvSpPr>
            <a:spLocks/>
          </p:cNvSpPr>
          <p:nvPr/>
        </p:nvSpPr>
        <p:spPr>
          <a:xfrm>
            <a:off x="269656" y="6187505"/>
            <a:ext cx="4831938" cy="174912"/>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论文在 29 个数据集上评价点预测与分位数预测</a:t>
            </a:r>
          </a:p>
        </p:txBody>
      </p:sp>
      <p:sp>
        <p:nvSpPr>
          <p:cNvPr id="665" name="p2_tsci_text_0">
            <a:extLst>
              <a:ext uri="{FF2B5EF4-FFF2-40B4-BE49-F238E27FC236}">
                <a16:creationId xmlns:a16="http://schemas.microsoft.com/office/drawing/2014/main" id="{9888DBB9-5035-A461-38F6-EB6CBE9A6255}"/>
              </a:ext>
            </a:extLst>
          </p:cNvPr>
          <p:cNvSpPr>
            <a:spLocks/>
          </p:cNvSpPr>
          <p:nvPr/>
        </p:nvSpPr>
        <p:spPr>
          <a:xfrm>
            <a:off x="5502434" y="903711"/>
            <a:ext cx="204064" cy="247792"/>
          </a:xfrm>
          <a:prstGeom prst="rect">
            <a:avLst/>
          </a:prstGeom>
          <a:noFill/>
          <a:ln w="0">
            <a:noFill/>
          </a:ln>
        </p:spPr>
        <p:txBody>
          <a:bodyPr wrap="square" lIns="0" tIns="0" rIns="0" bIns="0" anchor="t">
            <a:noAutofit/>
          </a:bodyPr>
          <a:lstStyle>
            <a:defPPr algn="ctr">
              <a:defRPr sz="1607" b="1">
                <a:solidFill>
                  <a:srgbClr val="172956"/>
                </a:solidFill>
                <a:latin typeface="Arial"/>
                <a:ea typeface="Arial"/>
                <a:cs typeface="Arial"/>
              </a:defRPr>
            </a:defPPr>
          </a:lstStyle>
          <a:p>
            <a:pPr algn="ctr">
              <a:defRPr sz="1607" b="1">
                <a:solidFill>
                  <a:srgbClr val="172956"/>
                </a:solidFill>
                <a:latin typeface="Arial"/>
                <a:ea typeface="Arial"/>
                <a:cs typeface="Arial"/>
              </a:defRPr>
            </a:pPr>
            <a:r>
              <a:rPr sz="1607" b="1">
                <a:solidFill>
                  <a:srgbClr val="172956"/>
                </a:solidFill>
                <a:latin typeface="Arial"/>
                <a:ea typeface="Arial"/>
                <a:cs typeface="Arial"/>
              </a:rPr>
              <a:t>3</a:t>
            </a:r>
          </a:p>
        </p:txBody>
      </p:sp>
      <p:sp>
        <p:nvSpPr>
          <p:cNvPr id="667" name="p2_tsci_text_1">
            <a:extLst>
              <a:ext uri="{FF2B5EF4-FFF2-40B4-BE49-F238E27FC236}">
                <a16:creationId xmlns:a16="http://schemas.microsoft.com/office/drawing/2014/main" id="{D24BAABF-94CF-2092-F386-AD2A92335C01}"/>
              </a:ext>
            </a:extLst>
          </p:cNvPr>
          <p:cNvSpPr>
            <a:spLocks/>
          </p:cNvSpPr>
          <p:nvPr/>
        </p:nvSpPr>
        <p:spPr>
          <a:xfrm>
            <a:off x="5837681" y="874559"/>
            <a:ext cx="6136489" cy="298808"/>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TimeSeriesScientist · 2025</a:t>
            </a:r>
          </a:p>
        </p:txBody>
      </p:sp>
      <p:sp>
        <p:nvSpPr>
          <p:cNvPr id="669" name="p2_tsci_text_2">
            <a:extLst>
              <a:ext uri="{FF2B5EF4-FFF2-40B4-BE49-F238E27FC236}">
                <a16:creationId xmlns:a16="http://schemas.microsoft.com/office/drawing/2014/main" id="{9679059F-9910-7529-5B41-18E578AEAA4C}"/>
              </a:ext>
            </a:extLst>
          </p:cNvPr>
          <p:cNvSpPr>
            <a:spLocks/>
          </p:cNvSpPr>
          <p:nvPr/>
        </p:nvSpPr>
        <p:spPr>
          <a:xfrm>
            <a:off x="5837681" y="1180655"/>
            <a:ext cx="6136489" cy="240504"/>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预测任务 Agent 已有训练与验证闭环</a:t>
            </a:r>
          </a:p>
        </p:txBody>
      </p:sp>
      <p:sp>
        <p:nvSpPr>
          <p:cNvPr id="671" name="p2_tsci_text_3">
            <a:extLst>
              <a:ext uri="{FF2B5EF4-FFF2-40B4-BE49-F238E27FC236}">
                <a16:creationId xmlns:a16="http://schemas.microsoft.com/office/drawing/2014/main" id="{9291456E-7C87-16FA-C65E-3E19A8D7271A}"/>
              </a:ext>
            </a:extLst>
          </p:cNvPr>
          <p:cNvSpPr>
            <a:spLocks/>
          </p:cNvSpPr>
          <p:nvPr/>
        </p:nvSpPr>
        <p:spPr>
          <a:xfrm>
            <a:off x="5568026" y="1545054"/>
            <a:ext cx="1209807" cy="240504"/>
          </a:xfrm>
          <a:prstGeom prst="rect">
            <a:avLst/>
          </a:prstGeom>
          <a:noFill/>
          <a:ln w="0">
            <a:noFill/>
          </a:ln>
        </p:spPr>
        <p:txBody>
          <a:bodyPr wrap="square" lIns="0" tIns="0" rIns="0" bIns="0" anchor="t">
            <a:noAutofit/>
          </a:bodyPr>
          <a:lstStyle>
            <a:defPPr algn="l">
              <a:defRPr sz="1492" b="1">
                <a:solidFill>
                  <a:srgbClr val="172956"/>
                </a:solidFill>
                <a:latin typeface="Arial"/>
                <a:ea typeface="Arial"/>
                <a:cs typeface="Arial"/>
              </a:defRPr>
            </a:defPPr>
          </a:lstStyle>
          <a:p>
            <a:pPr algn="l">
              <a:defRPr sz="1492" b="1">
                <a:solidFill>
                  <a:srgbClr val="172956"/>
                </a:solidFill>
                <a:latin typeface="Arial"/>
                <a:ea typeface="Arial"/>
                <a:cs typeface="Arial"/>
              </a:defRPr>
            </a:pPr>
            <a:r>
              <a:rPr sz="1492" b="1">
                <a:solidFill>
                  <a:srgbClr val="172956"/>
                </a:solidFill>
                <a:latin typeface="Arial"/>
                <a:ea typeface="Arial"/>
                <a:cs typeface="Arial"/>
              </a:rPr>
              <a:t>Curator</a:t>
            </a:r>
          </a:p>
        </p:txBody>
      </p:sp>
      <p:sp>
        <p:nvSpPr>
          <p:cNvPr id="673" name="p2_tsci_text_4">
            <a:extLst>
              <a:ext uri="{FF2B5EF4-FFF2-40B4-BE49-F238E27FC236}">
                <a16:creationId xmlns:a16="http://schemas.microsoft.com/office/drawing/2014/main" id="{C2BEC6BA-8F69-265F-D636-98A3F02671A7}"/>
              </a:ext>
            </a:extLst>
          </p:cNvPr>
          <p:cNvSpPr>
            <a:spLocks/>
          </p:cNvSpPr>
          <p:nvPr/>
        </p:nvSpPr>
        <p:spPr>
          <a:xfrm>
            <a:off x="5568026" y="1829286"/>
            <a:ext cx="1209807" cy="211352"/>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数据诊断</a:t>
            </a:r>
          </a:p>
        </p:txBody>
      </p:sp>
      <p:sp>
        <p:nvSpPr>
          <p:cNvPr id="675" name="p2_tsci_text_5">
            <a:extLst>
              <a:ext uri="{FF2B5EF4-FFF2-40B4-BE49-F238E27FC236}">
                <a16:creationId xmlns:a16="http://schemas.microsoft.com/office/drawing/2014/main" id="{657F4A46-C2D7-2344-B301-29045552DC77}"/>
              </a:ext>
            </a:extLst>
          </p:cNvPr>
          <p:cNvSpPr>
            <a:spLocks/>
          </p:cNvSpPr>
          <p:nvPr/>
        </p:nvSpPr>
        <p:spPr>
          <a:xfrm>
            <a:off x="7062064" y="1545054"/>
            <a:ext cx="1129639" cy="240504"/>
          </a:xfrm>
          <a:prstGeom prst="rect">
            <a:avLst/>
          </a:prstGeom>
          <a:noFill/>
          <a:ln w="0">
            <a:noFill/>
          </a:ln>
        </p:spPr>
        <p:txBody>
          <a:bodyPr wrap="square" lIns="0" tIns="0" rIns="0" bIns="0" anchor="t">
            <a:noAutofit/>
          </a:bodyPr>
          <a:lstStyle>
            <a:defPPr algn="l">
              <a:defRPr sz="1492" b="1">
                <a:solidFill>
                  <a:srgbClr val="172956"/>
                </a:solidFill>
                <a:latin typeface="Arial"/>
                <a:ea typeface="Arial"/>
                <a:cs typeface="Arial"/>
              </a:defRPr>
            </a:defPPr>
          </a:lstStyle>
          <a:p>
            <a:pPr algn="l">
              <a:defRPr sz="1492" b="1">
                <a:solidFill>
                  <a:srgbClr val="172956"/>
                </a:solidFill>
                <a:latin typeface="Arial"/>
                <a:ea typeface="Arial"/>
                <a:cs typeface="Arial"/>
              </a:defRPr>
            </a:pPr>
            <a:r>
              <a:rPr sz="1492" b="1">
                <a:solidFill>
                  <a:srgbClr val="172956"/>
                </a:solidFill>
                <a:latin typeface="Arial"/>
                <a:ea typeface="Arial"/>
                <a:cs typeface="Arial"/>
              </a:rPr>
              <a:t>Planner</a:t>
            </a:r>
          </a:p>
        </p:txBody>
      </p:sp>
      <p:sp>
        <p:nvSpPr>
          <p:cNvPr id="677" name="p2_tsci_text_6">
            <a:extLst>
              <a:ext uri="{FF2B5EF4-FFF2-40B4-BE49-F238E27FC236}">
                <a16:creationId xmlns:a16="http://schemas.microsoft.com/office/drawing/2014/main" id="{609959D0-7966-AD47-AAC4-F47299AE356A}"/>
              </a:ext>
            </a:extLst>
          </p:cNvPr>
          <p:cNvSpPr>
            <a:spLocks/>
          </p:cNvSpPr>
          <p:nvPr/>
        </p:nvSpPr>
        <p:spPr>
          <a:xfrm>
            <a:off x="7062064" y="1829286"/>
            <a:ext cx="1129639" cy="211352"/>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候选规划</a:t>
            </a:r>
          </a:p>
        </p:txBody>
      </p:sp>
      <p:sp>
        <p:nvSpPr>
          <p:cNvPr id="679" name="p2_tsci_text_7">
            <a:extLst>
              <a:ext uri="{FF2B5EF4-FFF2-40B4-BE49-F238E27FC236}">
                <a16:creationId xmlns:a16="http://schemas.microsoft.com/office/drawing/2014/main" id="{0F7B635D-22FA-B0F5-1031-80EE57AA22AE}"/>
              </a:ext>
            </a:extLst>
          </p:cNvPr>
          <p:cNvSpPr>
            <a:spLocks/>
          </p:cNvSpPr>
          <p:nvPr/>
        </p:nvSpPr>
        <p:spPr>
          <a:xfrm>
            <a:off x="8483222" y="1545054"/>
            <a:ext cx="1763694" cy="240504"/>
          </a:xfrm>
          <a:prstGeom prst="rect">
            <a:avLst/>
          </a:prstGeom>
          <a:noFill/>
          <a:ln w="0">
            <a:noFill/>
          </a:ln>
        </p:spPr>
        <p:txBody>
          <a:bodyPr wrap="square" lIns="0" tIns="0" rIns="0" bIns="0" anchor="t">
            <a:noAutofit/>
          </a:bodyPr>
          <a:lstStyle>
            <a:defPPr algn="l">
              <a:defRPr sz="1492" b="1">
                <a:solidFill>
                  <a:srgbClr val="172956"/>
                </a:solidFill>
                <a:latin typeface="Arial"/>
                <a:ea typeface="Arial"/>
                <a:cs typeface="Arial"/>
              </a:defRPr>
            </a:defPPr>
          </a:lstStyle>
          <a:p>
            <a:pPr algn="l">
              <a:defRPr sz="1492" b="1">
                <a:solidFill>
                  <a:srgbClr val="172956"/>
                </a:solidFill>
                <a:latin typeface="Arial"/>
                <a:ea typeface="Arial"/>
                <a:cs typeface="Arial"/>
              </a:defRPr>
            </a:pPr>
            <a:r>
              <a:rPr sz="1492" b="1">
                <a:solidFill>
                  <a:srgbClr val="172956"/>
                </a:solidFill>
                <a:latin typeface="Arial"/>
                <a:ea typeface="Arial"/>
                <a:cs typeface="Arial"/>
              </a:rPr>
              <a:t>Forecaster</a:t>
            </a:r>
          </a:p>
        </p:txBody>
      </p:sp>
      <p:sp>
        <p:nvSpPr>
          <p:cNvPr id="681" name="p2_tsci_text_8">
            <a:extLst>
              <a:ext uri="{FF2B5EF4-FFF2-40B4-BE49-F238E27FC236}">
                <a16:creationId xmlns:a16="http://schemas.microsoft.com/office/drawing/2014/main" id="{F859438F-FD0E-FC8D-BA0A-D771154AC7D7}"/>
              </a:ext>
            </a:extLst>
          </p:cNvPr>
          <p:cNvSpPr>
            <a:spLocks/>
          </p:cNvSpPr>
          <p:nvPr/>
        </p:nvSpPr>
        <p:spPr>
          <a:xfrm>
            <a:off x="8483222" y="1829286"/>
            <a:ext cx="1763694" cy="211352"/>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训练、验证与调整</a:t>
            </a:r>
          </a:p>
        </p:txBody>
      </p:sp>
      <p:sp>
        <p:nvSpPr>
          <p:cNvPr id="683" name="p2_tsci_text_9">
            <a:extLst>
              <a:ext uri="{FF2B5EF4-FFF2-40B4-BE49-F238E27FC236}">
                <a16:creationId xmlns:a16="http://schemas.microsoft.com/office/drawing/2014/main" id="{41F5CED0-AA03-7EB9-DA64-89F6A12E7A06}"/>
              </a:ext>
            </a:extLst>
          </p:cNvPr>
          <p:cNvSpPr>
            <a:spLocks/>
          </p:cNvSpPr>
          <p:nvPr/>
        </p:nvSpPr>
        <p:spPr>
          <a:xfrm>
            <a:off x="10545724" y="1545054"/>
            <a:ext cx="1340990" cy="240504"/>
          </a:xfrm>
          <a:prstGeom prst="rect">
            <a:avLst/>
          </a:prstGeom>
          <a:noFill/>
          <a:ln w="0">
            <a:noFill/>
          </a:ln>
        </p:spPr>
        <p:txBody>
          <a:bodyPr wrap="square" lIns="0" tIns="0" rIns="0" bIns="0" anchor="t">
            <a:noAutofit/>
          </a:bodyPr>
          <a:lstStyle>
            <a:defPPr algn="l">
              <a:defRPr sz="1492" b="1">
                <a:solidFill>
                  <a:srgbClr val="172956"/>
                </a:solidFill>
                <a:latin typeface="Arial"/>
                <a:ea typeface="Arial"/>
                <a:cs typeface="Arial"/>
              </a:defRPr>
            </a:defPPr>
          </a:lstStyle>
          <a:p>
            <a:pPr algn="l">
              <a:defRPr sz="1492" b="1">
                <a:solidFill>
                  <a:srgbClr val="172956"/>
                </a:solidFill>
                <a:latin typeface="Arial"/>
                <a:ea typeface="Arial"/>
                <a:cs typeface="Arial"/>
              </a:defRPr>
            </a:pPr>
            <a:r>
              <a:rPr sz="1492" b="1">
                <a:solidFill>
                  <a:srgbClr val="172956"/>
                </a:solidFill>
                <a:latin typeface="Arial"/>
                <a:ea typeface="Arial"/>
                <a:cs typeface="Arial"/>
              </a:rPr>
              <a:t>Reporter</a:t>
            </a:r>
          </a:p>
        </p:txBody>
      </p:sp>
      <p:sp>
        <p:nvSpPr>
          <p:cNvPr id="685" name="p2_tsci_text_10">
            <a:extLst>
              <a:ext uri="{FF2B5EF4-FFF2-40B4-BE49-F238E27FC236}">
                <a16:creationId xmlns:a16="http://schemas.microsoft.com/office/drawing/2014/main" id="{CA189E5D-91FF-21A5-2EAB-837DFA2519DD}"/>
              </a:ext>
            </a:extLst>
          </p:cNvPr>
          <p:cNvSpPr>
            <a:spLocks/>
          </p:cNvSpPr>
          <p:nvPr/>
        </p:nvSpPr>
        <p:spPr>
          <a:xfrm>
            <a:off x="10545724" y="1829286"/>
            <a:ext cx="1340990" cy="211352"/>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过程报告</a:t>
            </a:r>
          </a:p>
        </p:txBody>
      </p:sp>
      <p:sp>
        <p:nvSpPr>
          <p:cNvPr id="687" name="p2_tsci_text_11">
            <a:extLst>
              <a:ext uri="{FF2B5EF4-FFF2-40B4-BE49-F238E27FC236}">
                <a16:creationId xmlns:a16="http://schemas.microsoft.com/office/drawing/2014/main" id="{7E108B9C-0B82-87DF-8D89-CAB16A184442}"/>
              </a:ext>
            </a:extLst>
          </p:cNvPr>
          <p:cNvSpPr>
            <a:spLocks/>
          </p:cNvSpPr>
          <p:nvPr/>
        </p:nvSpPr>
        <p:spPr>
          <a:xfrm>
            <a:off x="5575313" y="2120806"/>
            <a:ext cx="1187943" cy="284232"/>
          </a:xfrm>
          <a:prstGeom prst="rect">
            <a:avLst/>
          </a:prstGeom>
          <a:noFill/>
          <a:ln w="0">
            <a:noFill/>
          </a:ln>
        </p:spPr>
        <p:txBody>
          <a:bodyPr wrap="square" lIns="0" tIns="0" rIns="0" bIns="0" anchor="t">
            <a:noAutofit/>
          </a:bodyPr>
          <a:lstStyle>
            <a:defPPr algn="l">
              <a:defRPr sz="1262" b="0">
                <a:solidFill>
                  <a:srgbClr val="172956"/>
                </a:solidFill>
                <a:latin typeface="Noto Sans SC"/>
                <a:ea typeface="Noto Sans SC"/>
                <a:cs typeface="Noto Sans SC"/>
              </a:defRPr>
            </a:defPPr>
          </a:lstStyle>
          <a:p>
            <a:pPr algn="l">
              <a:defRPr sz="1262" b="0">
                <a:solidFill>
                  <a:srgbClr val="172956"/>
                </a:solidFill>
                <a:latin typeface="Noto Sans SC"/>
                <a:ea typeface="Noto Sans SC"/>
                <a:cs typeface="Noto Sans SC"/>
              </a:defRPr>
            </a:pPr>
            <a:r>
              <a:rPr sz="1262" b="0">
                <a:solidFill>
                  <a:srgbClr val="172956"/>
                </a:solidFill>
                <a:latin typeface="Noto Sans SC"/>
                <a:ea typeface="Noto Sans SC"/>
                <a:cs typeface="Noto Sans SC"/>
              </a:rPr>
              <a:t>统计诊断</a:t>
            </a:r>
          </a:p>
        </p:txBody>
      </p:sp>
      <p:sp>
        <p:nvSpPr>
          <p:cNvPr id="689" name="p2_tsci_text_12">
            <a:extLst>
              <a:ext uri="{FF2B5EF4-FFF2-40B4-BE49-F238E27FC236}">
                <a16:creationId xmlns:a16="http://schemas.microsoft.com/office/drawing/2014/main" id="{2821198D-994A-2452-0F74-0BC3ACD5163A}"/>
              </a:ext>
            </a:extLst>
          </p:cNvPr>
          <p:cNvSpPr>
            <a:spLocks/>
          </p:cNvSpPr>
          <p:nvPr/>
        </p:nvSpPr>
        <p:spPr>
          <a:xfrm>
            <a:off x="5575313" y="2361309"/>
            <a:ext cx="1187943" cy="284232"/>
          </a:xfrm>
          <a:prstGeom prst="rect">
            <a:avLst/>
          </a:prstGeom>
          <a:noFill/>
          <a:ln w="0">
            <a:noFill/>
          </a:ln>
        </p:spPr>
        <p:txBody>
          <a:bodyPr wrap="square" lIns="0" tIns="0" rIns="0" bIns="0" anchor="t">
            <a:noAutofit/>
          </a:bodyPr>
          <a:lstStyle>
            <a:defPPr algn="l">
              <a:defRPr sz="1262" b="0">
                <a:solidFill>
                  <a:srgbClr val="172956"/>
                </a:solidFill>
                <a:latin typeface="Noto Sans SC"/>
                <a:ea typeface="Noto Sans SC"/>
                <a:cs typeface="Noto Sans SC"/>
              </a:defRPr>
            </a:defPPr>
          </a:lstStyle>
          <a:p>
            <a:pPr algn="l">
              <a:defRPr sz="1262" b="0">
                <a:solidFill>
                  <a:srgbClr val="172956"/>
                </a:solidFill>
                <a:latin typeface="Noto Sans SC"/>
                <a:ea typeface="Noto Sans SC"/>
                <a:cs typeface="Noto Sans SC"/>
              </a:defRPr>
            </a:pPr>
            <a:r>
              <a:rPr sz="1262" b="0">
                <a:solidFill>
                  <a:srgbClr val="172956"/>
                </a:solidFill>
                <a:latin typeface="Noto Sans SC"/>
                <a:ea typeface="Noto Sans SC"/>
                <a:cs typeface="Noto Sans SC"/>
              </a:rPr>
              <a:t>定向预处理</a:t>
            </a:r>
          </a:p>
        </p:txBody>
      </p:sp>
      <p:sp>
        <p:nvSpPr>
          <p:cNvPr id="691" name="p2_tsci_text_13">
            <a:extLst>
              <a:ext uri="{FF2B5EF4-FFF2-40B4-BE49-F238E27FC236}">
                <a16:creationId xmlns:a16="http://schemas.microsoft.com/office/drawing/2014/main" id="{EA537735-2753-06C7-E6AF-F7C47BD25FA4}"/>
              </a:ext>
            </a:extLst>
          </p:cNvPr>
          <p:cNvSpPr>
            <a:spLocks/>
          </p:cNvSpPr>
          <p:nvPr/>
        </p:nvSpPr>
        <p:spPr>
          <a:xfrm>
            <a:off x="7069352" y="2120806"/>
            <a:ext cx="1115063" cy="284232"/>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缩小候选空间</a:t>
            </a:r>
          </a:p>
        </p:txBody>
      </p:sp>
      <p:sp>
        <p:nvSpPr>
          <p:cNvPr id="693" name="p2_tsci_text_14">
            <a:extLst>
              <a:ext uri="{FF2B5EF4-FFF2-40B4-BE49-F238E27FC236}">
                <a16:creationId xmlns:a16="http://schemas.microsoft.com/office/drawing/2014/main" id="{514D6F77-93AB-08BD-2BE3-AD3BC554CEF8}"/>
              </a:ext>
            </a:extLst>
          </p:cNvPr>
          <p:cNvSpPr>
            <a:spLocks/>
          </p:cNvSpPr>
          <p:nvPr/>
        </p:nvSpPr>
        <p:spPr>
          <a:xfrm>
            <a:off x="7069352" y="2361309"/>
            <a:ext cx="1115063" cy="284232"/>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形成执行计划</a:t>
            </a:r>
          </a:p>
        </p:txBody>
      </p:sp>
      <p:sp>
        <p:nvSpPr>
          <p:cNvPr id="695" name="p2_tsci_text_15">
            <a:extLst>
              <a:ext uri="{FF2B5EF4-FFF2-40B4-BE49-F238E27FC236}">
                <a16:creationId xmlns:a16="http://schemas.microsoft.com/office/drawing/2014/main" id="{87AB0622-987B-9F76-1753-956CBA31AC2F}"/>
              </a:ext>
            </a:extLst>
          </p:cNvPr>
          <p:cNvSpPr>
            <a:spLocks/>
          </p:cNvSpPr>
          <p:nvPr/>
        </p:nvSpPr>
        <p:spPr>
          <a:xfrm>
            <a:off x="8607118" y="2186397"/>
            <a:ext cx="517447" cy="196776"/>
          </a:xfrm>
          <a:prstGeom prst="rect">
            <a:avLst/>
          </a:prstGeom>
          <a:noFill/>
          <a:ln w="0">
            <a:noFill/>
          </a:ln>
        </p:spPr>
        <p:txBody>
          <a:bodyPr wrap="square" lIns="0" tIns="0" rIns="0" bIns="0" anchor="t">
            <a:noAutofit/>
          </a:bodyPr>
          <a:lstStyle>
            <a:defPPr algn="ctr">
              <a:defRPr sz="1205" b="1">
                <a:solidFill>
                  <a:srgbClr val="172956"/>
                </a:solidFill>
                <a:latin typeface="Noto Sans SC"/>
                <a:ea typeface="Noto Sans SC"/>
                <a:cs typeface="Noto Sans SC"/>
              </a:defRPr>
            </a:defPPr>
          </a:lstStyle>
          <a:p>
            <a:pPr algn="ctr">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训练</a:t>
            </a:r>
          </a:p>
        </p:txBody>
      </p:sp>
      <p:sp>
        <p:nvSpPr>
          <p:cNvPr id="697" name="p2_tsci_text_16">
            <a:extLst>
              <a:ext uri="{FF2B5EF4-FFF2-40B4-BE49-F238E27FC236}">
                <a16:creationId xmlns:a16="http://schemas.microsoft.com/office/drawing/2014/main" id="{3E1A6E36-54D4-2A74-184A-D440F2F91FF8}"/>
              </a:ext>
            </a:extLst>
          </p:cNvPr>
          <p:cNvSpPr>
            <a:spLocks/>
          </p:cNvSpPr>
          <p:nvPr/>
        </p:nvSpPr>
        <p:spPr>
          <a:xfrm>
            <a:off x="9605573" y="2186397"/>
            <a:ext cx="524735" cy="196776"/>
          </a:xfrm>
          <a:prstGeom prst="rect">
            <a:avLst/>
          </a:prstGeom>
          <a:noFill/>
          <a:ln w="0">
            <a:noFill/>
          </a:ln>
        </p:spPr>
        <p:txBody>
          <a:bodyPr wrap="square" lIns="0" tIns="0" rIns="0" bIns="0" anchor="t">
            <a:noAutofit/>
          </a:bodyPr>
          <a:lstStyle>
            <a:defPPr algn="ctr">
              <a:defRPr sz="1205" b="1">
                <a:solidFill>
                  <a:srgbClr val="172956"/>
                </a:solidFill>
                <a:latin typeface="Noto Sans SC"/>
                <a:ea typeface="Noto Sans SC"/>
                <a:cs typeface="Noto Sans SC"/>
              </a:defRPr>
            </a:defPPr>
          </a:lstStyle>
          <a:p>
            <a:pPr algn="ctr">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验证</a:t>
            </a:r>
          </a:p>
        </p:txBody>
      </p:sp>
      <p:sp>
        <p:nvSpPr>
          <p:cNvPr id="699" name="p2_tsci_text_17">
            <a:extLst>
              <a:ext uri="{FF2B5EF4-FFF2-40B4-BE49-F238E27FC236}">
                <a16:creationId xmlns:a16="http://schemas.microsoft.com/office/drawing/2014/main" id="{F3C1DCC4-7A41-EAB3-8A0A-4E494422EEFB}"/>
              </a:ext>
            </a:extLst>
          </p:cNvPr>
          <p:cNvSpPr>
            <a:spLocks/>
          </p:cNvSpPr>
          <p:nvPr/>
        </p:nvSpPr>
        <p:spPr>
          <a:xfrm>
            <a:off x="8789318" y="2630965"/>
            <a:ext cx="1173367" cy="189488"/>
          </a:xfrm>
          <a:prstGeom prst="rect">
            <a:avLst/>
          </a:prstGeom>
          <a:noFill/>
          <a:ln w="0">
            <a:noFill/>
          </a:ln>
        </p:spPr>
        <p:txBody>
          <a:bodyPr wrap="square" lIns="0" tIns="0" rIns="0" bIns="0" anchor="t">
            <a:noAutofit/>
          </a:bodyPr>
          <a:lstStyle>
            <a:defPPr algn="ctr">
              <a:defRPr sz="1148" b="1">
                <a:solidFill>
                  <a:srgbClr val="172956"/>
                </a:solidFill>
                <a:latin typeface="Noto Sans SC"/>
                <a:ea typeface="Noto Sans SC"/>
                <a:cs typeface="Noto Sans SC"/>
              </a:defRPr>
            </a:defPPr>
          </a:lstStyle>
          <a:p>
            <a:pPr algn="ctr">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配置 / 集成调整</a:t>
            </a:r>
          </a:p>
        </p:txBody>
      </p:sp>
      <p:sp>
        <p:nvSpPr>
          <p:cNvPr id="701" name="p2_tsci_text_18">
            <a:extLst>
              <a:ext uri="{FF2B5EF4-FFF2-40B4-BE49-F238E27FC236}">
                <a16:creationId xmlns:a16="http://schemas.microsoft.com/office/drawing/2014/main" id="{B27CF0C2-A7A6-ECFD-CF7B-0A496A4B631E}"/>
              </a:ext>
            </a:extLst>
          </p:cNvPr>
          <p:cNvSpPr>
            <a:spLocks/>
          </p:cNvSpPr>
          <p:nvPr/>
        </p:nvSpPr>
        <p:spPr>
          <a:xfrm>
            <a:off x="10931987" y="2142670"/>
            <a:ext cx="954727" cy="284232"/>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记录全过程</a:t>
            </a:r>
          </a:p>
        </p:txBody>
      </p:sp>
      <p:sp>
        <p:nvSpPr>
          <p:cNvPr id="703" name="p2_tsci_text_19">
            <a:extLst>
              <a:ext uri="{FF2B5EF4-FFF2-40B4-BE49-F238E27FC236}">
                <a16:creationId xmlns:a16="http://schemas.microsoft.com/office/drawing/2014/main" id="{5564799C-DE80-4A47-DBC7-83E2763ED497}"/>
              </a:ext>
            </a:extLst>
          </p:cNvPr>
          <p:cNvSpPr>
            <a:spLocks/>
          </p:cNvSpPr>
          <p:nvPr/>
        </p:nvSpPr>
        <p:spPr>
          <a:xfrm>
            <a:off x="10931987" y="2383173"/>
            <a:ext cx="954727" cy="284232"/>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生成透明报告</a:t>
            </a:r>
          </a:p>
        </p:txBody>
      </p:sp>
      <p:sp>
        <p:nvSpPr>
          <p:cNvPr id="705" name="p2_tsci_text_20">
            <a:extLst>
              <a:ext uri="{FF2B5EF4-FFF2-40B4-BE49-F238E27FC236}">
                <a16:creationId xmlns:a16="http://schemas.microsoft.com/office/drawing/2014/main" id="{3FF31649-FAFF-4C8D-572F-B32BFEE16A54}"/>
              </a:ext>
            </a:extLst>
          </p:cNvPr>
          <p:cNvSpPr>
            <a:spLocks/>
          </p:cNvSpPr>
          <p:nvPr/>
        </p:nvSpPr>
        <p:spPr>
          <a:xfrm>
            <a:off x="10574876" y="2696557"/>
            <a:ext cx="1289974" cy="160336"/>
          </a:xfrm>
          <a:prstGeom prst="rect">
            <a:avLst/>
          </a:prstGeom>
          <a:noFill/>
          <a:ln w="0">
            <a:noFill/>
          </a:ln>
        </p:spPr>
        <p:txBody>
          <a:bodyPr wrap="square" lIns="0" tIns="0" rIns="0" bIns="0" anchor="t">
            <a:noAutofit/>
          </a:bodyPr>
          <a:lstStyle>
            <a:defPPr algn="ctr">
              <a:defRPr sz="976" b="0">
                <a:solidFill>
                  <a:srgbClr val="52617D"/>
                </a:solidFill>
                <a:latin typeface="Noto Sans SC"/>
                <a:ea typeface="Noto Sans SC"/>
                <a:cs typeface="Noto Sans SC"/>
              </a:defRPr>
            </a:defPPr>
          </a:lstStyle>
          <a:p>
            <a:pPr algn="ctr">
              <a:defRPr sz="976" b="0">
                <a:solidFill>
                  <a:srgbClr val="52617D"/>
                </a:solidFill>
                <a:latin typeface="Noto Sans SC"/>
                <a:ea typeface="Noto Sans SC"/>
                <a:cs typeface="Noto Sans SC"/>
              </a:defRPr>
            </a:pPr>
            <a:r>
              <a:rPr sz="976" b="0">
                <a:solidFill>
                  <a:srgbClr val="52617D"/>
                </a:solidFill>
                <a:latin typeface="Noto Sans SC"/>
                <a:ea typeface="Noto Sans SC"/>
                <a:cs typeface="Noto Sans SC"/>
              </a:rPr>
              <a:t>报告与可复现记录</a:t>
            </a:r>
          </a:p>
        </p:txBody>
      </p:sp>
      <p:sp>
        <p:nvSpPr>
          <p:cNvPr id="707" name="p2_tsci_text_21">
            <a:extLst>
              <a:ext uri="{FF2B5EF4-FFF2-40B4-BE49-F238E27FC236}">
                <a16:creationId xmlns:a16="http://schemas.microsoft.com/office/drawing/2014/main" id="{C72438A6-0CBD-2DD3-DCA2-9D19C2831E7C}"/>
              </a:ext>
            </a:extLst>
          </p:cNvPr>
          <p:cNvSpPr>
            <a:spLocks/>
          </p:cNvSpPr>
          <p:nvPr/>
        </p:nvSpPr>
        <p:spPr>
          <a:xfrm>
            <a:off x="5575313" y="3068244"/>
            <a:ext cx="6304113" cy="196776"/>
          </a:xfrm>
          <a:prstGeom prst="rect">
            <a:avLst/>
          </a:prstGeom>
          <a:noFill/>
          <a:ln w="0">
            <a:noFill/>
          </a:ln>
        </p:spPr>
        <p:txBody>
          <a:bodyPr wrap="square" lIns="0" tIns="0" rIns="0" bIns="0" anchor="t">
            <a:noAutofit/>
          </a:bodyPr>
          <a:lstStyle>
            <a:defPPr algn="ctr">
              <a:defRPr sz="1320" b="1">
                <a:solidFill>
                  <a:srgbClr val="172956"/>
                </a:solidFill>
                <a:latin typeface="Noto Sans SC"/>
                <a:ea typeface="Noto Sans SC"/>
                <a:cs typeface="Noto Sans SC"/>
              </a:defRPr>
            </a:defPPr>
          </a:lstStyle>
          <a:p>
            <a:pPr algn="ctr">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8 项基准验证完整流程，训练验证结果已用于配置与集成调整</a:t>
            </a:r>
          </a:p>
        </p:txBody>
      </p:sp>
      <p:sp>
        <p:nvSpPr>
          <p:cNvPr id="709" name="p2_proposed_validation_text_0">
            <a:extLst>
              <a:ext uri="{FF2B5EF4-FFF2-40B4-BE49-F238E27FC236}">
                <a16:creationId xmlns:a16="http://schemas.microsoft.com/office/drawing/2014/main" id="{FB7E439C-04B3-BF5D-0812-9F10B7FCDFB3}"/>
              </a:ext>
            </a:extLst>
          </p:cNvPr>
          <p:cNvSpPr>
            <a:spLocks/>
          </p:cNvSpPr>
          <p:nvPr/>
        </p:nvSpPr>
        <p:spPr>
          <a:xfrm>
            <a:off x="5502434" y="3563828"/>
            <a:ext cx="204064" cy="247792"/>
          </a:xfrm>
          <a:prstGeom prst="rect">
            <a:avLst/>
          </a:prstGeom>
          <a:noFill/>
          <a:ln w="0">
            <a:noFill/>
          </a:ln>
        </p:spPr>
        <p:txBody>
          <a:bodyPr wrap="square" lIns="0" tIns="0" rIns="0" bIns="0" anchor="t">
            <a:noAutofit/>
          </a:bodyPr>
          <a:lstStyle>
            <a:defPPr algn="ctr">
              <a:defRPr sz="1607" b="1">
                <a:solidFill>
                  <a:srgbClr val="9C3E76"/>
                </a:solidFill>
                <a:latin typeface="Arial"/>
                <a:ea typeface="Arial"/>
                <a:cs typeface="Arial"/>
              </a:defRPr>
            </a:defPPr>
          </a:lstStyle>
          <a:p>
            <a:pPr algn="ctr">
              <a:defRPr sz="1607" b="1">
                <a:solidFill>
                  <a:srgbClr val="9C3E76"/>
                </a:solidFill>
                <a:latin typeface="Arial"/>
                <a:ea typeface="Arial"/>
                <a:cs typeface="Arial"/>
              </a:defRPr>
            </a:pPr>
            <a:r>
              <a:rPr sz="1607" b="1">
                <a:solidFill>
                  <a:srgbClr val="9C3E76"/>
                </a:solidFill>
                <a:latin typeface="Arial"/>
                <a:ea typeface="Arial"/>
                <a:cs typeface="Arial"/>
              </a:rPr>
              <a:t>4</a:t>
            </a:r>
          </a:p>
        </p:txBody>
      </p:sp>
      <p:sp>
        <p:nvSpPr>
          <p:cNvPr id="711" name="p2_proposed_validation_text_1">
            <a:extLst>
              <a:ext uri="{FF2B5EF4-FFF2-40B4-BE49-F238E27FC236}">
                <a16:creationId xmlns:a16="http://schemas.microsoft.com/office/drawing/2014/main" id="{355BCF8E-0D38-B199-5914-6C344F7B766C}"/>
              </a:ext>
            </a:extLst>
          </p:cNvPr>
          <p:cNvSpPr>
            <a:spLocks/>
          </p:cNvSpPr>
          <p:nvPr/>
        </p:nvSpPr>
        <p:spPr>
          <a:xfrm>
            <a:off x="5837681" y="3534676"/>
            <a:ext cx="6136489" cy="298808"/>
          </a:xfrm>
          <a:prstGeom prst="rect">
            <a:avLst/>
          </a:prstGeom>
          <a:noFill/>
          <a:ln w="0">
            <a:noFill/>
          </a:ln>
        </p:spPr>
        <p:txBody>
          <a:bodyPr wrap="square" lIns="0" tIns="0" rIns="0" bIns="0" anchor="t">
            <a:noAutofit/>
          </a:bodyPr>
          <a:lstStyle>
            <a:defPPr algn="l">
              <a:defRPr sz="1722" b="1">
                <a:solidFill>
                  <a:srgbClr val="9C3E76"/>
                </a:solidFill>
                <a:latin typeface="Noto Sans SC"/>
                <a:ea typeface="Noto Sans SC"/>
                <a:cs typeface="Noto Sans SC"/>
              </a:defRPr>
            </a:defPPr>
          </a:lstStyle>
          <a:p>
            <a:pPr algn="l">
              <a:defRPr sz="1722" b="1">
                <a:solidFill>
                  <a:srgbClr val="9C3E76"/>
                </a:solidFill>
                <a:latin typeface="Noto Sans SC"/>
                <a:ea typeface="Noto Sans SC"/>
                <a:cs typeface="Noto Sans SC"/>
              </a:defRPr>
            </a:pPr>
            <a:r>
              <a:rPr sz="1722" b="1">
                <a:solidFill>
                  <a:srgbClr val="9C3E76"/>
                </a:solidFill>
                <a:latin typeface="Noto Sans SC"/>
                <a:ea typeface="Noto Sans SC"/>
                <a:cs typeface="Noto Sans SC"/>
              </a:rPr>
              <a:t>本研究拟推进的两步验证</a:t>
            </a:r>
          </a:p>
        </p:txBody>
      </p:sp>
      <p:sp>
        <p:nvSpPr>
          <p:cNvPr id="713" name="p2_proposed_validation_text_2">
            <a:extLst>
              <a:ext uri="{FF2B5EF4-FFF2-40B4-BE49-F238E27FC236}">
                <a16:creationId xmlns:a16="http://schemas.microsoft.com/office/drawing/2014/main" id="{9858281B-5D5C-86ED-80ED-BC04DCC86CD9}"/>
              </a:ext>
            </a:extLst>
          </p:cNvPr>
          <p:cNvSpPr>
            <a:spLocks/>
          </p:cNvSpPr>
          <p:nvPr/>
        </p:nvSpPr>
        <p:spPr>
          <a:xfrm>
            <a:off x="5582601" y="3986531"/>
            <a:ext cx="3498236" cy="240504"/>
          </a:xfrm>
          <a:prstGeom prst="rect">
            <a:avLst/>
          </a:prstGeom>
          <a:noFill/>
          <a:ln w="0">
            <a:noFill/>
          </a:ln>
        </p:spPr>
        <p:txBody>
          <a:bodyPr wrap="square" lIns="0" tIns="0" rIns="0" bIns="0" anchor="t">
            <a:noAutofit/>
          </a:bodyPr>
          <a:lstStyle>
            <a:defPPr algn="l">
              <a:defRPr sz="1435" b="1">
                <a:solidFill>
                  <a:srgbClr val="9C3E76"/>
                </a:solidFill>
                <a:latin typeface="Noto Sans SC"/>
                <a:ea typeface="Noto Sans SC"/>
                <a:cs typeface="Noto Sans SC"/>
              </a:defRPr>
            </a:defPPr>
          </a:lstStyle>
          <a:p>
            <a:pPr algn="l">
              <a:defRPr sz="1435" b="1">
                <a:solidFill>
                  <a:srgbClr val="9C3E76"/>
                </a:solidFill>
                <a:latin typeface="Noto Sans SC"/>
                <a:ea typeface="Noto Sans SC"/>
                <a:cs typeface="Noto Sans SC"/>
              </a:defRPr>
            </a:pPr>
            <a:r>
              <a:rPr sz="1435" b="1" dirty="0">
                <a:solidFill>
                  <a:srgbClr val="9C3E76"/>
                </a:solidFill>
                <a:latin typeface="Noto Sans SC"/>
                <a:ea typeface="Noto Sans SC"/>
                <a:cs typeface="Noto Sans SC"/>
              </a:rPr>
              <a:t>① </a:t>
            </a:r>
            <a:r>
              <a:rPr sz="1435" b="1" dirty="0" err="1">
                <a:solidFill>
                  <a:srgbClr val="9C3E76"/>
                </a:solidFill>
                <a:latin typeface="Noto Sans SC"/>
                <a:ea typeface="Noto Sans SC"/>
                <a:cs typeface="Noto Sans SC"/>
              </a:rPr>
              <a:t>残差是否改变未执行候选排序</a:t>
            </a:r>
            <a:r>
              <a:rPr sz="1435" b="1" dirty="0">
                <a:solidFill>
                  <a:srgbClr val="9C3E76"/>
                </a:solidFill>
                <a:latin typeface="Noto Sans SC"/>
                <a:ea typeface="Noto Sans SC"/>
                <a:cs typeface="Noto Sans SC"/>
              </a:rPr>
              <a:t>？</a:t>
            </a:r>
          </a:p>
        </p:txBody>
      </p:sp>
      <p:sp>
        <p:nvSpPr>
          <p:cNvPr id="715" name="p2_proposed_validation_text_3">
            <a:extLst>
              <a:ext uri="{FF2B5EF4-FFF2-40B4-BE49-F238E27FC236}">
                <a16:creationId xmlns:a16="http://schemas.microsoft.com/office/drawing/2014/main" id="{5C1418DC-A6CB-0B61-075E-72F0AC1098A1}"/>
              </a:ext>
            </a:extLst>
          </p:cNvPr>
          <p:cNvSpPr>
            <a:spLocks/>
          </p:cNvSpPr>
          <p:nvPr/>
        </p:nvSpPr>
        <p:spPr>
          <a:xfrm>
            <a:off x="5662769" y="4387371"/>
            <a:ext cx="1523190" cy="211352"/>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dirty="0" err="1">
                <a:solidFill>
                  <a:srgbClr val="172956"/>
                </a:solidFill>
                <a:latin typeface="Noto Sans SC"/>
                <a:ea typeface="Noto Sans SC"/>
                <a:cs typeface="Noto Sans SC"/>
              </a:rPr>
              <a:t>B：已有可用信息</a:t>
            </a:r>
            <a:endParaRPr sz="1262" b="1" dirty="0">
              <a:solidFill>
                <a:srgbClr val="172956"/>
              </a:solidFill>
              <a:latin typeface="Noto Sans SC"/>
              <a:ea typeface="Noto Sans SC"/>
              <a:cs typeface="Noto Sans SC"/>
            </a:endParaRPr>
          </a:p>
        </p:txBody>
      </p:sp>
      <p:sp>
        <p:nvSpPr>
          <p:cNvPr id="717" name="p2_proposed_validation_text_4">
            <a:extLst>
              <a:ext uri="{FF2B5EF4-FFF2-40B4-BE49-F238E27FC236}">
                <a16:creationId xmlns:a16="http://schemas.microsoft.com/office/drawing/2014/main" id="{5872A112-1A39-2EB5-FA20-DA926E37939C}"/>
              </a:ext>
            </a:extLst>
          </p:cNvPr>
          <p:cNvSpPr>
            <a:spLocks/>
          </p:cNvSpPr>
          <p:nvPr/>
        </p:nvSpPr>
        <p:spPr>
          <a:xfrm>
            <a:off x="5939713" y="4664315"/>
            <a:ext cx="1224383" cy="211352"/>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任务特征</a:t>
            </a:r>
          </a:p>
        </p:txBody>
      </p:sp>
      <p:sp>
        <p:nvSpPr>
          <p:cNvPr id="719" name="p2_proposed_validation_text_5">
            <a:extLst>
              <a:ext uri="{FF2B5EF4-FFF2-40B4-BE49-F238E27FC236}">
                <a16:creationId xmlns:a16="http://schemas.microsoft.com/office/drawing/2014/main" id="{342C4EB3-47A2-3660-B664-77937CF05CD1}"/>
              </a:ext>
            </a:extLst>
          </p:cNvPr>
          <p:cNvSpPr>
            <a:spLocks/>
          </p:cNvSpPr>
          <p:nvPr/>
        </p:nvSpPr>
        <p:spPr>
          <a:xfrm>
            <a:off x="5939713" y="4977698"/>
            <a:ext cx="1224383" cy="211352"/>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已执行模型身份</a:t>
            </a:r>
          </a:p>
        </p:txBody>
      </p:sp>
      <p:sp>
        <p:nvSpPr>
          <p:cNvPr id="721" name="p2_proposed_validation_text_6">
            <a:extLst>
              <a:ext uri="{FF2B5EF4-FFF2-40B4-BE49-F238E27FC236}">
                <a16:creationId xmlns:a16="http://schemas.microsoft.com/office/drawing/2014/main" id="{248EC3AA-8DE9-A1F4-6639-48262427A99C}"/>
              </a:ext>
            </a:extLst>
          </p:cNvPr>
          <p:cNvSpPr>
            <a:spLocks/>
          </p:cNvSpPr>
          <p:nvPr/>
        </p:nvSpPr>
        <p:spPr>
          <a:xfrm>
            <a:off x="5939713" y="5291082"/>
            <a:ext cx="1224383" cy="211352"/>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整体 MAE / MSE</a:t>
            </a:r>
          </a:p>
        </p:txBody>
      </p:sp>
      <p:sp>
        <p:nvSpPr>
          <p:cNvPr id="723" name="p2_proposed_validation_text_7">
            <a:extLst>
              <a:ext uri="{FF2B5EF4-FFF2-40B4-BE49-F238E27FC236}">
                <a16:creationId xmlns:a16="http://schemas.microsoft.com/office/drawing/2014/main" id="{AD9F1A8C-F5E1-A4F1-84D8-7B402010AD73}"/>
              </a:ext>
            </a:extLst>
          </p:cNvPr>
          <p:cNvSpPr>
            <a:spLocks/>
          </p:cNvSpPr>
          <p:nvPr/>
        </p:nvSpPr>
        <p:spPr>
          <a:xfrm>
            <a:off x="7455615" y="4387371"/>
            <a:ext cx="1530478" cy="211352"/>
          </a:xfrm>
          <a:prstGeom prst="rect">
            <a:avLst/>
          </a:prstGeom>
          <a:noFill/>
          <a:ln w="0">
            <a:noFill/>
          </a:ln>
        </p:spPr>
        <p:txBody>
          <a:bodyPr wrap="square" lIns="0" tIns="0" rIns="0" bIns="0" anchor="t">
            <a:noAutofit/>
          </a:bodyPr>
          <a:lstStyle>
            <a:defPPr algn="l">
              <a:defRPr sz="1262" b="1">
                <a:solidFill>
                  <a:srgbClr val="9C3E76"/>
                </a:solidFill>
                <a:latin typeface="Noto Sans SC"/>
                <a:ea typeface="Noto Sans SC"/>
                <a:cs typeface="Noto Sans SC"/>
              </a:defRPr>
            </a:defPPr>
          </a:lstStyle>
          <a:p>
            <a:pPr algn="l">
              <a:defRPr sz="1262" b="1">
                <a:solidFill>
                  <a:srgbClr val="9C3E76"/>
                </a:solidFill>
                <a:latin typeface="Noto Sans SC"/>
                <a:ea typeface="Noto Sans SC"/>
                <a:cs typeface="Noto Sans SC"/>
              </a:defRPr>
            </a:pPr>
            <a:r>
              <a:rPr sz="1262" b="1">
                <a:solidFill>
                  <a:srgbClr val="9C3E76"/>
                </a:solidFill>
                <a:latin typeface="Noto Sans SC"/>
                <a:ea typeface="Noto Sans SC"/>
                <a:cs typeface="Noto Sans SC"/>
              </a:rPr>
              <a:t>C：B + 残差结构</a:t>
            </a:r>
          </a:p>
        </p:txBody>
      </p:sp>
      <p:sp>
        <p:nvSpPr>
          <p:cNvPr id="725" name="p2_proposed_validation_text_8">
            <a:extLst>
              <a:ext uri="{FF2B5EF4-FFF2-40B4-BE49-F238E27FC236}">
                <a16:creationId xmlns:a16="http://schemas.microsoft.com/office/drawing/2014/main" id="{6C69DEB3-0B9E-9F5D-975C-0B5B0E88B333}"/>
              </a:ext>
            </a:extLst>
          </p:cNvPr>
          <p:cNvSpPr>
            <a:spLocks/>
          </p:cNvSpPr>
          <p:nvPr/>
        </p:nvSpPr>
        <p:spPr>
          <a:xfrm>
            <a:off x="7470191" y="4678891"/>
            <a:ext cx="685071" cy="160336"/>
          </a:xfrm>
          <a:prstGeom prst="rect">
            <a:avLst/>
          </a:prstGeom>
          <a:noFill/>
          <a:ln w="0">
            <a:noFill/>
          </a:ln>
        </p:spPr>
        <p:txBody>
          <a:bodyPr wrap="square" lIns="0" tIns="0" rIns="0" bIns="0" anchor="t">
            <a:noAutofit/>
          </a:bodyPr>
          <a:lstStyle>
            <a:defPPr algn="ctr">
              <a:defRPr sz="1033" b="1">
                <a:solidFill>
                  <a:srgbClr val="9C3E76"/>
                </a:solidFill>
                <a:latin typeface="Noto Sans SC"/>
                <a:ea typeface="Noto Sans SC"/>
                <a:cs typeface="Noto Sans SC"/>
              </a:defRPr>
            </a:defPPr>
          </a:lstStyle>
          <a:p>
            <a:pPr algn="ctr">
              <a:defRPr sz="1033" b="1">
                <a:solidFill>
                  <a:srgbClr val="9C3E76"/>
                </a:solidFill>
                <a:latin typeface="Noto Sans SC"/>
                <a:ea typeface="Noto Sans SC"/>
                <a:cs typeface="Noto Sans SC"/>
              </a:defRPr>
            </a:pPr>
            <a:r>
              <a:rPr sz="1033" b="1">
                <a:solidFill>
                  <a:srgbClr val="9C3E76"/>
                </a:solidFill>
                <a:latin typeface="Noto Sans SC"/>
                <a:ea typeface="Noto Sans SC"/>
                <a:cs typeface="Noto Sans SC"/>
              </a:rPr>
              <a:t>偏差</a:t>
            </a:r>
          </a:p>
        </p:txBody>
      </p:sp>
      <p:sp>
        <p:nvSpPr>
          <p:cNvPr id="727" name="p2_proposed_validation_text_9">
            <a:extLst>
              <a:ext uri="{FF2B5EF4-FFF2-40B4-BE49-F238E27FC236}">
                <a16:creationId xmlns:a16="http://schemas.microsoft.com/office/drawing/2014/main" id="{EB436AFC-2644-6B69-A02C-7EBC81FDA110}"/>
              </a:ext>
            </a:extLst>
          </p:cNvPr>
          <p:cNvSpPr>
            <a:spLocks/>
          </p:cNvSpPr>
          <p:nvPr/>
        </p:nvSpPr>
        <p:spPr>
          <a:xfrm>
            <a:off x="8242718" y="4678891"/>
            <a:ext cx="685071" cy="160336"/>
          </a:xfrm>
          <a:prstGeom prst="rect">
            <a:avLst/>
          </a:prstGeom>
          <a:noFill/>
          <a:ln w="0">
            <a:noFill/>
          </a:ln>
        </p:spPr>
        <p:txBody>
          <a:bodyPr wrap="square" lIns="0" tIns="0" rIns="0" bIns="0" anchor="t">
            <a:noAutofit/>
          </a:bodyPr>
          <a:lstStyle>
            <a:defPPr algn="ctr">
              <a:defRPr sz="1033" b="1">
                <a:solidFill>
                  <a:srgbClr val="9C3E76"/>
                </a:solidFill>
                <a:latin typeface="Noto Sans SC"/>
                <a:ea typeface="Noto Sans SC"/>
                <a:cs typeface="Noto Sans SC"/>
              </a:defRPr>
            </a:defPPr>
          </a:lstStyle>
          <a:p>
            <a:pPr algn="ctr">
              <a:defRPr sz="1033" b="1">
                <a:solidFill>
                  <a:srgbClr val="9C3E76"/>
                </a:solidFill>
                <a:latin typeface="Noto Sans SC"/>
                <a:ea typeface="Noto Sans SC"/>
                <a:cs typeface="Noto Sans SC"/>
              </a:defRPr>
            </a:pPr>
            <a:r>
              <a:rPr sz="1033" b="1">
                <a:solidFill>
                  <a:srgbClr val="9C3E76"/>
                </a:solidFill>
                <a:latin typeface="Noto Sans SC"/>
                <a:ea typeface="Noto Sans SC"/>
                <a:cs typeface="Noto Sans SC"/>
              </a:rPr>
              <a:t>ACF</a:t>
            </a:r>
          </a:p>
        </p:txBody>
      </p:sp>
      <p:sp>
        <p:nvSpPr>
          <p:cNvPr id="729" name="p2_proposed_validation_text_10">
            <a:extLst>
              <a:ext uri="{FF2B5EF4-FFF2-40B4-BE49-F238E27FC236}">
                <a16:creationId xmlns:a16="http://schemas.microsoft.com/office/drawing/2014/main" id="{5BED00A4-4A18-37CE-5868-7B722C1E7F3F}"/>
              </a:ext>
            </a:extLst>
          </p:cNvPr>
          <p:cNvSpPr>
            <a:spLocks/>
          </p:cNvSpPr>
          <p:nvPr/>
        </p:nvSpPr>
        <p:spPr>
          <a:xfrm>
            <a:off x="7470191" y="5130746"/>
            <a:ext cx="685071" cy="160336"/>
          </a:xfrm>
          <a:prstGeom prst="rect">
            <a:avLst/>
          </a:prstGeom>
          <a:noFill/>
          <a:ln w="0">
            <a:noFill/>
          </a:ln>
        </p:spPr>
        <p:txBody>
          <a:bodyPr wrap="square" lIns="0" tIns="0" rIns="0" bIns="0" anchor="t">
            <a:noAutofit/>
          </a:bodyPr>
          <a:lstStyle>
            <a:defPPr algn="ctr">
              <a:defRPr sz="1033" b="1">
                <a:solidFill>
                  <a:srgbClr val="9C3E76"/>
                </a:solidFill>
                <a:latin typeface="Noto Sans SC"/>
                <a:ea typeface="Noto Sans SC"/>
                <a:cs typeface="Noto Sans SC"/>
              </a:defRPr>
            </a:defPPr>
          </a:lstStyle>
          <a:p>
            <a:pPr algn="ctr">
              <a:defRPr sz="1033" b="1">
                <a:solidFill>
                  <a:srgbClr val="9C3E76"/>
                </a:solidFill>
                <a:latin typeface="Noto Sans SC"/>
                <a:ea typeface="Noto Sans SC"/>
                <a:cs typeface="Noto Sans SC"/>
              </a:defRPr>
            </a:pPr>
            <a:r>
              <a:rPr sz="1033" b="1">
                <a:solidFill>
                  <a:srgbClr val="9C3E76"/>
                </a:solidFill>
                <a:latin typeface="Noto Sans SC"/>
                <a:ea typeface="Noto Sans SC"/>
                <a:cs typeface="Noto Sans SC"/>
              </a:rPr>
              <a:t>频域</a:t>
            </a:r>
          </a:p>
        </p:txBody>
      </p:sp>
      <p:sp>
        <p:nvSpPr>
          <p:cNvPr id="731" name="p2_proposed_validation_text_11">
            <a:extLst>
              <a:ext uri="{FF2B5EF4-FFF2-40B4-BE49-F238E27FC236}">
                <a16:creationId xmlns:a16="http://schemas.microsoft.com/office/drawing/2014/main" id="{A3AACEDA-B25F-163A-651C-8A068113278C}"/>
              </a:ext>
            </a:extLst>
          </p:cNvPr>
          <p:cNvSpPr>
            <a:spLocks/>
          </p:cNvSpPr>
          <p:nvPr/>
        </p:nvSpPr>
        <p:spPr>
          <a:xfrm>
            <a:off x="8242718" y="5130746"/>
            <a:ext cx="685071" cy="160336"/>
          </a:xfrm>
          <a:prstGeom prst="rect">
            <a:avLst/>
          </a:prstGeom>
          <a:noFill/>
          <a:ln w="0">
            <a:noFill/>
          </a:ln>
        </p:spPr>
        <p:txBody>
          <a:bodyPr wrap="square" lIns="0" tIns="0" rIns="0" bIns="0" anchor="t">
            <a:noAutofit/>
          </a:bodyPr>
          <a:lstStyle>
            <a:defPPr algn="ctr">
              <a:defRPr sz="1033" b="1">
                <a:solidFill>
                  <a:srgbClr val="9C3E76"/>
                </a:solidFill>
                <a:latin typeface="Noto Sans SC"/>
                <a:ea typeface="Noto Sans SC"/>
                <a:cs typeface="Noto Sans SC"/>
              </a:defRPr>
            </a:defPPr>
          </a:lstStyle>
          <a:p>
            <a:pPr algn="ctr">
              <a:defRPr sz="1033" b="1">
                <a:solidFill>
                  <a:srgbClr val="9C3E76"/>
                </a:solidFill>
                <a:latin typeface="Noto Sans SC"/>
                <a:ea typeface="Noto Sans SC"/>
                <a:cs typeface="Noto Sans SC"/>
              </a:defRPr>
            </a:pPr>
            <a:r>
              <a:rPr sz="1033" b="1">
                <a:solidFill>
                  <a:srgbClr val="9C3E76"/>
                </a:solidFill>
                <a:latin typeface="Noto Sans SC"/>
                <a:ea typeface="Noto Sans SC"/>
                <a:cs typeface="Noto Sans SC"/>
              </a:rPr>
              <a:t>分步长</a:t>
            </a:r>
          </a:p>
        </p:txBody>
      </p:sp>
      <p:sp>
        <p:nvSpPr>
          <p:cNvPr id="733" name="p2_proposed_validation_text_12">
            <a:extLst>
              <a:ext uri="{FF2B5EF4-FFF2-40B4-BE49-F238E27FC236}">
                <a16:creationId xmlns:a16="http://schemas.microsoft.com/office/drawing/2014/main" id="{60CB9C9B-BA03-2014-35DF-E7D2B015E2F5}"/>
              </a:ext>
            </a:extLst>
          </p:cNvPr>
          <p:cNvSpPr>
            <a:spLocks/>
          </p:cNvSpPr>
          <p:nvPr/>
        </p:nvSpPr>
        <p:spPr>
          <a:xfrm>
            <a:off x="5670057" y="5830393"/>
            <a:ext cx="1975046" cy="225928"/>
          </a:xfrm>
          <a:prstGeom prst="rect">
            <a:avLst/>
          </a:prstGeom>
          <a:noFill/>
          <a:ln w="0">
            <a:noFill/>
          </a:ln>
        </p:spPr>
        <p:txBody>
          <a:bodyPr wrap="square" lIns="0" tIns="0" rIns="0" bIns="0" anchor="t">
            <a:noAutofit/>
          </a:bodyPr>
          <a:lstStyle>
            <a:defPPr algn="ctr">
              <a:defRPr sz="1262" b="1">
                <a:solidFill>
                  <a:srgbClr val="172956"/>
                </a:solidFill>
                <a:latin typeface="Noto Sans SC"/>
                <a:ea typeface="Noto Sans SC"/>
                <a:cs typeface="Noto Sans SC"/>
              </a:defRPr>
            </a:defPPr>
          </a:lstStyle>
          <a:p>
            <a:pPr algn="ctr">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未执行候选的性能估计</a:t>
            </a:r>
          </a:p>
        </p:txBody>
      </p:sp>
      <p:sp>
        <p:nvSpPr>
          <p:cNvPr id="735" name="p2_proposed_validation_text_13">
            <a:extLst>
              <a:ext uri="{FF2B5EF4-FFF2-40B4-BE49-F238E27FC236}">
                <a16:creationId xmlns:a16="http://schemas.microsoft.com/office/drawing/2014/main" id="{C06FAD1F-E17C-1658-31C3-60FBA71BF267}"/>
              </a:ext>
            </a:extLst>
          </p:cNvPr>
          <p:cNvSpPr>
            <a:spLocks/>
          </p:cNvSpPr>
          <p:nvPr/>
        </p:nvSpPr>
        <p:spPr>
          <a:xfrm>
            <a:off x="7973063" y="5830393"/>
            <a:ext cx="1034895" cy="225928"/>
          </a:xfrm>
          <a:prstGeom prst="rect">
            <a:avLst/>
          </a:prstGeom>
          <a:noFill/>
          <a:ln w="0">
            <a:noFill/>
          </a:ln>
        </p:spPr>
        <p:txBody>
          <a:bodyPr wrap="square" lIns="0" tIns="0" rIns="0" bIns="0" anchor="t">
            <a:noAutofit/>
          </a:bodyPr>
          <a:lstStyle>
            <a:defPPr algn="ctr">
              <a:defRPr sz="1320" b="1">
                <a:solidFill>
                  <a:srgbClr val="172956"/>
                </a:solidFill>
                <a:latin typeface="Noto Sans SC"/>
                <a:ea typeface="Noto Sans SC"/>
                <a:cs typeface="Noto Sans SC"/>
              </a:defRPr>
            </a:defPPr>
          </a:lstStyle>
          <a:p>
            <a:pPr algn="ctr">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候选排序 ？</a:t>
            </a:r>
          </a:p>
        </p:txBody>
      </p:sp>
      <p:sp>
        <p:nvSpPr>
          <p:cNvPr id="737" name="p2_proposed_validation_text_14">
            <a:extLst>
              <a:ext uri="{FF2B5EF4-FFF2-40B4-BE49-F238E27FC236}">
                <a16:creationId xmlns:a16="http://schemas.microsoft.com/office/drawing/2014/main" id="{BE929EF6-4C4F-A442-2A5B-5ADFE41C80F0}"/>
              </a:ext>
            </a:extLst>
          </p:cNvPr>
          <p:cNvSpPr>
            <a:spLocks/>
          </p:cNvSpPr>
          <p:nvPr/>
        </p:nvSpPr>
        <p:spPr>
          <a:xfrm>
            <a:off x="5582601" y="6151065"/>
            <a:ext cx="3490948" cy="167624"/>
          </a:xfrm>
          <a:prstGeom prst="rect">
            <a:avLst/>
          </a:prstGeom>
          <a:noFill/>
          <a:ln w="0">
            <a:noFill/>
          </a:ln>
        </p:spPr>
        <p:txBody>
          <a:bodyPr wrap="square" lIns="0" tIns="0" rIns="0" bIns="0" anchor="t">
            <a:noAutofit/>
          </a:bodyPr>
          <a:lstStyle>
            <a:defPPr algn="ctr">
              <a:defRPr sz="1090" b="0">
                <a:solidFill>
                  <a:srgbClr val="172956"/>
                </a:solidFill>
                <a:latin typeface="Noto Sans SC"/>
                <a:ea typeface="Noto Sans SC"/>
                <a:cs typeface="Noto Sans SC"/>
              </a:defRPr>
            </a:defPPr>
          </a:lstStyle>
          <a:p>
            <a:pPr algn="ctr">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固定候选池与元模型容量，比较 C 相对 B</a:t>
            </a:r>
          </a:p>
        </p:txBody>
      </p:sp>
      <p:sp>
        <p:nvSpPr>
          <p:cNvPr id="739" name="p2_proposed_validation_text_15">
            <a:extLst>
              <a:ext uri="{FF2B5EF4-FFF2-40B4-BE49-F238E27FC236}">
                <a16:creationId xmlns:a16="http://schemas.microsoft.com/office/drawing/2014/main" id="{8D7B0522-F638-2E48-AA63-9E7325BAC62B}"/>
              </a:ext>
            </a:extLst>
          </p:cNvPr>
          <p:cNvSpPr>
            <a:spLocks/>
          </p:cNvSpPr>
          <p:nvPr/>
        </p:nvSpPr>
        <p:spPr>
          <a:xfrm>
            <a:off x="9394221" y="3986531"/>
            <a:ext cx="2477917" cy="240504"/>
          </a:xfrm>
          <a:prstGeom prst="rect">
            <a:avLst/>
          </a:prstGeom>
          <a:noFill/>
          <a:ln w="0">
            <a:noFill/>
          </a:ln>
        </p:spPr>
        <p:txBody>
          <a:bodyPr wrap="square" lIns="0" tIns="0" rIns="0" bIns="0" anchor="t">
            <a:noAutofit/>
          </a:bodyPr>
          <a:lstStyle>
            <a:defPPr algn="l">
              <a:defRPr sz="1435" b="1">
                <a:solidFill>
                  <a:srgbClr val="9C3E76"/>
                </a:solidFill>
                <a:latin typeface="Noto Sans SC"/>
                <a:ea typeface="Noto Sans SC"/>
                <a:cs typeface="Noto Sans SC"/>
              </a:defRPr>
            </a:defPPr>
          </a:lstStyle>
          <a:p>
            <a:pPr algn="l">
              <a:defRPr sz="1435" b="1">
                <a:solidFill>
                  <a:srgbClr val="9C3E76"/>
                </a:solidFill>
                <a:latin typeface="Noto Sans SC"/>
                <a:ea typeface="Noto Sans SC"/>
                <a:cs typeface="Noto Sans SC"/>
              </a:defRPr>
            </a:pPr>
            <a:r>
              <a:rPr sz="1435" b="1">
                <a:solidFill>
                  <a:srgbClr val="9C3E76"/>
                </a:solidFill>
                <a:latin typeface="Noto Sans SC"/>
                <a:ea typeface="Noto Sans SC"/>
                <a:cs typeface="Noto Sans SC"/>
              </a:rPr>
              <a:t>② 排序改善是否节省成本？</a:t>
            </a:r>
          </a:p>
        </p:txBody>
      </p:sp>
      <p:sp>
        <p:nvSpPr>
          <p:cNvPr id="741" name="p2_proposed_validation_text_16">
            <a:extLst>
              <a:ext uri="{FF2B5EF4-FFF2-40B4-BE49-F238E27FC236}">
                <a16:creationId xmlns:a16="http://schemas.microsoft.com/office/drawing/2014/main" id="{37747E88-5B56-541F-DCC5-A0C025EA683D}"/>
              </a:ext>
            </a:extLst>
          </p:cNvPr>
          <p:cNvSpPr>
            <a:spLocks/>
          </p:cNvSpPr>
          <p:nvPr/>
        </p:nvSpPr>
        <p:spPr>
          <a:xfrm>
            <a:off x="9430661" y="4278051"/>
            <a:ext cx="2419613" cy="196776"/>
          </a:xfrm>
          <a:prstGeom prst="rect">
            <a:avLst/>
          </a:prstGeom>
          <a:noFill/>
          <a:ln w="0">
            <a:noFill/>
          </a:ln>
        </p:spPr>
        <p:txBody>
          <a:bodyPr wrap="square" lIns="0" tIns="0" rIns="0" bIns="0" anchor="t">
            <a:noAutofit/>
          </a:bodyPr>
          <a:lstStyle>
            <a:defPPr algn="ctr">
              <a:defRPr sz="1262" b="1">
                <a:solidFill>
                  <a:srgbClr val="172956"/>
                </a:solidFill>
                <a:latin typeface="Noto Sans SC"/>
                <a:ea typeface="Noto Sans SC"/>
                <a:cs typeface="Noto Sans SC"/>
              </a:defRPr>
            </a:defPPr>
          </a:lstStyle>
          <a:p>
            <a:pPr algn="ctr">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相同整体搜索预算</a:t>
            </a:r>
          </a:p>
        </p:txBody>
      </p:sp>
      <p:sp>
        <p:nvSpPr>
          <p:cNvPr id="743" name="p2_proposed_validation_text_17">
            <a:extLst>
              <a:ext uri="{FF2B5EF4-FFF2-40B4-BE49-F238E27FC236}">
                <a16:creationId xmlns:a16="http://schemas.microsoft.com/office/drawing/2014/main" id="{D062CBDA-CAE2-6385-A3B6-EFE288C4DC4E}"/>
              </a:ext>
            </a:extLst>
          </p:cNvPr>
          <p:cNvSpPr>
            <a:spLocks/>
          </p:cNvSpPr>
          <p:nvPr/>
        </p:nvSpPr>
        <p:spPr>
          <a:xfrm>
            <a:off x="9474389" y="4569571"/>
            <a:ext cx="976591" cy="225928"/>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无残差反馈</a:t>
            </a:r>
          </a:p>
        </p:txBody>
      </p:sp>
      <p:sp>
        <p:nvSpPr>
          <p:cNvPr id="745" name="p2_proposed_validation_text_18">
            <a:extLst>
              <a:ext uri="{FF2B5EF4-FFF2-40B4-BE49-F238E27FC236}">
                <a16:creationId xmlns:a16="http://schemas.microsoft.com/office/drawing/2014/main" id="{BA083F16-26A5-A1D1-D579-467B238A9F2C}"/>
              </a:ext>
            </a:extLst>
          </p:cNvPr>
          <p:cNvSpPr>
            <a:spLocks/>
          </p:cNvSpPr>
          <p:nvPr/>
        </p:nvSpPr>
        <p:spPr>
          <a:xfrm>
            <a:off x="9474389" y="4751770"/>
            <a:ext cx="976591" cy="225928"/>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B</a:t>
            </a:r>
          </a:p>
        </p:txBody>
      </p:sp>
      <p:sp>
        <p:nvSpPr>
          <p:cNvPr id="747" name="p2_proposed_validation_text_19">
            <a:extLst>
              <a:ext uri="{FF2B5EF4-FFF2-40B4-BE49-F238E27FC236}">
                <a16:creationId xmlns:a16="http://schemas.microsoft.com/office/drawing/2014/main" id="{1AEF065D-3778-F93C-53F3-1810BEF1B51E}"/>
              </a:ext>
            </a:extLst>
          </p:cNvPr>
          <p:cNvSpPr>
            <a:spLocks/>
          </p:cNvSpPr>
          <p:nvPr/>
        </p:nvSpPr>
        <p:spPr>
          <a:xfrm>
            <a:off x="10698772" y="4569571"/>
            <a:ext cx="1085911" cy="225928"/>
          </a:xfrm>
          <a:prstGeom prst="rect">
            <a:avLst/>
          </a:prstGeom>
          <a:noFill/>
          <a:ln w="0">
            <a:noFill/>
          </a:ln>
        </p:spPr>
        <p:txBody>
          <a:bodyPr wrap="square" lIns="0" tIns="0" rIns="0" bIns="0" anchor="t">
            <a:noAutofit/>
          </a:bodyPr>
          <a:lstStyle>
            <a:defPPr algn="l">
              <a:defRPr sz="1148" b="1">
                <a:solidFill>
                  <a:srgbClr val="9C3E76"/>
                </a:solidFill>
                <a:latin typeface="Noto Sans SC"/>
                <a:ea typeface="Noto Sans SC"/>
                <a:cs typeface="Noto Sans SC"/>
              </a:defRPr>
            </a:defPPr>
          </a:lstStyle>
          <a:p>
            <a:pPr algn="l">
              <a:defRPr sz="1148" b="1">
                <a:solidFill>
                  <a:srgbClr val="9C3E76"/>
                </a:solidFill>
                <a:latin typeface="Noto Sans SC"/>
                <a:ea typeface="Noto Sans SC"/>
                <a:cs typeface="Noto Sans SC"/>
              </a:defRPr>
            </a:pPr>
            <a:r>
              <a:rPr sz="1148" b="1">
                <a:solidFill>
                  <a:srgbClr val="9C3E76"/>
                </a:solidFill>
                <a:latin typeface="Noto Sans SC"/>
                <a:ea typeface="Noto Sans SC"/>
                <a:cs typeface="Noto Sans SC"/>
              </a:rPr>
              <a:t>含残差反馈</a:t>
            </a:r>
          </a:p>
        </p:txBody>
      </p:sp>
      <p:sp>
        <p:nvSpPr>
          <p:cNvPr id="749" name="p2_proposed_validation_text_20">
            <a:extLst>
              <a:ext uri="{FF2B5EF4-FFF2-40B4-BE49-F238E27FC236}">
                <a16:creationId xmlns:a16="http://schemas.microsoft.com/office/drawing/2014/main" id="{29FCA26C-530D-CEEA-FEFF-4FA5035221B5}"/>
              </a:ext>
            </a:extLst>
          </p:cNvPr>
          <p:cNvSpPr>
            <a:spLocks/>
          </p:cNvSpPr>
          <p:nvPr/>
        </p:nvSpPr>
        <p:spPr>
          <a:xfrm>
            <a:off x="10698772" y="4751770"/>
            <a:ext cx="1085911" cy="225928"/>
          </a:xfrm>
          <a:prstGeom prst="rect">
            <a:avLst/>
          </a:prstGeom>
          <a:noFill/>
          <a:ln w="0">
            <a:noFill/>
          </a:ln>
        </p:spPr>
        <p:txBody>
          <a:bodyPr wrap="square" lIns="0" tIns="0" rIns="0" bIns="0" anchor="t">
            <a:noAutofit/>
          </a:bodyPr>
          <a:lstStyle>
            <a:defPPr algn="l">
              <a:defRPr sz="1148" b="1">
                <a:solidFill>
                  <a:srgbClr val="9C3E76"/>
                </a:solidFill>
                <a:latin typeface="Noto Sans SC"/>
                <a:ea typeface="Noto Sans SC"/>
                <a:cs typeface="Noto Sans SC"/>
              </a:defRPr>
            </a:defPPr>
          </a:lstStyle>
          <a:p>
            <a:pPr algn="l">
              <a:defRPr sz="1148" b="1">
                <a:solidFill>
                  <a:srgbClr val="9C3E76"/>
                </a:solidFill>
                <a:latin typeface="Noto Sans SC"/>
                <a:ea typeface="Noto Sans SC"/>
                <a:cs typeface="Noto Sans SC"/>
              </a:defRPr>
            </a:pPr>
            <a:r>
              <a:rPr sz="1148" b="1">
                <a:solidFill>
                  <a:srgbClr val="9C3E76"/>
                </a:solidFill>
                <a:latin typeface="Noto Sans SC"/>
                <a:ea typeface="Noto Sans SC"/>
                <a:cs typeface="Noto Sans SC"/>
              </a:rPr>
              <a:t>C</a:t>
            </a:r>
          </a:p>
        </p:txBody>
      </p:sp>
      <p:sp>
        <p:nvSpPr>
          <p:cNvPr id="751" name="p2_proposed_validation_text_21">
            <a:extLst>
              <a:ext uri="{FF2B5EF4-FFF2-40B4-BE49-F238E27FC236}">
                <a16:creationId xmlns:a16="http://schemas.microsoft.com/office/drawing/2014/main" id="{105E35F3-2A65-2692-51EF-8AA5FC0A6E47}"/>
              </a:ext>
            </a:extLst>
          </p:cNvPr>
          <p:cNvSpPr>
            <a:spLocks/>
          </p:cNvSpPr>
          <p:nvPr/>
        </p:nvSpPr>
        <p:spPr>
          <a:xfrm>
            <a:off x="9416085" y="5072442"/>
            <a:ext cx="2426901" cy="262368"/>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总成本 = 训练 + 验证</a:t>
            </a:r>
          </a:p>
        </p:txBody>
      </p:sp>
      <p:sp>
        <p:nvSpPr>
          <p:cNvPr id="753" name="p2_proposed_validation_text_22">
            <a:extLst>
              <a:ext uri="{FF2B5EF4-FFF2-40B4-BE49-F238E27FC236}">
                <a16:creationId xmlns:a16="http://schemas.microsoft.com/office/drawing/2014/main" id="{B5BFF968-B9D3-D6C2-770E-FF01486B8BB1}"/>
              </a:ext>
            </a:extLst>
          </p:cNvPr>
          <p:cNvSpPr>
            <a:spLocks/>
          </p:cNvSpPr>
          <p:nvPr/>
        </p:nvSpPr>
        <p:spPr>
          <a:xfrm>
            <a:off x="9416085" y="5291082"/>
            <a:ext cx="2426901" cy="262368"/>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 特征提取 + 决策</a:t>
            </a:r>
          </a:p>
        </p:txBody>
      </p:sp>
      <p:sp>
        <p:nvSpPr>
          <p:cNvPr id="755" name="p2_proposed_validation_text_23">
            <a:extLst>
              <a:ext uri="{FF2B5EF4-FFF2-40B4-BE49-F238E27FC236}">
                <a16:creationId xmlns:a16="http://schemas.microsoft.com/office/drawing/2014/main" id="{DA28FCF4-FA4F-5104-14C7-854019AF23C2}"/>
              </a:ext>
            </a:extLst>
          </p:cNvPr>
          <p:cNvSpPr>
            <a:spLocks/>
          </p:cNvSpPr>
          <p:nvPr/>
        </p:nvSpPr>
        <p:spPr>
          <a:xfrm>
            <a:off x="9481677" y="5648193"/>
            <a:ext cx="954727" cy="225928"/>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同预算</a:t>
            </a:r>
          </a:p>
        </p:txBody>
      </p:sp>
      <p:sp>
        <p:nvSpPr>
          <p:cNvPr id="757" name="p2_proposed_validation_text_24">
            <a:extLst>
              <a:ext uri="{FF2B5EF4-FFF2-40B4-BE49-F238E27FC236}">
                <a16:creationId xmlns:a16="http://schemas.microsoft.com/office/drawing/2014/main" id="{9818EE1A-4D8D-9400-B5E1-78BD35CEC6F8}"/>
              </a:ext>
            </a:extLst>
          </p:cNvPr>
          <p:cNvSpPr>
            <a:spLocks/>
          </p:cNvSpPr>
          <p:nvPr/>
        </p:nvSpPr>
        <p:spPr>
          <a:xfrm>
            <a:off x="9481677" y="5830393"/>
            <a:ext cx="954727" cy="225928"/>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最佳误差</a:t>
            </a:r>
          </a:p>
        </p:txBody>
      </p:sp>
      <p:sp>
        <p:nvSpPr>
          <p:cNvPr id="759" name="p2_proposed_validation_text_25">
            <a:extLst>
              <a:ext uri="{FF2B5EF4-FFF2-40B4-BE49-F238E27FC236}">
                <a16:creationId xmlns:a16="http://schemas.microsoft.com/office/drawing/2014/main" id="{5B02FCC4-288C-6D7B-A0E8-2596E966BFF9}"/>
              </a:ext>
            </a:extLst>
          </p:cNvPr>
          <p:cNvSpPr>
            <a:spLocks/>
          </p:cNvSpPr>
          <p:nvPr/>
        </p:nvSpPr>
        <p:spPr>
          <a:xfrm>
            <a:off x="10691484" y="5648193"/>
            <a:ext cx="1100487" cy="225928"/>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达到目标</a:t>
            </a:r>
          </a:p>
        </p:txBody>
      </p:sp>
      <p:sp>
        <p:nvSpPr>
          <p:cNvPr id="761" name="p2_proposed_validation_text_26">
            <a:extLst>
              <a:ext uri="{FF2B5EF4-FFF2-40B4-BE49-F238E27FC236}">
                <a16:creationId xmlns:a16="http://schemas.microsoft.com/office/drawing/2014/main" id="{A59568EC-5F5A-947B-7A24-5DC51FCA02F0}"/>
              </a:ext>
            </a:extLst>
          </p:cNvPr>
          <p:cNvSpPr>
            <a:spLocks/>
          </p:cNvSpPr>
          <p:nvPr/>
        </p:nvSpPr>
        <p:spPr>
          <a:xfrm>
            <a:off x="10691484" y="5830393"/>
            <a:ext cx="1100487" cy="225928"/>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实际成本</a:t>
            </a:r>
          </a:p>
        </p:txBody>
      </p:sp>
      <p:sp>
        <p:nvSpPr>
          <p:cNvPr id="763" name="p2_proposed_validation_text_27">
            <a:extLst>
              <a:ext uri="{FF2B5EF4-FFF2-40B4-BE49-F238E27FC236}">
                <a16:creationId xmlns:a16="http://schemas.microsoft.com/office/drawing/2014/main" id="{CD15505E-6852-0192-D611-F910DE6F68D1}"/>
              </a:ext>
            </a:extLst>
          </p:cNvPr>
          <p:cNvSpPr>
            <a:spLocks/>
          </p:cNvSpPr>
          <p:nvPr/>
        </p:nvSpPr>
        <p:spPr>
          <a:xfrm>
            <a:off x="9423373" y="6129201"/>
            <a:ext cx="2426901" cy="174912"/>
          </a:xfrm>
          <a:prstGeom prst="rect">
            <a:avLst/>
          </a:prstGeom>
          <a:noFill/>
          <a:ln w="0">
            <a:noFill/>
          </a:ln>
        </p:spPr>
        <p:txBody>
          <a:bodyPr wrap="square" lIns="0" tIns="0" rIns="0" bIns="0" anchor="t">
            <a:noAutofit/>
          </a:bodyPr>
          <a:lstStyle>
            <a:defPPr algn="ctr">
              <a:defRPr sz="1148" b="1">
                <a:solidFill>
                  <a:srgbClr val="9C3E76"/>
                </a:solidFill>
                <a:latin typeface="Noto Sans SC"/>
                <a:ea typeface="Noto Sans SC"/>
                <a:cs typeface="Noto Sans SC"/>
              </a:defRPr>
            </a:defPPr>
          </a:lstStyle>
          <a:p>
            <a:pPr algn="ctr">
              <a:defRPr sz="1148" b="1">
                <a:solidFill>
                  <a:srgbClr val="9C3E76"/>
                </a:solidFill>
                <a:latin typeface="Noto Sans SC"/>
                <a:ea typeface="Noto Sans SC"/>
                <a:cs typeface="Noto Sans SC"/>
              </a:defRPr>
            </a:pPr>
            <a:r>
              <a:rPr sz="1148" b="1">
                <a:solidFill>
                  <a:srgbClr val="9C3E76"/>
                </a:solidFill>
                <a:latin typeface="Noto Sans SC"/>
                <a:ea typeface="Noto Sans SC"/>
                <a:cs typeface="Noto Sans SC"/>
              </a:rPr>
              <a:t>残差计算开销也计入预算</a:t>
            </a:r>
          </a:p>
        </p:txBody>
      </p:sp>
      <p:sp>
        <p:nvSpPr>
          <p:cNvPr id="765" name="p2_search_frontier_text_0">
            <a:extLst>
              <a:ext uri="{FF2B5EF4-FFF2-40B4-BE49-F238E27FC236}">
                <a16:creationId xmlns:a16="http://schemas.microsoft.com/office/drawing/2014/main" id="{128A8AD0-2CC8-5FA9-809C-668EDA9A1176}"/>
              </a:ext>
            </a:extLst>
          </p:cNvPr>
          <p:cNvSpPr>
            <a:spLocks/>
          </p:cNvSpPr>
          <p:nvPr/>
        </p:nvSpPr>
        <p:spPr>
          <a:xfrm>
            <a:off x="211352" y="6551904"/>
            <a:ext cx="11471299" cy="225928"/>
          </a:xfrm>
          <a:prstGeom prst="rect">
            <a:avLst/>
          </a:prstGeom>
          <a:noFill/>
          <a:ln w="0">
            <a:noFill/>
          </a:ln>
        </p:spPr>
        <p:txBody>
          <a:bodyPr wrap="square" lIns="0" tIns="0" rIns="0" bIns="0" anchor="t">
            <a:noAutofit/>
          </a:bodyPr>
          <a:lstStyle>
            <a:defPPr algn="l">
              <a:defRPr sz="1492" b="1">
                <a:solidFill>
                  <a:srgbClr val="9C3E76"/>
                </a:solidFill>
                <a:latin typeface="Noto Sans SC"/>
                <a:ea typeface="Noto Sans SC"/>
                <a:cs typeface="Noto Sans SC"/>
              </a:defRPr>
            </a:defPPr>
          </a:lstStyle>
          <a:p>
            <a:pPr algn="l">
              <a:defRPr sz="1492" b="1">
                <a:solidFill>
                  <a:srgbClr val="9C3E76"/>
                </a:solidFill>
                <a:latin typeface="Noto Sans SC"/>
                <a:ea typeface="Noto Sans SC"/>
                <a:cs typeface="Noto Sans SC"/>
              </a:defRPr>
            </a:pPr>
            <a:r>
              <a:rPr sz="1492" b="1">
                <a:solidFill>
                  <a:srgbClr val="9C3E76"/>
                </a:solidFill>
                <a:latin typeface="Noto Sans SC"/>
                <a:ea typeface="Noto Sans SC"/>
                <a:cs typeface="Noto Sans SC"/>
              </a:rPr>
              <a:t>推进方向：固定已有信息验证残差增量，再以同预算搜索检验净收益，具体价值由实验回答</a:t>
            </a:r>
          </a:p>
        </p:txBody>
      </p:sp>
    </p:spTree>
    <p:extLst>
      <p:ext uri="{BB962C8B-B14F-4D97-AF65-F5344CB8AC3E}">
        <p14:creationId xmlns:p14="http://schemas.microsoft.com/office/powerpoint/2010/main" val="3953940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4" name="p11_rect_1">
            <a:extLst>
              <a:ext uri="{FF2B5EF4-FFF2-40B4-BE49-F238E27FC236}">
                <a16:creationId xmlns:a16="http://schemas.microsoft.com/office/drawing/2014/main" id="{33BAE16B-E8F5-43EF-AC65-0A43678B80D0}"/>
              </a:ext>
            </a:extLst>
          </p:cNvPr>
          <p:cNvSpPr>
            <a:spLocks/>
          </p:cNvSpPr>
          <p:nvPr/>
        </p:nvSpPr>
        <p:spPr>
          <a:xfrm>
            <a:off x="532023" y="1413870"/>
            <a:ext cx="2514357" cy="2543509"/>
          </a:xfrm>
          <a:prstGeom prst="roundRect">
            <a:avLst>
              <a:gd name="adj" fmla="val 2029"/>
            </a:avLst>
          </a:prstGeom>
          <a:gradFill>
            <a:gsLst>
              <a:gs pos="0">
                <a:srgbClr val="FEFFFF"/>
              </a:gs>
              <a:gs pos="100000">
                <a:srgbClr val="F2F4FA"/>
              </a:gs>
            </a:gsLst>
            <a:lin ang="5400000"/>
          </a:gradFill>
          <a:ln w="8017">
            <a:solidFill>
              <a:srgbClr val="172956"/>
            </a:solidFill>
            <a:prstDash val="solid"/>
          </a:ln>
        </p:spPr>
      </p:sp>
      <p:sp>
        <p:nvSpPr>
          <p:cNvPr id="2" name="p11_rect_2">
            <a:extLst>
              <a:ext uri="{FF2B5EF4-FFF2-40B4-BE49-F238E27FC236}">
                <a16:creationId xmlns:a16="http://schemas.microsoft.com/office/drawing/2014/main" id="{7D83D213-1052-465A-A7A9-84498AFEB4B1}"/>
              </a:ext>
            </a:extLst>
          </p:cNvPr>
          <p:cNvSpPr>
            <a:spLocks/>
          </p:cNvSpPr>
          <p:nvPr/>
        </p:nvSpPr>
        <p:spPr>
          <a:xfrm>
            <a:off x="444567" y="1494038"/>
            <a:ext cx="2514357" cy="2543509"/>
          </a:xfrm>
          <a:prstGeom prst="roundRect">
            <a:avLst>
              <a:gd name="adj" fmla="val 2029"/>
            </a:avLst>
          </a:prstGeom>
          <a:gradFill>
            <a:gsLst>
              <a:gs pos="0">
                <a:srgbClr val="FEFFFF"/>
              </a:gs>
              <a:gs pos="100000">
                <a:srgbClr val="F2F4FA"/>
              </a:gs>
            </a:gsLst>
            <a:lin ang="5400000"/>
          </a:gradFill>
          <a:ln w="8017">
            <a:solidFill>
              <a:srgbClr val="172956"/>
            </a:solidFill>
            <a:prstDash val="solid"/>
          </a:ln>
        </p:spPr>
      </p:sp>
      <p:sp>
        <p:nvSpPr>
          <p:cNvPr id="3" name="p11_rect_3">
            <a:extLst>
              <a:ext uri="{FF2B5EF4-FFF2-40B4-BE49-F238E27FC236}">
                <a16:creationId xmlns:a16="http://schemas.microsoft.com/office/drawing/2014/main" id="{ED8A4236-9301-42FC-B917-F0954A90FA5A}"/>
              </a:ext>
            </a:extLst>
          </p:cNvPr>
          <p:cNvSpPr>
            <a:spLocks/>
          </p:cNvSpPr>
          <p:nvPr/>
        </p:nvSpPr>
        <p:spPr>
          <a:xfrm>
            <a:off x="357112" y="1574206"/>
            <a:ext cx="2514357" cy="2543509"/>
          </a:xfrm>
          <a:prstGeom prst="roundRect">
            <a:avLst>
              <a:gd name="adj" fmla="val 2029"/>
            </a:avLst>
          </a:prstGeom>
          <a:gradFill>
            <a:gsLst>
              <a:gs pos="0">
                <a:srgbClr val="FEFFFF"/>
              </a:gs>
              <a:gs pos="100000">
                <a:srgbClr val="F2F4FA"/>
              </a:gs>
            </a:gsLst>
            <a:lin ang="5400000"/>
          </a:gradFill>
          <a:ln w="8017">
            <a:solidFill>
              <a:srgbClr val="172956"/>
            </a:solidFill>
            <a:prstDash val="solid"/>
          </a:ln>
        </p:spPr>
      </p:sp>
      <p:sp>
        <p:nvSpPr>
          <p:cNvPr id="4" name="p11_rect_4">
            <a:extLst>
              <a:ext uri="{FF2B5EF4-FFF2-40B4-BE49-F238E27FC236}">
                <a16:creationId xmlns:a16="http://schemas.microsoft.com/office/drawing/2014/main" id="{05B09D72-A219-466E-A4D6-A05A8A493358}"/>
              </a:ext>
            </a:extLst>
          </p:cNvPr>
          <p:cNvSpPr>
            <a:spLocks/>
          </p:cNvSpPr>
          <p:nvPr/>
        </p:nvSpPr>
        <p:spPr>
          <a:xfrm>
            <a:off x="269656" y="1654374"/>
            <a:ext cx="2514357" cy="2543509"/>
          </a:xfrm>
          <a:prstGeom prst="roundRect">
            <a:avLst>
              <a:gd name="adj" fmla="val 2029"/>
            </a:avLst>
          </a:prstGeom>
          <a:gradFill>
            <a:gsLst>
              <a:gs pos="0">
                <a:srgbClr val="FEFFFF"/>
              </a:gs>
              <a:gs pos="100000">
                <a:srgbClr val="F2F4FA"/>
              </a:gs>
            </a:gsLst>
            <a:lin ang="5400000"/>
          </a:gradFill>
          <a:ln w="8017">
            <a:solidFill>
              <a:srgbClr val="172956"/>
            </a:solidFill>
            <a:prstDash val="solid"/>
          </a:ln>
        </p:spPr>
      </p:sp>
      <p:sp>
        <p:nvSpPr>
          <p:cNvPr id="5" name="p11_rect_5">
            <a:extLst>
              <a:ext uri="{FF2B5EF4-FFF2-40B4-BE49-F238E27FC236}">
                <a16:creationId xmlns:a16="http://schemas.microsoft.com/office/drawing/2014/main" id="{E3C938F9-3848-4352-9BE3-7E9299DAA5F9}"/>
              </a:ext>
            </a:extLst>
          </p:cNvPr>
          <p:cNvSpPr>
            <a:spLocks/>
          </p:cNvSpPr>
          <p:nvPr/>
        </p:nvSpPr>
        <p:spPr>
          <a:xfrm>
            <a:off x="182200" y="1734542"/>
            <a:ext cx="2514357" cy="2543509"/>
          </a:xfrm>
          <a:prstGeom prst="roundRect">
            <a:avLst>
              <a:gd name="adj" fmla="val 4058"/>
            </a:avLst>
          </a:prstGeom>
          <a:gradFill>
            <a:gsLst>
              <a:gs pos="0">
                <a:srgbClr val="FEFEFF"/>
              </a:gs>
              <a:gs pos="100000">
                <a:srgbClr val="EDF0F8"/>
              </a:gs>
            </a:gsLst>
            <a:lin ang="5400000"/>
          </a:gradFill>
          <a:ln w="12390">
            <a:solidFill>
              <a:srgbClr val="172956"/>
            </a:solidFill>
            <a:prstDash val="solid"/>
          </a:ln>
        </p:spPr>
      </p:sp>
      <p:sp>
        <p:nvSpPr>
          <p:cNvPr id="6" name="p11_rect_6">
            <a:extLst>
              <a:ext uri="{FF2B5EF4-FFF2-40B4-BE49-F238E27FC236}">
                <a16:creationId xmlns:a16="http://schemas.microsoft.com/office/drawing/2014/main" id="{430130CB-CC59-4933-981A-097D79D71699}"/>
              </a:ext>
            </a:extLst>
          </p:cNvPr>
          <p:cNvSpPr>
            <a:spLocks/>
          </p:cNvSpPr>
          <p:nvPr/>
        </p:nvSpPr>
        <p:spPr>
          <a:xfrm>
            <a:off x="291520" y="2375885"/>
            <a:ext cx="2295717" cy="466431"/>
          </a:xfrm>
          <a:prstGeom prst="roundRect">
            <a:avLst>
              <a:gd name="adj" fmla="val 7813"/>
            </a:avLst>
          </a:prstGeom>
          <a:solidFill>
            <a:srgbClr val="FFFFFF"/>
          </a:solidFill>
          <a:ln w="7288">
            <a:solidFill>
              <a:srgbClr val="8599C3"/>
            </a:solidFill>
            <a:prstDash val="solid"/>
          </a:ln>
        </p:spPr>
      </p:sp>
      <p:sp>
        <p:nvSpPr>
          <p:cNvPr id="7" name="p11_path_7">
            <a:extLst>
              <a:ext uri="{FF2B5EF4-FFF2-40B4-BE49-F238E27FC236}">
                <a16:creationId xmlns:a16="http://schemas.microsoft.com/office/drawing/2014/main" id="{95AFCDDF-39BE-4561-8EBB-9D4DE035A191}"/>
              </a:ext>
            </a:extLst>
          </p:cNvPr>
          <p:cNvSpPr>
            <a:spLocks/>
          </p:cNvSpPr>
          <p:nvPr/>
        </p:nvSpPr>
        <p:spPr>
          <a:xfrm>
            <a:off x="364400" y="2642039"/>
            <a:ext cx="2135382" cy="111038"/>
          </a:xfrm>
          <a:custGeom>
            <a:avLst/>
            <a:gdLst/>
            <a:ahLst/>
            <a:cxnLst/>
            <a:rect l="0" t="0" r="0" b="0"/>
            <a:pathLst>
              <a:path w="2790825" h="145121">
                <a:moveTo>
                  <a:pt x="0" y="50869"/>
                </a:moveTo>
                <a:lnTo>
                  <a:pt x="28190" y="55570"/>
                </a:lnTo>
                <a:lnTo>
                  <a:pt x="56380" y="139505"/>
                </a:lnTo>
                <a:lnTo>
                  <a:pt x="84570" y="69053"/>
                </a:lnTo>
                <a:lnTo>
                  <a:pt x="112761" y="100289"/>
                </a:lnTo>
                <a:lnTo>
                  <a:pt x="140951" y="91588"/>
                </a:lnTo>
                <a:lnTo>
                  <a:pt x="169141" y="69239"/>
                </a:lnTo>
                <a:lnTo>
                  <a:pt x="197331" y="106256"/>
                </a:lnTo>
                <a:lnTo>
                  <a:pt x="225521" y="26029"/>
                </a:lnTo>
                <a:lnTo>
                  <a:pt x="253711" y="12865"/>
                </a:lnTo>
                <a:lnTo>
                  <a:pt x="281902" y="65968"/>
                </a:lnTo>
                <a:lnTo>
                  <a:pt x="310092" y="65098"/>
                </a:lnTo>
                <a:lnTo>
                  <a:pt x="338282" y="30246"/>
                </a:lnTo>
                <a:lnTo>
                  <a:pt x="366472" y="44828"/>
                </a:lnTo>
                <a:lnTo>
                  <a:pt x="394662" y="28935"/>
                </a:lnTo>
                <a:lnTo>
                  <a:pt x="422852" y="97212"/>
                </a:lnTo>
                <a:lnTo>
                  <a:pt x="451042" y="62480"/>
                </a:lnTo>
                <a:lnTo>
                  <a:pt x="479233" y="101916"/>
                </a:lnTo>
                <a:lnTo>
                  <a:pt x="507423" y="76005"/>
                </a:lnTo>
                <a:lnTo>
                  <a:pt x="535613" y="117207"/>
                </a:lnTo>
                <a:lnTo>
                  <a:pt x="563803" y="117088"/>
                </a:lnTo>
                <a:lnTo>
                  <a:pt x="591993" y="91708"/>
                </a:lnTo>
                <a:lnTo>
                  <a:pt x="620183" y="61213"/>
                </a:lnTo>
                <a:lnTo>
                  <a:pt x="648373" y="82271"/>
                </a:lnTo>
                <a:lnTo>
                  <a:pt x="676564" y="4822"/>
                </a:lnTo>
                <a:lnTo>
                  <a:pt x="704754" y="12828"/>
                </a:lnTo>
                <a:lnTo>
                  <a:pt x="732944" y="24983"/>
                </a:lnTo>
                <a:lnTo>
                  <a:pt x="761134" y="44199"/>
                </a:lnTo>
                <a:lnTo>
                  <a:pt x="789324" y="75717"/>
                </a:lnTo>
                <a:lnTo>
                  <a:pt x="817514" y="87874"/>
                </a:lnTo>
                <a:lnTo>
                  <a:pt x="845705" y="99381"/>
                </a:lnTo>
                <a:lnTo>
                  <a:pt x="873895" y="95292"/>
                </a:lnTo>
                <a:lnTo>
                  <a:pt x="902085" y="72499"/>
                </a:lnTo>
                <a:lnTo>
                  <a:pt x="930275" y="136127"/>
                </a:lnTo>
                <a:lnTo>
                  <a:pt x="958465" y="108179"/>
                </a:lnTo>
                <a:lnTo>
                  <a:pt x="986655" y="124613"/>
                </a:lnTo>
                <a:lnTo>
                  <a:pt x="1014845" y="59940"/>
                </a:lnTo>
                <a:lnTo>
                  <a:pt x="1043036" y="63553"/>
                </a:lnTo>
                <a:lnTo>
                  <a:pt x="1071226" y="9169"/>
                </a:lnTo>
                <a:lnTo>
                  <a:pt x="1099416" y="65835"/>
                </a:lnTo>
                <a:lnTo>
                  <a:pt x="1127606" y="58562"/>
                </a:lnTo>
                <a:lnTo>
                  <a:pt x="1155796" y="5810"/>
                </a:lnTo>
                <a:lnTo>
                  <a:pt x="1183986" y="60119"/>
                </a:lnTo>
                <a:lnTo>
                  <a:pt x="1212177" y="90897"/>
                </a:lnTo>
                <a:lnTo>
                  <a:pt x="1240367" y="83013"/>
                </a:lnTo>
                <a:lnTo>
                  <a:pt x="1268557" y="68971"/>
                </a:lnTo>
                <a:lnTo>
                  <a:pt x="1296747" y="119928"/>
                </a:lnTo>
                <a:lnTo>
                  <a:pt x="1324937" y="79074"/>
                </a:lnTo>
                <a:lnTo>
                  <a:pt x="1353127" y="144600"/>
                </a:lnTo>
                <a:lnTo>
                  <a:pt x="1381317" y="113035"/>
                </a:lnTo>
                <a:lnTo>
                  <a:pt x="1409508" y="111504"/>
                </a:lnTo>
                <a:lnTo>
                  <a:pt x="1437698" y="97187"/>
                </a:lnTo>
                <a:lnTo>
                  <a:pt x="1465888" y="38426"/>
                </a:lnTo>
                <a:lnTo>
                  <a:pt x="1494078" y="37300"/>
                </a:lnTo>
                <a:lnTo>
                  <a:pt x="1522268" y="7247"/>
                </a:lnTo>
                <a:lnTo>
                  <a:pt x="1550458" y="20356"/>
                </a:lnTo>
                <a:lnTo>
                  <a:pt x="1578648" y="12233"/>
                </a:lnTo>
                <a:lnTo>
                  <a:pt x="1606839" y="62522"/>
                </a:lnTo>
                <a:lnTo>
                  <a:pt x="1635029" y="97001"/>
                </a:lnTo>
                <a:lnTo>
                  <a:pt x="1663219" y="73352"/>
                </a:lnTo>
                <a:lnTo>
                  <a:pt x="1691409" y="141224"/>
                </a:lnTo>
                <a:lnTo>
                  <a:pt x="1719599" y="139463"/>
                </a:lnTo>
                <a:lnTo>
                  <a:pt x="1747789" y="80833"/>
                </a:lnTo>
                <a:lnTo>
                  <a:pt x="1775980" y="130305"/>
                </a:lnTo>
                <a:lnTo>
                  <a:pt x="1804170" y="80639"/>
                </a:lnTo>
                <a:lnTo>
                  <a:pt x="1832360" y="49281"/>
                </a:lnTo>
                <a:lnTo>
                  <a:pt x="1860550" y="82773"/>
                </a:lnTo>
                <a:lnTo>
                  <a:pt x="1888740" y="72376"/>
                </a:lnTo>
                <a:lnTo>
                  <a:pt x="1916930" y="9805"/>
                </a:lnTo>
                <a:lnTo>
                  <a:pt x="1945120" y="7064"/>
                </a:lnTo>
                <a:lnTo>
                  <a:pt x="1973311" y="67073"/>
                </a:lnTo>
                <a:lnTo>
                  <a:pt x="2001501" y="51524"/>
                </a:lnTo>
                <a:lnTo>
                  <a:pt x="2029691" y="65360"/>
                </a:lnTo>
                <a:lnTo>
                  <a:pt x="2057881" y="65792"/>
                </a:lnTo>
                <a:lnTo>
                  <a:pt x="2086071" y="125507"/>
                </a:lnTo>
                <a:lnTo>
                  <a:pt x="2114261" y="68490"/>
                </a:lnTo>
                <a:lnTo>
                  <a:pt x="2142452" y="81308"/>
                </a:lnTo>
                <a:lnTo>
                  <a:pt x="2170642" y="145121"/>
                </a:lnTo>
                <a:lnTo>
                  <a:pt x="2198832" y="132967"/>
                </a:lnTo>
                <a:lnTo>
                  <a:pt x="2227022" y="70669"/>
                </a:lnTo>
                <a:lnTo>
                  <a:pt x="2255212" y="82922"/>
                </a:lnTo>
                <a:lnTo>
                  <a:pt x="2283402" y="25974"/>
                </a:lnTo>
                <a:lnTo>
                  <a:pt x="2311592" y="41631"/>
                </a:lnTo>
                <a:lnTo>
                  <a:pt x="2339783" y="0"/>
                </a:lnTo>
                <a:lnTo>
                  <a:pt x="2367973" y="38634"/>
                </a:lnTo>
                <a:lnTo>
                  <a:pt x="2396163" y="12062"/>
                </a:lnTo>
                <a:lnTo>
                  <a:pt x="2424353" y="21115"/>
                </a:lnTo>
                <a:lnTo>
                  <a:pt x="2452543" y="53505"/>
                </a:lnTo>
                <a:lnTo>
                  <a:pt x="2480733" y="101326"/>
                </a:lnTo>
                <a:lnTo>
                  <a:pt x="2508923" y="117668"/>
                </a:lnTo>
                <a:lnTo>
                  <a:pt x="2537114" y="109539"/>
                </a:lnTo>
                <a:lnTo>
                  <a:pt x="2565304" y="92504"/>
                </a:lnTo>
                <a:lnTo>
                  <a:pt x="2593494" y="62891"/>
                </a:lnTo>
                <a:lnTo>
                  <a:pt x="2621684" y="111849"/>
                </a:lnTo>
                <a:lnTo>
                  <a:pt x="2649874" y="95020"/>
                </a:lnTo>
                <a:lnTo>
                  <a:pt x="2678064" y="63220"/>
                </a:lnTo>
                <a:lnTo>
                  <a:pt x="2706255" y="58414"/>
                </a:lnTo>
                <a:lnTo>
                  <a:pt x="2734445" y="29920"/>
                </a:lnTo>
                <a:lnTo>
                  <a:pt x="2762635" y="11021"/>
                </a:lnTo>
                <a:lnTo>
                  <a:pt x="2790825" y="22206"/>
                </a:lnTo>
              </a:path>
            </a:pathLst>
          </a:custGeom>
          <a:noFill/>
          <a:ln w="13847">
            <a:solidFill>
              <a:srgbClr val="394D93"/>
            </a:solidFill>
            <a:prstDash val="solid"/>
          </a:ln>
        </p:spPr>
      </p:sp>
      <p:sp>
        <p:nvSpPr>
          <p:cNvPr id="8" name="p11_rect_8">
            <a:extLst>
              <a:ext uri="{FF2B5EF4-FFF2-40B4-BE49-F238E27FC236}">
                <a16:creationId xmlns:a16="http://schemas.microsoft.com/office/drawing/2014/main" id="{4D837E48-78B3-460C-B039-500720F83A26}"/>
              </a:ext>
            </a:extLst>
          </p:cNvPr>
          <p:cNvSpPr>
            <a:spLocks/>
          </p:cNvSpPr>
          <p:nvPr/>
        </p:nvSpPr>
        <p:spPr>
          <a:xfrm>
            <a:off x="291520" y="2900621"/>
            <a:ext cx="2295717" cy="466431"/>
          </a:xfrm>
          <a:prstGeom prst="roundRect">
            <a:avLst>
              <a:gd name="adj" fmla="val 7813"/>
            </a:avLst>
          </a:prstGeom>
          <a:solidFill>
            <a:srgbClr val="FFFFFF"/>
          </a:solidFill>
          <a:ln w="7288">
            <a:solidFill>
              <a:srgbClr val="8599C3"/>
            </a:solidFill>
            <a:prstDash val="solid"/>
          </a:ln>
        </p:spPr>
      </p:sp>
      <p:sp>
        <p:nvSpPr>
          <p:cNvPr id="9" name="p11_path_9">
            <a:extLst>
              <a:ext uri="{FF2B5EF4-FFF2-40B4-BE49-F238E27FC236}">
                <a16:creationId xmlns:a16="http://schemas.microsoft.com/office/drawing/2014/main" id="{832191D6-161D-4682-9B96-E9DA48D9B23C}"/>
              </a:ext>
            </a:extLst>
          </p:cNvPr>
          <p:cNvSpPr>
            <a:spLocks/>
          </p:cNvSpPr>
          <p:nvPr/>
        </p:nvSpPr>
        <p:spPr>
          <a:xfrm>
            <a:off x="364400" y="3151825"/>
            <a:ext cx="2135382" cy="134549"/>
          </a:xfrm>
          <a:custGeom>
            <a:avLst/>
            <a:gdLst/>
            <a:ahLst/>
            <a:cxnLst/>
            <a:rect l="0" t="0" r="0" b="0"/>
            <a:pathLst>
              <a:path w="2790825" h="175848">
                <a:moveTo>
                  <a:pt x="0" y="168220"/>
                </a:moveTo>
                <a:lnTo>
                  <a:pt x="28190" y="167661"/>
                </a:lnTo>
                <a:lnTo>
                  <a:pt x="56380" y="172573"/>
                </a:lnTo>
                <a:lnTo>
                  <a:pt x="84570" y="164776"/>
                </a:lnTo>
                <a:lnTo>
                  <a:pt x="112761" y="152953"/>
                </a:lnTo>
                <a:lnTo>
                  <a:pt x="140951" y="110902"/>
                </a:lnTo>
                <a:lnTo>
                  <a:pt x="169141" y="46724"/>
                </a:lnTo>
                <a:lnTo>
                  <a:pt x="197331" y="7027"/>
                </a:lnTo>
                <a:lnTo>
                  <a:pt x="225521" y="37149"/>
                </a:lnTo>
                <a:lnTo>
                  <a:pt x="253711" y="102764"/>
                </a:lnTo>
                <a:lnTo>
                  <a:pt x="281902" y="152282"/>
                </a:lnTo>
                <a:lnTo>
                  <a:pt x="310092" y="169787"/>
                </a:lnTo>
                <a:lnTo>
                  <a:pt x="338282" y="169619"/>
                </a:lnTo>
                <a:lnTo>
                  <a:pt x="366472" y="169900"/>
                </a:lnTo>
                <a:lnTo>
                  <a:pt x="394662" y="168735"/>
                </a:lnTo>
                <a:lnTo>
                  <a:pt x="422852" y="167559"/>
                </a:lnTo>
                <a:lnTo>
                  <a:pt x="451042" y="168194"/>
                </a:lnTo>
                <a:lnTo>
                  <a:pt x="479233" y="169605"/>
                </a:lnTo>
                <a:lnTo>
                  <a:pt x="507423" y="159253"/>
                </a:lnTo>
                <a:lnTo>
                  <a:pt x="535613" y="123262"/>
                </a:lnTo>
                <a:lnTo>
                  <a:pt x="563803" y="53998"/>
                </a:lnTo>
                <a:lnTo>
                  <a:pt x="591993" y="2075"/>
                </a:lnTo>
                <a:lnTo>
                  <a:pt x="620183" y="23871"/>
                </a:lnTo>
                <a:lnTo>
                  <a:pt x="648373" y="101818"/>
                </a:lnTo>
                <a:lnTo>
                  <a:pt x="676564" y="146495"/>
                </a:lnTo>
                <a:lnTo>
                  <a:pt x="704754" y="169952"/>
                </a:lnTo>
                <a:lnTo>
                  <a:pt x="732944" y="175682"/>
                </a:lnTo>
                <a:lnTo>
                  <a:pt x="761134" y="168662"/>
                </a:lnTo>
                <a:lnTo>
                  <a:pt x="789324" y="171426"/>
                </a:lnTo>
                <a:lnTo>
                  <a:pt x="817514" y="168907"/>
                </a:lnTo>
                <a:lnTo>
                  <a:pt x="845705" y="167997"/>
                </a:lnTo>
                <a:lnTo>
                  <a:pt x="873895" y="171051"/>
                </a:lnTo>
                <a:lnTo>
                  <a:pt x="902085" y="157939"/>
                </a:lnTo>
                <a:lnTo>
                  <a:pt x="930275" y="129938"/>
                </a:lnTo>
                <a:lnTo>
                  <a:pt x="958465" y="69309"/>
                </a:lnTo>
                <a:lnTo>
                  <a:pt x="986655" y="12149"/>
                </a:lnTo>
                <a:lnTo>
                  <a:pt x="1014845" y="17352"/>
                </a:lnTo>
                <a:lnTo>
                  <a:pt x="1043036" y="86269"/>
                </a:lnTo>
                <a:lnTo>
                  <a:pt x="1071226" y="149486"/>
                </a:lnTo>
                <a:lnTo>
                  <a:pt x="1099416" y="162114"/>
                </a:lnTo>
                <a:lnTo>
                  <a:pt x="1127606" y="171210"/>
                </a:lnTo>
                <a:lnTo>
                  <a:pt x="1155796" y="175848"/>
                </a:lnTo>
                <a:lnTo>
                  <a:pt x="1183986" y="167718"/>
                </a:lnTo>
                <a:lnTo>
                  <a:pt x="1212177" y="169675"/>
                </a:lnTo>
                <a:lnTo>
                  <a:pt x="1240367" y="166998"/>
                </a:lnTo>
                <a:lnTo>
                  <a:pt x="1268557" y="166972"/>
                </a:lnTo>
                <a:lnTo>
                  <a:pt x="1296747" y="160537"/>
                </a:lnTo>
                <a:lnTo>
                  <a:pt x="1324937" y="140843"/>
                </a:lnTo>
                <a:lnTo>
                  <a:pt x="1353127" y="72205"/>
                </a:lnTo>
                <a:lnTo>
                  <a:pt x="1381317" y="8455"/>
                </a:lnTo>
                <a:lnTo>
                  <a:pt x="1409508" y="10037"/>
                </a:lnTo>
                <a:lnTo>
                  <a:pt x="1437698" y="80099"/>
                </a:lnTo>
                <a:lnTo>
                  <a:pt x="1465888" y="138051"/>
                </a:lnTo>
                <a:lnTo>
                  <a:pt x="1494078" y="163091"/>
                </a:lnTo>
                <a:lnTo>
                  <a:pt x="1522268" y="175360"/>
                </a:lnTo>
                <a:lnTo>
                  <a:pt x="1550458" y="173219"/>
                </a:lnTo>
                <a:lnTo>
                  <a:pt x="1578648" y="166476"/>
                </a:lnTo>
                <a:lnTo>
                  <a:pt x="1606839" y="167064"/>
                </a:lnTo>
                <a:lnTo>
                  <a:pt x="1635029" y="166728"/>
                </a:lnTo>
                <a:lnTo>
                  <a:pt x="1663219" y="175162"/>
                </a:lnTo>
                <a:lnTo>
                  <a:pt x="1691409" y="167930"/>
                </a:lnTo>
                <a:lnTo>
                  <a:pt x="1719599" y="142504"/>
                </a:lnTo>
                <a:lnTo>
                  <a:pt x="1747789" y="80845"/>
                </a:lnTo>
                <a:lnTo>
                  <a:pt x="1775980" y="13735"/>
                </a:lnTo>
                <a:lnTo>
                  <a:pt x="1804170" y="11896"/>
                </a:lnTo>
                <a:lnTo>
                  <a:pt x="1832360" y="71106"/>
                </a:lnTo>
                <a:lnTo>
                  <a:pt x="1860550" y="133093"/>
                </a:lnTo>
                <a:lnTo>
                  <a:pt x="1888740" y="159490"/>
                </a:lnTo>
                <a:lnTo>
                  <a:pt x="1916930" y="175089"/>
                </a:lnTo>
                <a:lnTo>
                  <a:pt x="1945120" y="174396"/>
                </a:lnTo>
                <a:lnTo>
                  <a:pt x="1973311" y="171180"/>
                </a:lnTo>
                <a:lnTo>
                  <a:pt x="2001501" y="166029"/>
                </a:lnTo>
                <a:lnTo>
                  <a:pt x="2029691" y="174420"/>
                </a:lnTo>
                <a:lnTo>
                  <a:pt x="2057881" y="175418"/>
                </a:lnTo>
                <a:lnTo>
                  <a:pt x="2086071" y="163860"/>
                </a:lnTo>
                <a:lnTo>
                  <a:pt x="2114261" y="149205"/>
                </a:lnTo>
                <a:lnTo>
                  <a:pt x="2142452" y="95329"/>
                </a:lnTo>
                <a:lnTo>
                  <a:pt x="2170642" y="29271"/>
                </a:lnTo>
                <a:lnTo>
                  <a:pt x="2198832" y="11074"/>
                </a:lnTo>
                <a:lnTo>
                  <a:pt x="2227022" y="54399"/>
                </a:lnTo>
                <a:lnTo>
                  <a:pt x="2255212" y="125309"/>
                </a:lnTo>
                <a:lnTo>
                  <a:pt x="2283402" y="159187"/>
                </a:lnTo>
                <a:lnTo>
                  <a:pt x="2311592" y="171845"/>
                </a:lnTo>
                <a:lnTo>
                  <a:pt x="2339783" y="173069"/>
                </a:lnTo>
                <a:lnTo>
                  <a:pt x="2367973" y="175311"/>
                </a:lnTo>
                <a:lnTo>
                  <a:pt x="2396163" y="166104"/>
                </a:lnTo>
                <a:lnTo>
                  <a:pt x="2424353" y="173886"/>
                </a:lnTo>
                <a:lnTo>
                  <a:pt x="2452543" y="175613"/>
                </a:lnTo>
                <a:lnTo>
                  <a:pt x="2480733" y="165985"/>
                </a:lnTo>
                <a:lnTo>
                  <a:pt x="2508923" y="151357"/>
                </a:lnTo>
                <a:lnTo>
                  <a:pt x="2537114" y="99267"/>
                </a:lnTo>
                <a:lnTo>
                  <a:pt x="2565304" y="32030"/>
                </a:lnTo>
                <a:lnTo>
                  <a:pt x="2593494" y="0"/>
                </a:lnTo>
                <a:lnTo>
                  <a:pt x="2621684" y="48790"/>
                </a:lnTo>
                <a:lnTo>
                  <a:pt x="2649874" y="115820"/>
                </a:lnTo>
                <a:lnTo>
                  <a:pt x="2678064" y="158928"/>
                </a:lnTo>
                <a:lnTo>
                  <a:pt x="2706255" y="173063"/>
                </a:lnTo>
                <a:lnTo>
                  <a:pt x="2734445" y="166014"/>
                </a:lnTo>
                <a:lnTo>
                  <a:pt x="2762635" y="166419"/>
                </a:lnTo>
                <a:lnTo>
                  <a:pt x="2790825" y="168378"/>
                </a:lnTo>
              </a:path>
            </a:pathLst>
          </a:custGeom>
          <a:noFill/>
          <a:ln w="13847">
            <a:solidFill>
              <a:srgbClr val="9C3E76"/>
            </a:solidFill>
            <a:prstDash val="solid"/>
          </a:ln>
        </p:spPr>
      </p:sp>
      <p:sp>
        <p:nvSpPr>
          <p:cNvPr id="10" name="p11_rect_10">
            <a:extLst>
              <a:ext uri="{FF2B5EF4-FFF2-40B4-BE49-F238E27FC236}">
                <a16:creationId xmlns:a16="http://schemas.microsoft.com/office/drawing/2014/main" id="{BFEAFD73-5035-413F-92E2-5CA7AFA0E8D5}"/>
              </a:ext>
            </a:extLst>
          </p:cNvPr>
          <p:cNvSpPr>
            <a:spLocks/>
          </p:cNvSpPr>
          <p:nvPr/>
        </p:nvSpPr>
        <p:spPr>
          <a:xfrm>
            <a:off x="291520" y="3425356"/>
            <a:ext cx="2295717" cy="466431"/>
          </a:xfrm>
          <a:prstGeom prst="roundRect">
            <a:avLst>
              <a:gd name="adj" fmla="val 7813"/>
            </a:avLst>
          </a:prstGeom>
          <a:solidFill>
            <a:srgbClr val="FFFFFF"/>
          </a:solidFill>
          <a:ln w="7288">
            <a:solidFill>
              <a:srgbClr val="8599C3"/>
            </a:solidFill>
            <a:prstDash val="solid"/>
          </a:ln>
        </p:spPr>
      </p:sp>
      <p:sp>
        <p:nvSpPr>
          <p:cNvPr id="11" name="p11_path_11">
            <a:extLst>
              <a:ext uri="{FF2B5EF4-FFF2-40B4-BE49-F238E27FC236}">
                <a16:creationId xmlns:a16="http://schemas.microsoft.com/office/drawing/2014/main" id="{372EE217-E556-4F4A-A5D1-08CFB516AEB8}"/>
              </a:ext>
            </a:extLst>
          </p:cNvPr>
          <p:cNvSpPr>
            <a:spLocks/>
          </p:cNvSpPr>
          <p:nvPr/>
        </p:nvSpPr>
        <p:spPr>
          <a:xfrm>
            <a:off x="364400" y="3691312"/>
            <a:ext cx="2135382" cy="113528"/>
          </a:xfrm>
          <a:custGeom>
            <a:avLst/>
            <a:gdLst/>
            <a:ahLst/>
            <a:cxnLst/>
            <a:rect l="0" t="0" r="0" b="0"/>
            <a:pathLst>
              <a:path w="2790825" h="148374">
                <a:moveTo>
                  <a:pt x="0" y="69221"/>
                </a:moveTo>
                <a:lnTo>
                  <a:pt x="28190" y="89006"/>
                </a:lnTo>
                <a:lnTo>
                  <a:pt x="56380" y="106562"/>
                </a:lnTo>
                <a:lnTo>
                  <a:pt x="84570" y="115769"/>
                </a:lnTo>
                <a:lnTo>
                  <a:pt x="112761" y="128502"/>
                </a:lnTo>
                <a:lnTo>
                  <a:pt x="140951" y="130085"/>
                </a:lnTo>
                <a:lnTo>
                  <a:pt x="169141" y="117656"/>
                </a:lnTo>
                <a:lnTo>
                  <a:pt x="197331" y="116659"/>
                </a:lnTo>
                <a:lnTo>
                  <a:pt x="225521" y="102223"/>
                </a:lnTo>
                <a:lnTo>
                  <a:pt x="253711" y="96761"/>
                </a:lnTo>
                <a:lnTo>
                  <a:pt x="281902" y="99096"/>
                </a:lnTo>
                <a:lnTo>
                  <a:pt x="310092" y="93760"/>
                </a:lnTo>
                <a:lnTo>
                  <a:pt x="338282" y="97662"/>
                </a:lnTo>
                <a:lnTo>
                  <a:pt x="366472" y="102120"/>
                </a:lnTo>
                <a:lnTo>
                  <a:pt x="394662" y="107740"/>
                </a:lnTo>
                <a:lnTo>
                  <a:pt x="422852" y="110226"/>
                </a:lnTo>
                <a:lnTo>
                  <a:pt x="451042" y="104424"/>
                </a:lnTo>
                <a:lnTo>
                  <a:pt x="479233" y="96754"/>
                </a:lnTo>
                <a:lnTo>
                  <a:pt x="507423" y="85065"/>
                </a:lnTo>
                <a:lnTo>
                  <a:pt x="535613" y="64923"/>
                </a:lnTo>
                <a:lnTo>
                  <a:pt x="563803" y="43228"/>
                </a:lnTo>
                <a:lnTo>
                  <a:pt x="591993" y="31694"/>
                </a:lnTo>
                <a:lnTo>
                  <a:pt x="620183" y="18000"/>
                </a:lnTo>
                <a:lnTo>
                  <a:pt x="648373" y="1895"/>
                </a:lnTo>
                <a:lnTo>
                  <a:pt x="676564" y="2618"/>
                </a:lnTo>
                <a:lnTo>
                  <a:pt x="704754" y="4984"/>
                </a:lnTo>
                <a:lnTo>
                  <a:pt x="732944" y="18700"/>
                </a:lnTo>
                <a:lnTo>
                  <a:pt x="761134" y="25109"/>
                </a:lnTo>
                <a:lnTo>
                  <a:pt x="789324" y="40438"/>
                </a:lnTo>
                <a:lnTo>
                  <a:pt x="817514" y="56447"/>
                </a:lnTo>
                <a:lnTo>
                  <a:pt x="845705" y="62052"/>
                </a:lnTo>
                <a:lnTo>
                  <a:pt x="873895" y="64155"/>
                </a:lnTo>
                <a:lnTo>
                  <a:pt x="902085" y="66208"/>
                </a:lnTo>
                <a:lnTo>
                  <a:pt x="930275" y="54536"/>
                </a:lnTo>
                <a:lnTo>
                  <a:pt x="958465" y="55810"/>
                </a:lnTo>
                <a:lnTo>
                  <a:pt x="986655" y="60405"/>
                </a:lnTo>
                <a:lnTo>
                  <a:pt x="1014845" y="57006"/>
                </a:lnTo>
                <a:lnTo>
                  <a:pt x="1043036" y="67747"/>
                </a:lnTo>
                <a:lnTo>
                  <a:pt x="1071226" y="87465"/>
                </a:lnTo>
                <a:lnTo>
                  <a:pt x="1099416" y="96283"/>
                </a:lnTo>
                <a:lnTo>
                  <a:pt x="1127606" y="113733"/>
                </a:lnTo>
                <a:lnTo>
                  <a:pt x="1155796" y="134084"/>
                </a:lnTo>
                <a:lnTo>
                  <a:pt x="1183986" y="142703"/>
                </a:lnTo>
                <a:lnTo>
                  <a:pt x="1212177" y="148374"/>
                </a:lnTo>
                <a:lnTo>
                  <a:pt x="1240367" y="143206"/>
                </a:lnTo>
                <a:lnTo>
                  <a:pt x="1268557" y="128190"/>
                </a:lnTo>
                <a:lnTo>
                  <a:pt x="1296747" y="117677"/>
                </a:lnTo>
                <a:lnTo>
                  <a:pt x="1324937" y="103168"/>
                </a:lnTo>
                <a:lnTo>
                  <a:pt x="1353127" y="87454"/>
                </a:lnTo>
                <a:lnTo>
                  <a:pt x="1381317" y="72973"/>
                </a:lnTo>
                <a:lnTo>
                  <a:pt x="1409508" y="62582"/>
                </a:lnTo>
                <a:lnTo>
                  <a:pt x="1437698" y="62078"/>
                </a:lnTo>
                <a:lnTo>
                  <a:pt x="1465888" y="59998"/>
                </a:lnTo>
                <a:lnTo>
                  <a:pt x="1494078" y="57641"/>
                </a:lnTo>
                <a:lnTo>
                  <a:pt x="1522268" y="66995"/>
                </a:lnTo>
                <a:lnTo>
                  <a:pt x="1550458" y="60780"/>
                </a:lnTo>
                <a:lnTo>
                  <a:pt x="1578648" y="56542"/>
                </a:lnTo>
                <a:lnTo>
                  <a:pt x="1606839" y="56127"/>
                </a:lnTo>
                <a:lnTo>
                  <a:pt x="1635029" y="42462"/>
                </a:lnTo>
                <a:lnTo>
                  <a:pt x="1663219" y="31672"/>
                </a:lnTo>
                <a:lnTo>
                  <a:pt x="1691409" y="16108"/>
                </a:lnTo>
                <a:lnTo>
                  <a:pt x="1719599" y="13692"/>
                </a:lnTo>
                <a:lnTo>
                  <a:pt x="1747789" y="0"/>
                </a:lnTo>
                <a:lnTo>
                  <a:pt x="1775980" y="1535"/>
                </a:lnTo>
                <a:lnTo>
                  <a:pt x="1804170" y="8125"/>
                </a:lnTo>
                <a:lnTo>
                  <a:pt x="1832360" y="26570"/>
                </a:lnTo>
                <a:lnTo>
                  <a:pt x="1860550" y="41481"/>
                </a:lnTo>
                <a:lnTo>
                  <a:pt x="1888740" y="60596"/>
                </a:lnTo>
                <a:lnTo>
                  <a:pt x="1916930" y="82087"/>
                </a:lnTo>
                <a:lnTo>
                  <a:pt x="1945120" y="93532"/>
                </a:lnTo>
                <a:lnTo>
                  <a:pt x="1973311" y="99111"/>
                </a:lnTo>
                <a:lnTo>
                  <a:pt x="2001501" y="106141"/>
                </a:lnTo>
                <a:lnTo>
                  <a:pt x="2029691" y="101719"/>
                </a:lnTo>
                <a:lnTo>
                  <a:pt x="2057881" y="102538"/>
                </a:lnTo>
                <a:lnTo>
                  <a:pt x="2086071" y="96059"/>
                </a:lnTo>
                <a:lnTo>
                  <a:pt x="2114261" y="91085"/>
                </a:lnTo>
                <a:lnTo>
                  <a:pt x="2142452" y="90728"/>
                </a:lnTo>
                <a:lnTo>
                  <a:pt x="2170642" y="101269"/>
                </a:lnTo>
                <a:lnTo>
                  <a:pt x="2198832" y="111307"/>
                </a:lnTo>
                <a:lnTo>
                  <a:pt x="2227022" y="110176"/>
                </a:lnTo>
                <a:lnTo>
                  <a:pt x="2255212" y="120652"/>
                </a:lnTo>
                <a:lnTo>
                  <a:pt x="2283402" y="127004"/>
                </a:lnTo>
                <a:lnTo>
                  <a:pt x="2311592" y="131778"/>
                </a:lnTo>
                <a:lnTo>
                  <a:pt x="2339783" y="121476"/>
                </a:lnTo>
                <a:lnTo>
                  <a:pt x="2367973" y="109619"/>
                </a:lnTo>
                <a:lnTo>
                  <a:pt x="2396163" y="99869"/>
                </a:lnTo>
                <a:lnTo>
                  <a:pt x="2424353" y="76202"/>
                </a:lnTo>
                <a:lnTo>
                  <a:pt x="2452543" y="58282"/>
                </a:lnTo>
                <a:lnTo>
                  <a:pt x="2480733" y="42712"/>
                </a:lnTo>
                <a:lnTo>
                  <a:pt x="2508923" y="21943"/>
                </a:lnTo>
                <a:lnTo>
                  <a:pt x="2537114" y="21605"/>
                </a:lnTo>
                <a:lnTo>
                  <a:pt x="2565304" y="18089"/>
                </a:lnTo>
                <a:lnTo>
                  <a:pt x="2593494" y="19847"/>
                </a:lnTo>
                <a:lnTo>
                  <a:pt x="2621684" y="29058"/>
                </a:lnTo>
                <a:lnTo>
                  <a:pt x="2649874" y="41856"/>
                </a:lnTo>
                <a:lnTo>
                  <a:pt x="2678064" y="43701"/>
                </a:lnTo>
                <a:lnTo>
                  <a:pt x="2706255" y="51644"/>
                </a:lnTo>
                <a:lnTo>
                  <a:pt x="2734445" y="47644"/>
                </a:lnTo>
                <a:lnTo>
                  <a:pt x="2762635" y="47247"/>
                </a:lnTo>
                <a:lnTo>
                  <a:pt x="2790825" y="35260"/>
                </a:lnTo>
              </a:path>
            </a:pathLst>
          </a:custGeom>
          <a:noFill/>
          <a:ln w="13847">
            <a:solidFill>
              <a:srgbClr val="394D93"/>
            </a:solidFill>
            <a:prstDash val="solid"/>
          </a:ln>
        </p:spPr>
      </p:sp>
      <p:sp>
        <p:nvSpPr>
          <p:cNvPr id="12" name="p11_rect_12">
            <a:extLst>
              <a:ext uri="{FF2B5EF4-FFF2-40B4-BE49-F238E27FC236}">
                <a16:creationId xmlns:a16="http://schemas.microsoft.com/office/drawing/2014/main" id="{585D350B-D5DA-4ED4-8D60-32D9C539DDD2}"/>
              </a:ext>
            </a:extLst>
          </p:cNvPr>
          <p:cNvSpPr>
            <a:spLocks/>
          </p:cNvSpPr>
          <p:nvPr/>
        </p:nvSpPr>
        <p:spPr>
          <a:xfrm>
            <a:off x="182200" y="4533131"/>
            <a:ext cx="2856893" cy="969303"/>
          </a:xfrm>
          <a:prstGeom prst="roundRect">
            <a:avLst>
              <a:gd name="adj" fmla="val 10526"/>
            </a:avLst>
          </a:prstGeom>
          <a:gradFill>
            <a:gsLst>
              <a:gs pos="0">
                <a:srgbClr val="FEFEFF"/>
              </a:gs>
              <a:gs pos="100000">
                <a:srgbClr val="EDF0F8"/>
              </a:gs>
            </a:gsLst>
            <a:lin ang="5400000"/>
          </a:gradFill>
          <a:ln w="12390">
            <a:solidFill>
              <a:srgbClr val="172956"/>
            </a:solidFill>
            <a:prstDash val="solid"/>
          </a:ln>
        </p:spPr>
      </p:sp>
      <p:sp>
        <p:nvSpPr>
          <p:cNvPr id="13" name="p11_path_13">
            <a:extLst>
              <a:ext uri="{FF2B5EF4-FFF2-40B4-BE49-F238E27FC236}">
                <a16:creationId xmlns:a16="http://schemas.microsoft.com/office/drawing/2014/main" id="{189F1132-D332-4C83-9C33-97D2EF1641EF}"/>
              </a:ext>
            </a:extLst>
          </p:cNvPr>
          <p:cNvSpPr>
            <a:spLocks/>
          </p:cNvSpPr>
          <p:nvPr/>
        </p:nvSpPr>
        <p:spPr>
          <a:xfrm>
            <a:off x="306096" y="5186679"/>
            <a:ext cx="1282687" cy="126532"/>
          </a:xfrm>
          <a:custGeom>
            <a:avLst/>
            <a:gdLst/>
            <a:ahLst/>
            <a:cxnLst/>
            <a:rect l="0" t="0" r="0" b="0"/>
            <a:pathLst>
              <a:path w="1676400" h="165371">
                <a:moveTo>
                  <a:pt x="0" y="67689"/>
                </a:moveTo>
                <a:lnTo>
                  <a:pt x="16933" y="122424"/>
                </a:lnTo>
                <a:lnTo>
                  <a:pt x="33867" y="104996"/>
                </a:lnTo>
                <a:lnTo>
                  <a:pt x="50800" y="152010"/>
                </a:lnTo>
                <a:lnTo>
                  <a:pt x="67733" y="123966"/>
                </a:lnTo>
                <a:lnTo>
                  <a:pt x="84667" y="98678"/>
                </a:lnTo>
                <a:lnTo>
                  <a:pt x="101600" y="90800"/>
                </a:lnTo>
                <a:lnTo>
                  <a:pt x="118533" y="129061"/>
                </a:lnTo>
                <a:lnTo>
                  <a:pt x="135467" y="95752"/>
                </a:lnTo>
                <a:lnTo>
                  <a:pt x="152400" y="31801"/>
                </a:lnTo>
                <a:lnTo>
                  <a:pt x="169333" y="51098"/>
                </a:lnTo>
                <a:lnTo>
                  <a:pt x="186267" y="14784"/>
                </a:lnTo>
                <a:lnTo>
                  <a:pt x="203200" y="72310"/>
                </a:lnTo>
                <a:lnTo>
                  <a:pt x="220133" y="109315"/>
                </a:lnTo>
                <a:lnTo>
                  <a:pt x="237067" y="80989"/>
                </a:lnTo>
                <a:lnTo>
                  <a:pt x="254000" y="78626"/>
                </a:lnTo>
                <a:lnTo>
                  <a:pt x="270933" y="81802"/>
                </a:lnTo>
                <a:lnTo>
                  <a:pt x="287867" y="136561"/>
                </a:lnTo>
                <a:lnTo>
                  <a:pt x="304800" y="144223"/>
                </a:lnTo>
                <a:lnTo>
                  <a:pt x="321733" y="131260"/>
                </a:lnTo>
                <a:lnTo>
                  <a:pt x="338667" y="122349"/>
                </a:lnTo>
                <a:lnTo>
                  <a:pt x="355600" y="68470"/>
                </a:lnTo>
                <a:lnTo>
                  <a:pt x="372533" y="102631"/>
                </a:lnTo>
                <a:lnTo>
                  <a:pt x="389467" y="21799"/>
                </a:lnTo>
                <a:lnTo>
                  <a:pt x="406400" y="52795"/>
                </a:lnTo>
                <a:lnTo>
                  <a:pt x="423333" y="0"/>
                </a:lnTo>
                <a:lnTo>
                  <a:pt x="440267" y="48098"/>
                </a:lnTo>
                <a:lnTo>
                  <a:pt x="457200" y="79172"/>
                </a:lnTo>
                <a:lnTo>
                  <a:pt x="474133" y="28048"/>
                </a:lnTo>
                <a:lnTo>
                  <a:pt x="491067" y="56262"/>
                </a:lnTo>
                <a:lnTo>
                  <a:pt x="508000" y="154222"/>
                </a:lnTo>
                <a:lnTo>
                  <a:pt x="524933" y="135713"/>
                </a:lnTo>
                <a:lnTo>
                  <a:pt x="541867" y="126338"/>
                </a:lnTo>
                <a:lnTo>
                  <a:pt x="558800" y="136069"/>
                </a:lnTo>
                <a:lnTo>
                  <a:pt x="575733" y="97104"/>
                </a:lnTo>
                <a:lnTo>
                  <a:pt x="592667" y="100332"/>
                </a:lnTo>
                <a:lnTo>
                  <a:pt x="609600" y="141665"/>
                </a:lnTo>
                <a:lnTo>
                  <a:pt x="626533" y="98411"/>
                </a:lnTo>
                <a:lnTo>
                  <a:pt x="643467" y="81058"/>
                </a:lnTo>
                <a:lnTo>
                  <a:pt x="660400" y="39339"/>
                </a:lnTo>
                <a:lnTo>
                  <a:pt x="677333" y="49047"/>
                </a:lnTo>
                <a:lnTo>
                  <a:pt x="694267" y="15085"/>
                </a:lnTo>
                <a:lnTo>
                  <a:pt x="711200" y="104542"/>
                </a:lnTo>
                <a:lnTo>
                  <a:pt x="728133" y="121001"/>
                </a:lnTo>
                <a:lnTo>
                  <a:pt x="745067" y="53890"/>
                </a:lnTo>
                <a:lnTo>
                  <a:pt x="762000" y="80841"/>
                </a:lnTo>
                <a:lnTo>
                  <a:pt x="778933" y="108766"/>
                </a:lnTo>
                <a:lnTo>
                  <a:pt x="795867" y="140385"/>
                </a:lnTo>
                <a:lnTo>
                  <a:pt x="812800" y="125586"/>
                </a:lnTo>
                <a:lnTo>
                  <a:pt x="829733" y="91673"/>
                </a:lnTo>
                <a:lnTo>
                  <a:pt x="846667" y="124177"/>
                </a:lnTo>
                <a:lnTo>
                  <a:pt x="863600" y="112565"/>
                </a:lnTo>
                <a:lnTo>
                  <a:pt x="880533" y="111310"/>
                </a:lnTo>
                <a:lnTo>
                  <a:pt x="897467" y="75462"/>
                </a:lnTo>
                <a:lnTo>
                  <a:pt x="914400" y="19200"/>
                </a:lnTo>
                <a:lnTo>
                  <a:pt x="931333" y="86382"/>
                </a:lnTo>
                <a:lnTo>
                  <a:pt x="948267" y="65720"/>
                </a:lnTo>
                <a:lnTo>
                  <a:pt x="965200" y="44772"/>
                </a:lnTo>
                <a:lnTo>
                  <a:pt x="982133" y="121010"/>
                </a:lnTo>
                <a:lnTo>
                  <a:pt x="999067" y="136381"/>
                </a:lnTo>
                <a:lnTo>
                  <a:pt x="1016000" y="134877"/>
                </a:lnTo>
                <a:lnTo>
                  <a:pt x="1032933" y="97828"/>
                </a:lnTo>
                <a:lnTo>
                  <a:pt x="1049867" y="98520"/>
                </a:lnTo>
                <a:lnTo>
                  <a:pt x="1066800" y="82601"/>
                </a:lnTo>
                <a:lnTo>
                  <a:pt x="1083733" y="137542"/>
                </a:lnTo>
                <a:lnTo>
                  <a:pt x="1100667" y="101409"/>
                </a:lnTo>
                <a:lnTo>
                  <a:pt x="1117600" y="37916"/>
                </a:lnTo>
                <a:lnTo>
                  <a:pt x="1134533" y="43632"/>
                </a:lnTo>
                <a:lnTo>
                  <a:pt x="1151467" y="82048"/>
                </a:lnTo>
                <a:lnTo>
                  <a:pt x="1168400" y="40438"/>
                </a:lnTo>
                <a:lnTo>
                  <a:pt x="1185333" y="43788"/>
                </a:lnTo>
                <a:lnTo>
                  <a:pt x="1202267" y="74051"/>
                </a:lnTo>
                <a:lnTo>
                  <a:pt x="1219200" y="118539"/>
                </a:lnTo>
                <a:lnTo>
                  <a:pt x="1236133" y="73788"/>
                </a:lnTo>
                <a:lnTo>
                  <a:pt x="1253067" y="164922"/>
                </a:lnTo>
                <a:lnTo>
                  <a:pt x="1270000" y="160382"/>
                </a:lnTo>
                <a:lnTo>
                  <a:pt x="1286933" y="150658"/>
                </a:lnTo>
                <a:lnTo>
                  <a:pt x="1303867" y="138772"/>
                </a:lnTo>
                <a:lnTo>
                  <a:pt x="1320800" y="123518"/>
                </a:lnTo>
                <a:lnTo>
                  <a:pt x="1337733" y="149076"/>
                </a:lnTo>
                <a:lnTo>
                  <a:pt x="1354667" y="91501"/>
                </a:lnTo>
                <a:lnTo>
                  <a:pt x="1371600" y="101546"/>
                </a:lnTo>
                <a:lnTo>
                  <a:pt x="1388533" y="59356"/>
                </a:lnTo>
                <a:lnTo>
                  <a:pt x="1405467" y="30557"/>
                </a:lnTo>
                <a:lnTo>
                  <a:pt x="1422400" y="56134"/>
                </a:lnTo>
                <a:lnTo>
                  <a:pt x="1439333" y="92323"/>
                </a:lnTo>
                <a:lnTo>
                  <a:pt x="1456267" y="102170"/>
                </a:lnTo>
                <a:lnTo>
                  <a:pt x="1473200" y="72108"/>
                </a:lnTo>
                <a:lnTo>
                  <a:pt x="1490133" y="95660"/>
                </a:lnTo>
                <a:lnTo>
                  <a:pt x="1507067" y="114241"/>
                </a:lnTo>
                <a:lnTo>
                  <a:pt x="1524000" y="165371"/>
                </a:lnTo>
                <a:lnTo>
                  <a:pt x="1540933" y="132530"/>
                </a:lnTo>
                <a:lnTo>
                  <a:pt x="1557867" y="105499"/>
                </a:lnTo>
                <a:lnTo>
                  <a:pt x="1574800" y="68667"/>
                </a:lnTo>
                <a:lnTo>
                  <a:pt x="1591733" y="109701"/>
                </a:lnTo>
                <a:lnTo>
                  <a:pt x="1608667" y="94188"/>
                </a:lnTo>
                <a:lnTo>
                  <a:pt x="1625600" y="9495"/>
                </a:lnTo>
                <a:lnTo>
                  <a:pt x="1642533" y="62307"/>
                </a:lnTo>
                <a:lnTo>
                  <a:pt x="1659467" y="14662"/>
                </a:lnTo>
                <a:lnTo>
                  <a:pt x="1676400" y="34351"/>
                </a:lnTo>
              </a:path>
            </a:pathLst>
          </a:custGeom>
          <a:noFill/>
          <a:ln w="13847">
            <a:solidFill>
              <a:srgbClr val="394D93"/>
            </a:solidFill>
            <a:prstDash val="solid"/>
          </a:ln>
        </p:spPr>
      </p:sp>
      <p:sp>
        <p:nvSpPr>
          <p:cNvPr id="14" name="p11_rect_14">
            <a:extLst>
              <a:ext uri="{FF2B5EF4-FFF2-40B4-BE49-F238E27FC236}">
                <a16:creationId xmlns:a16="http://schemas.microsoft.com/office/drawing/2014/main" id="{5B2C6B8F-FDD3-4DE6-B56B-49290414ED3C}"/>
              </a:ext>
            </a:extLst>
          </p:cNvPr>
          <p:cNvSpPr>
            <a:spLocks/>
          </p:cNvSpPr>
          <p:nvPr/>
        </p:nvSpPr>
        <p:spPr>
          <a:xfrm>
            <a:off x="1727254" y="5116170"/>
            <a:ext cx="1180655" cy="255080"/>
          </a:xfrm>
          <a:prstGeom prst="roundRect">
            <a:avLst>
              <a:gd name="adj" fmla="val 14286"/>
            </a:avLst>
          </a:prstGeom>
          <a:gradFill>
            <a:gsLst>
              <a:gs pos="0">
                <a:srgbClr val="E5EAF8"/>
              </a:gs>
              <a:gs pos="100000">
                <a:srgbClr val="C4CEEB"/>
              </a:gs>
            </a:gsLst>
            <a:lin ang="5400000"/>
          </a:gradFill>
          <a:ln w="7288">
            <a:solidFill>
              <a:srgbClr val="8599C3"/>
            </a:solidFill>
            <a:prstDash val="solid"/>
          </a:ln>
        </p:spPr>
      </p:sp>
      <p:sp>
        <p:nvSpPr>
          <p:cNvPr id="15" name="p11_rect_15">
            <a:extLst>
              <a:ext uri="{FF2B5EF4-FFF2-40B4-BE49-F238E27FC236}">
                <a16:creationId xmlns:a16="http://schemas.microsoft.com/office/drawing/2014/main" id="{A3753373-9C71-42ED-B1CE-76B0FF622A67}"/>
              </a:ext>
            </a:extLst>
          </p:cNvPr>
          <p:cNvSpPr>
            <a:spLocks/>
          </p:cNvSpPr>
          <p:nvPr/>
        </p:nvSpPr>
        <p:spPr>
          <a:xfrm>
            <a:off x="3804332" y="1297262"/>
            <a:ext cx="4212459" cy="4205171"/>
          </a:xfrm>
          <a:prstGeom prst="roundRect">
            <a:avLst>
              <a:gd name="adj" fmla="val 2426"/>
            </a:avLst>
          </a:prstGeom>
          <a:gradFill>
            <a:gsLst>
              <a:gs pos="0">
                <a:srgbClr val="FEFEFF"/>
              </a:gs>
              <a:gs pos="100000">
                <a:srgbClr val="EDF0F8"/>
              </a:gs>
            </a:gsLst>
            <a:lin ang="5400000"/>
          </a:gradFill>
          <a:ln w="12390">
            <a:solidFill>
              <a:srgbClr val="172956"/>
            </a:solidFill>
            <a:prstDash val="solid"/>
          </a:ln>
        </p:spPr>
      </p:sp>
      <p:sp>
        <p:nvSpPr>
          <p:cNvPr id="16" name="p11_rect_16">
            <a:extLst>
              <a:ext uri="{FF2B5EF4-FFF2-40B4-BE49-F238E27FC236}">
                <a16:creationId xmlns:a16="http://schemas.microsoft.com/office/drawing/2014/main" id="{C2A40C7A-FD51-4B63-ADB4-D9F5EA48556A}"/>
              </a:ext>
            </a:extLst>
          </p:cNvPr>
          <p:cNvSpPr>
            <a:spLocks/>
          </p:cNvSpPr>
          <p:nvPr/>
        </p:nvSpPr>
        <p:spPr>
          <a:xfrm>
            <a:off x="3957379" y="2055214"/>
            <a:ext cx="1243817" cy="874559"/>
          </a:xfrm>
          <a:prstGeom prst="roundRect">
            <a:avLst>
              <a:gd name="adj" fmla="val 4167"/>
            </a:avLst>
          </a:prstGeom>
          <a:solidFill>
            <a:srgbClr val="FFFFFF"/>
          </a:solidFill>
          <a:ln w="7288">
            <a:solidFill>
              <a:srgbClr val="CAD3E9"/>
            </a:solidFill>
            <a:prstDash val="solid"/>
          </a:ln>
        </p:spPr>
      </p:sp>
      <p:sp>
        <p:nvSpPr>
          <p:cNvPr id="17" name="p11_path_17">
            <a:extLst>
              <a:ext uri="{FF2B5EF4-FFF2-40B4-BE49-F238E27FC236}">
                <a16:creationId xmlns:a16="http://schemas.microsoft.com/office/drawing/2014/main" id="{FCFFC322-0F73-47A0-8D97-3B47EC985F9A}"/>
              </a:ext>
            </a:extLst>
          </p:cNvPr>
          <p:cNvSpPr>
            <a:spLocks/>
          </p:cNvSpPr>
          <p:nvPr/>
        </p:nvSpPr>
        <p:spPr>
          <a:xfrm>
            <a:off x="4030259" y="2476917"/>
            <a:ext cx="1112633" cy="223966"/>
          </a:xfrm>
          <a:custGeom>
            <a:avLst/>
            <a:gdLst/>
            <a:ahLst/>
            <a:cxnLst/>
            <a:rect l="0" t="0" r="0" b="0"/>
            <a:pathLst>
              <a:path w="1454150" h="292711">
                <a:moveTo>
                  <a:pt x="0" y="271797"/>
                </a:moveTo>
                <a:lnTo>
                  <a:pt x="14688" y="292454"/>
                </a:lnTo>
                <a:lnTo>
                  <a:pt x="29377" y="266572"/>
                </a:lnTo>
                <a:lnTo>
                  <a:pt x="44065" y="292711"/>
                </a:lnTo>
                <a:lnTo>
                  <a:pt x="58754" y="283514"/>
                </a:lnTo>
                <a:lnTo>
                  <a:pt x="73442" y="263927"/>
                </a:lnTo>
                <a:lnTo>
                  <a:pt x="88130" y="267753"/>
                </a:lnTo>
                <a:lnTo>
                  <a:pt x="102819" y="251855"/>
                </a:lnTo>
                <a:lnTo>
                  <a:pt x="117507" y="241102"/>
                </a:lnTo>
                <a:lnTo>
                  <a:pt x="132195" y="277078"/>
                </a:lnTo>
                <a:lnTo>
                  <a:pt x="146884" y="236299"/>
                </a:lnTo>
                <a:lnTo>
                  <a:pt x="161572" y="238125"/>
                </a:lnTo>
                <a:lnTo>
                  <a:pt x="176261" y="251322"/>
                </a:lnTo>
                <a:lnTo>
                  <a:pt x="190949" y="255505"/>
                </a:lnTo>
                <a:lnTo>
                  <a:pt x="205637" y="229300"/>
                </a:lnTo>
                <a:lnTo>
                  <a:pt x="220326" y="259556"/>
                </a:lnTo>
                <a:lnTo>
                  <a:pt x="235014" y="239226"/>
                </a:lnTo>
                <a:lnTo>
                  <a:pt x="249703" y="232431"/>
                </a:lnTo>
                <a:lnTo>
                  <a:pt x="264391" y="252860"/>
                </a:lnTo>
                <a:lnTo>
                  <a:pt x="279079" y="212334"/>
                </a:lnTo>
                <a:lnTo>
                  <a:pt x="293768" y="252288"/>
                </a:lnTo>
                <a:lnTo>
                  <a:pt x="308456" y="219995"/>
                </a:lnTo>
                <a:lnTo>
                  <a:pt x="323144" y="235991"/>
                </a:lnTo>
                <a:lnTo>
                  <a:pt x="337833" y="226358"/>
                </a:lnTo>
                <a:lnTo>
                  <a:pt x="352521" y="223327"/>
                </a:lnTo>
                <a:lnTo>
                  <a:pt x="367210" y="214681"/>
                </a:lnTo>
                <a:lnTo>
                  <a:pt x="381898" y="235889"/>
                </a:lnTo>
                <a:lnTo>
                  <a:pt x="396586" y="207944"/>
                </a:lnTo>
                <a:lnTo>
                  <a:pt x="411275" y="207803"/>
                </a:lnTo>
                <a:lnTo>
                  <a:pt x="425963" y="191712"/>
                </a:lnTo>
                <a:lnTo>
                  <a:pt x="440652" y="191865"/>
                </a:lnTo>
                <a:lnTo>
                  <a:pt x="455340" y="213590"/>
                </a:lnTo>
                <a:lnTo>
                  <a:pt x="470028" y="181964"/>
                </a:lnTo>
                <a:lnTo>
                  <a:pt x="484717" y="189713"/>
                </a:lnTo>
                <a:lnTo>
                  <a:pt x="499405" y="213929"/>
                </a:lnTo>
                <a:lnTo>
                  <a:pt x="514093" y="176211"/>
                </a:lnTo>
                <a:lnTo>
                  <a:pt x="528782" y="204409"/>
                </a:lnTo>
                <a:lnTo>
                  <a:pt x="543470" y="172796"/>
                </a:lnTo>
                <a:lnTo>
                  <a:pt x="558159" y="178892"/>
                </a:lnTo>
                <a:lnTo>
                  <a:pt x="572847" y="168048"/>
                </a:lnTo>
                <a:lnTo>
                  <a:pt x="587535" y="193258"/>
                </a:lnTo>
                <a:lnTo>
                  <a:pt x="602224" y="173756"/>
                </a:lnTo>
                <a:lnTo>
                  <a:pt x="616912" y="164386"/>
                </a:lnTo>
                <a:lnTo>
                  <a:pt x="631601" y="171371"/>
                </a:lnTo>
                <a:lnTo>
                  <a:pt x="646289" y="145127"/>
                </a:lnTo>
                <a:lnTo>
                  <a:pt x="660977" y="145144"/>
                </a:lnTo>
                <a:lnTo>
                  <a:pt x="675666" y="138633"/>
                </a:lnTo>
                <a:lnTo>
                  <a:pt x="690354" y="138813"/>
                </a:lnTo>
                <a:lnTo>
                  <a:pt x="705042" y="166468"/>
                </a:lnTo>
                <a:lnTo>
                  <a:pt x="719731" y="140283"/>
                </a:lnTo>
                <a:lnTo>
                  <a:pt x="734419" y="128639"/>
                </a:lnTo>
                <a:lnTo>
                  <a:pt x="749108" y="142881"/>
                </a:lnTo>
                <a:lnTo>
                  <a:pt x="763796" y="125678"/>
                </a:lnTo>
                <a:lnTo>
                  <a:pt x="778484" y="132630"/>
                </a:lnTo>
                <a:lnTo>
                  <a:pt x="793173" y="113097"/>
                </a:lnTo>
                <a:lnTo>
                  <a:pt x="807861" y="141987"/>
                </a:lnTo>
                <a:lnTo>
                  <a:pt x="822549" y="119091"/>
                </a:lnTo>
                <a:lnTo>
                  <a:pt x="837238" y="119215"/>
                </a:lnTo>
                <a:lnTo>
                  <a:pt x="851926" y="128917"/>
                </a:lnTo>
                <a:lnTo>
                  <a:pt x="866615" y="133010"/>
                </a:lnTo>
                <a:lnTo>
                  <a:pt x="881303" y="115408"/>
                </a:lnTo>
                <a:lnTo>
                  <a:pt x="895991" y="124275"/>
                </a:lnTo>
                <a:lnTo>
                  <a:pt x="910680" y="98010"/>
                </a:lnTo>
                <a:lnTo>
                  <a:pt x="925368" y="99386"/>
                </a:lnTo>
                <a:lnTo>
                  <a:pt x="940057" y="90043"/>
                </a:lnTo>
                <a:lnTo>
                  <a:pt x="954745" y="109732"/>
                </a:lnTo>
                <a:lnTo>
                  <a:pt x="969433" y="123645"/>
                </a:lnTo>
                <a:lnTo>
                  <a:pt x="984122" y="122335"/>
                </a:lnTo>
                <a:lnTo>
                  <a:pt x="998810" y="79053"/>
                </a:lnTo>
                <a:lnTo>
                  <a:pt x="1013498" y="95048"/>
                </a:lnTo>
                <a:lnTo>
                  <a:pt x="1028187" y="76560"/>
                </a:lnTo>
                <a:lnTo>
                  <a:pt x="1042875" y="87910"/>
                </a:lnTo>
                <a:lnTo>
                  <a:pt x="1057564" y="67632"/>
                </a:lnTo>
                <a:lnTo>
                  <a:pt x="1072252" y="90723"/>
                </a:lnTo>
                <a:lnTo>
                  <a:pt x="1086940" y="95926"/>
                </a:lnTo>
                <a:lnTo>
                  <a:pt x="1101629" y="91229"/>
                </a:lnTo>
                <a:lnTo>
                  <a:pt x="1116317" y="65962"/>
                </a:lnTo>
                <a:lnTo>
                  <a:pt x="1131006" y="76968"/>
                </a:lnTo>
                <a:lnTo>
                  <a:pt x="1145694" y="91607"/>
                </a:lnTo>
                <a:lnTo>
                  <a:pt x="1160382" y="47457"/>
                </a:lnTo>
                <a:lnTo>
                  <a:pt x="1175071" y="74345"/>
                </a:lnTo>
                <a:lnTo>
                  <a:pt x="1189759" y="81532"/>
                </a:lnTo>
                <a:lnTo>
                  <a:pt x="1204447" y="38470"/>
                </a:lnTo>
                <a:lnTo>
                  <a:pt x="1219136" y="60631"/>
                </a:lnTo>
                <a:lnTo>
                  <a:pt x="1233824" y="77422"/>
                </a:lnTo>
                <a:lnTo>
                  <a:pt x="1248513" y="43811"/>
                </a:lnTo>
                <a:lnTo>
                  <a:pt x="1263201" y="72327"/>
                </a:lnTo>
                <a:lnTo>
                  <a:pt x="1277889" y="36208"/>
                </a:lnTo>
                <a:lnTo>
                  <a:pt x="1292578" y="29731"/>
                </a:lnTo>
                <a:lnTo>
                  <a:pt x="1307266" y="63641"/>
                </a:lnTo>
                <a:lnTo>
                  <a:pt x="1321955" y="24326"/>
                </a:lnTo>
                <a:lnTo>
                  <a:pt x="1336643" y="17439"/>
                </a:lnTo>
                <a:lnTo>
                  <a:pt x="1351331" y="43447"/>
                </a:lnTo>
                <a:lnTo>
                  <a:pt x="1366020" y="35460"/>
                </a:lnTo>
                <a:lnTo>
                  <a:pt x="1380708" y="30683"/>
                </a:lnTo>
                <a:lnTo>
                  <a:pt x="1395396" y="39143"/>
                </a:lnTo>
                <a:lnTo>
                  <a:pt x="1410085" y="6787"/>
                </a:lnTo>
                <a:lnTo>
                  <a:pt x="1424773" y="0"/>
                </a:lnTo>
                <a:lnTo>
                  <a:pt x="1439462" y="32039"/>
                </a:lnTo>
                <a:lnTo>
                  <a:pt x="1454150" y="8534"/>
                </a:lnTo>
              </a:path>
            </a:pathLst>
          </a:custGeom>
          <a:noFill/>
          <a:ln w="13847">
            <a:solidFill>
              <a:srgbClr val="394D93"/>
            </a:solidFill>
            <a:prstDash val="solid"/>
          </a:ln>
        </p:spPr>
      </p:sp>
      <p:sp>
        <p:nvSpPr>
          <p:cNvPr id="18" name="p11_rect_18">
            <a:extLst>
              <a:ext uri="{FF2B5EF4-FFF2-40B4-BE49-F238E27FC236}">
                <a16:creationId xmlns:a16="http://schemas.microsoft.com/office/drawing/2014/main" id="{40F34646-B5DB-4903-94EB-3FAC37BCEFAE}"/>
              </a:ext>
            </a:extLst>
          </p:cNvPr>
          <p:cNvSpPr>
            <a:spLocks/>
          </p:cNvSpPr>
          <p:nvPr/>
        </p:nvSpPr>
        <p:spPr>
          <a:xfrm>
            <a:off x="5259501" y="2055214"/>
            <a:ext cx="1243817" cy="874559"/>
          </a:xfrm>
          <a:prstGeom prst="roundRect">
            <a:avLst>
              <a:gd name="adj" fmla="val 4167"/>
            </a:avLst>
          </a:prstGeom>
          <a:solidFill>
            <a:srgbClr val="FFFFFF"/>
          </a:solidFill>
          <a:ln w="7288">
            <a:solidFill>
              <a:srgbClr val="CAD3E9"/>
            </a:solidFill>
            <a:prstDash val="solid"/>
          </a:ln>
        </p:spPr>
      </p:sp>
      <p:sp>
        <p:nvSpPr>
          <p:cNvPr id="19" name="p11_path_19">
            <a:extLst>
              <a:ext uri="{FF2B5EF4-FFF2-40B4-BE49-F238E27FC236}">
                <a16:creationId xmlns:a16="http://schemas.microsoft.com/office/drawing/2014/main" id="{B6005621-D6D1-4981-BEF4-1C27C3BD9301}"/>
              </a:ext>
            </a:extLst>
          </p:cNvPr>
          <p:cNvSpPr>
            <a:spLocks/>
          </p:cNvSpPr>
          <p:nvPr/>
        </p:nvSpPr>
        <p:spPr>
          <a:xfrm>
            <a:off x="5332380" y="2332157"/>
            <a:ext cx="729" cy="517447"/>
          </a:xfrm>
          <a:custGeom>
            <a:avLst/>
            <a:gdLst/>
            <a:ahLst/>
            <a:cxnLst/>
            <a:rect l="0" t="0" r="0" b="0"/>
            <a:pathLst>
              <a:path w="953" h="676275">
                <a:moveTo>
                  <a:pt x="0" y="0"/>
                </a:moveTo>
                <a:lnTo>
                  <a:pt x="0" y="676275"/>
                </a:lnTo>
              </a:path>
            </a:pathLst>
          </a:custGeom>
          <a:noFill/>
          <a:ln w="8746">
            <a:solidFill>
              <a:srgbClr val="8599C3"/>
            </a:solidFill>
            <a:prstDash val="solid"/>
          </a:ln>
        </p:spPr>
      </p:sp>
      <p:sp>
        <p:nvSpPr>
          <p:cNvPr id="20" name="p11_path_20">
            <a:extLst>
              <a:ext uri="{FF2B5EF4-FFF2-40B4-BE49-F238E27FC236}">
                <a16:creationId xmlns:a16="http://schemas.microsoft.com/office/drawing/2014/main" id="{5EE7BD05-8221-40C9-8678-DC284679D1B9}"/>
              </a:ext>
            </a:extLst>
          </p:cNvPr>
          <p:cNvSpPr>
            <a:spLocks/>
          </p:cNvSpPr>
          <p:nvPr/>
        </p:nvSpPr>
        <p:spPr>
          <a:xfrm>
            <a:off x="5332380" y="2849605"/>
            <a:ext cx="1112633" cy="729"/>
          </a:xfrm>
          <a:custGeom>
            <a:avLst/>
            <a:gdLst/>
            <a:ahLst/>
            <a:cxnLst/>
            <a:rect l="0" t="0" r="0" b="0"/>
            <a:pathLst>
              <a:path w="1454150" h="953">
                <a:moveTo>
                  <a:pt x="0" y="0"/>
                </a:moveTo>
                <a:lnTo>
                  <a:pt x="1454150" y="0"/>
                </a:lnTo>
              </a:path>
            </a:pathLst>
          </a:custGeom>
          <a:noFill/>
          <a:ln w="8746">
            <a:solidFill>
              <a:srgbClr val="8599C3"/>
            </a:solidFill>
            <a:prstDash val="solid"/>
          </a:ln>
        </p:spPr>
      </p:sp>
      <p:sp>
        <p:nvSpPr>
          <p:cNvPr id="21" name="p11_path_21">
            <a:extLst>
              <a:ext uri="{FF2B5EF4-FFF2-40B4-BE49-F238E27FC236}">
                <a16:creationId xmlns:a16="http://schemas.microsoft.com/office/drawing/2014/main" id="{31BFEBB2-D936-41F9-A9C2-EFD6AA5C561A}"/>
              </a:ext>
            </a:extLst>
          </p:cNvPr>
          <p:cNvSpPr>
            <a:spLocks/>
          </p:cNvSpPr>
          <p:nvPr/>
        </p:nvSpPr>
        <p:spPr>
          <a:xfrm>
            <a:off x="5376108" y="2394251"/>
            <a:ext cx="729" cy="455354"/>
          </a:xfrm>
          <a:custGeom>
            <a:avLst/>
            <a:gdLst/>
            <a:ahLst/>
            <a:cxnLst/>
            <a:rect l="0" t="0" r="0" b="0"/>
            <a:pathLst>
              <a:path w="953" h="595122">
                <a:moveTo>
                  <a:pt x="0" y="595122"/>
                </a:moveTo>
                <a:lnTo>
                  <a:pt x="0" y="0"/>
                </a:lnTo>
              </a:path>
            </a:pathLst>
          </a:custGeom>
          <a:noFill/>
          <a:ln w="29152">
            <a:solidFill>
              <a:srgbClr val="394D93"/>
            </a:solidFill>
            <a:prstDash val="solid"/>
          </a:ln>
        </p:spPr>
      </p:sp>
      <p:sp>
        <p:nvSpPr>
          <p:cNvPr id="22" name="p11_path_22">
            <a:extLst>
              <a:ext uri="{FF2B5EF4-FFF2-40B4-BE49-F238E27FC236}">
                <a16:creationId xmlns:a16="http://schemas.microsoft.com/office/drawing/2014/main" id="{3FE2FC4B-9D7D-4BD5-BBF5-F2B524A67946}"/>
              </a:ext>
            </a:extLst>
          </p:cNvPr>
          <p:cNvSpPr>
            <a:spLocks/>
          </p:cNvSpPr>
          <p:nvPr/>
        </p:nvSpPr>
        <p:spPr>
          <a:xfrm>
            <a:off x="5445648" y="2471996"/>
            <a:ext cx="729" cy="377608"/>
          </a:xfrm>
          <a:custGeom>
            <a:avLst/>
            <a:gdLst/>
            <a:ahLst/>
            <a:cxnLst/>
            <a:rect l="0" t="0" r="0" b="0"/>
            <a:pathLst>
              <a:path w="953" h="493513">
                <a:moveTo>
                  <a:pt x="0" y="493513"/>
                </a:moveTo>
                <a:lnTo>
                  <a:pt x="0" y="0"/>
                </a:lnTo>
              </a:path>
            </a:pathLst>
          </a:custGeom>
          <a:noFill/>
          <a:ln w="29152">
            <a:solidFill>
              <a:srgbClr val="394D93"/>
            </a:solidFill>
            <a:prstDash val="solid"/>
          </a:ln>
        </p:spPr>
      </p:sp>
      <p:sp>
        <p:nvSpPr>
          <p:cNvPr id="23" name="p11_path_23">
            <a:extLst>
              <a:ext uri="{FF2B5EF4-FFF2-40B4-BE49-F238E27FC236}">
                <a16:creationId xmlns:a16="http://schemas.microsoft.com/office/drawing/2014/main" id="{7550DDD4-5329-4A88-B920-83974BA79EAE}"/>
              </a:ext>
            </a:extLst>
          </p:cNvPr>
          <p:cNvSpPr>
            <a:spLocks/>
          </p:cNvSpPr>
          <p:nvPr/>
        </p:nvSpPr>
        <p:spPr>
          <a:xfrm>
            <a:off x="5515188" y="2541021"/>
            <a:ext cx="729" cy="308584"/>
          </a:xfrm>
          <a:custGeom>
            <a:avLst/>
            <a:gdLst/>
            <a:ahLst/>
            <a:cxnLst/>
            <a:rect l="0" t="0" r="0" b="0"/>
            <a:pathLst>
              <a:path w="953" h="403302">
                <a:moveTo>
                  <a:pt x="0" y="403302"/>
                </a:moveTo>
                <a:lnTo>
                  <a:pt x="0" y="0"/>
                </a:lnTo>
              </a:path>
            </a:pathLst>
          </a:custGeom>
          <a:noFill/>
          <a:ln w="29152">
            <a:solidFill>
              <a:srgbClr val="394D93"/>
            </a:solidFill>
            <a:prstDash val="solid"/>
          </a:ln>
        </p:spPr>
      </p:sp>
      <p:sp>
        <p:nvSpPr>
          <p:cNvPr id="24" name="p11_path_24">
            <a:extLst>
              <a:ext uri="{FF2B5EF4-FFF2-40B4-BE49-F238E27FC236}">
                <a16:creationId xmlns:a16="http://schemas.microsoft.com/office/drawing/2014/main" id="{E2E28DE5-3F11-40FC-89D3-A4E658F6E0C3}"/>
              </a:ext>
            </a:extLst>
          </p:cNvPr>
          <p:cNvSpPr>
            <a:spLocks/>
          </p:cNvSpPr>
          <p:nvPr/>
        </p:nvSpPr>
        <p:spPr>
          <a:xfrm>
            <a:off x="5584727" y="2601258"/>
            <a:ext cx="729" cy="248346"/>
          </a:xfrm>
          <a:custGeom>
            <a:avLst/>
            <a:gdLst/>
            <a:ahLst/>
            <a:cxnLst/>
            <a:rect l="0" t="0" r="0" b="0"/>
            <a:pathLst>
              <a:path w="953" h="324575">
                <a:moveTo>
                  <a:pt x="0" y="324575"/>
                </a:moveTo>
                <a:lnTo>
                  <a:pt x="0" y="0"/>
                </a:lnTo>
              </a:path>
            </a:pathLst>
          </a:custGeom>
          <a:noFill/>
          <a:ln w="29152">
            <a:solidFill>
              <a:srgbClr val="394D93"/>
            </a:solidFill>
            <a:prstDash val="solid"/>
          </a:ln>
        </p:spPr>
      </p:sp>
      <p:sp>
        <p:nvSpPr>
          <p:cNvPr id="25" name="p11_path_25">
            <a:extLst>
              <a:ext uri="{FF2B5EF4-FFF2-40B4-BE49-F238E27FC236}">
                <a16:creationId xmlns:a16="http://schemas.microsoft.com/office/drawing/2014/main" id="{EF612994-D0F4-4F51-A305-28B0CED90803}"/>
              </a:ext>
            </a:extLst>
          </p:cNvPr>
          <p:cNvSpPr>
            <a:spLocks/>
          </p:cNvSpPr>
          <p:nvPr/>
        </p:nvSpPr>
        <p:spPr>
          <a:xfrm>
            <a:off x="5654267" y="2653007"/>
            <a:ext cx="729" cy="196597"/>
          </a:xfrm>
          <a:custGeom>
            <a:avLst/>
            <a:gdLst/>
            <a:ahLst/>
            <a:cxnLst/>
            <a:rect l="0" t="0" r="0" b="0"/>
            <a:pathLst>
              <a:path w="953" h="256942">
                <a:moveTo>
                  <a:pt x="0" y="256942"/>
                </a:moveTo>
                <a:lnTo>
                  <a:pt x="0" y="0"/>
                </a:lnTo>
              </a:path>
            </a:pathLst>
          </a:custGeom>
          <a:noFill/>
          <a:ln w="29152">
            <a:solidFill>
              <a:srgbClr val="394D93"/>
            </a:solidFill>
            <a:prstDash val="solid"/>
          </a:ln>
        </p:spPr>
      </p:sp>
      <p:sp>
        <p:nvSpPr>
          <p:cNvPr id="26" name="p11_path_26">
            <a:extLst>
              <a:ext uri="{FF2B5EF4-FFF2-40B4-BE49-F238E27FC236}">
                <a16:creationId xmlns:a16="http://schemas.microsoft.com/office/drawing/2014/main" id="{AAACD74C-F815-4CD7-8265-0E17E37DBAC4}"/>
              </a:ext>
            </a:extLst>
          </p:cNvPr>
          <p:cNvSpPr>
            <a:spLocks/>
          </p:cNvSpPr>
          <p:nvPr/>
        </p:nvSpPr>
        <p:spPr>
          <a:xfrm>
            <a:off x="5723806" y="2696808"/>
            <a:ext cx="729" cy="152797"/>
          </a:xfrm>
          <a:custGeom>
            <a:avLst/>
            <a:gdLst/>
            <a:ahLst/>
            <a:cxnLst/>
            <a:rect l="0" t="0" r="0" b="0"/>
            <a:pathLst>
              <a:path w="953" h="199697">
                <a:moveTo>
                  <a:pt x="0" y="199697"/>
                </a:moveTo>
                <a:lnTo>
                  <a:pt x="0" y="0"/>
                </a:lnTo>
              </a:path>
            </a:pathLst>
          </a:custGeom>
          <a:noFill/>
          <a:ln w="29152">
            <a:solidFill>
              <a:srgbClr val="394D93"/>
            </a:solidFill>
            <a:prstDash val="solid"/>
          </a:ln>
        </p:spPr>
      </p:sp>
      <p:sp>
        <p:nvSpPr>
          <p:cNvPr id="27" name="p11_path_27">
            <a:extLst>
              <a:ext uri="{FF2B5EF4-FFF2-40B4-BE49-F238E27FC236}">
                <a16:creationId xmlns:a16="http://schemas.microsoft.com/office/drawing/2014/main" id="{8DC0EF45-4ADE-4869-AF15-6AE1BCA7CD25}"/>
              </a:ext>
            </a:extLst>
          </p:cNvPr>
          <p:cNvSpPr>
            <a:spLocks/>
          </p:cNvSpPr>
          <p:nvPr/>
        </p:nvSpPr>
        <p:spPr>
          <a:xfrm>
            <a:off x="5793346" y="2733348"/>
            <a:ext cx="729" cy="116256"/>
          </a:xfrm>
          <a:custGeom>
            <a:avLst/>
            <a:gdLst/>
            <a:ahLst/>
            <a:cxnLst/>
            <a:rect l="0" t="0" r="0" b="0"/>
            <a:pathLst>
              <a:path w="953" h="151941">
                <a:moveTo>
                  <a:pt x="0" y="151941"/>
                </a:moveTo>
                <a:lnTo>
                  <a:pt x="0" y="0"/>
                </a:lnTo>
              </a:path>
            </a:pathLst>
          </a:custGeom>
          <a:noFill/>
          <a:ln w="29152">
            <a:solidFill>
              <a:srgbClr val="394D93"/>
            </a:solidFill>
            <a:prstDash val="solid"/>
          </a:ln>
        </p:spPr>
      </p:sp>
      <p:sp>
        <p:nvSpPr>
          <p:cNvPr id="28" name="p11_path_28">
            <a:extLst>
              <a:ext uri="{FF2B5EF4-FFF2-40B4-BE49-F238E27FC236}">
                <a16:creationId xmlns:a16="http://schemas.microsoft.com/office/drawing/2014/main" id="{1DE4F13D-5A59-481A-B5BB-E87270E5F309}"/>
              </a:ext>
            </a:extLst>
          </p:cNvPr>
          <p:cNvSpPr>
            <a:spLocks/>
          </p:cNvSpPr>
          <p:nvPr/>
        </p:nvSpPr>
        <p:spPr>
          <a:xfrm>
            <a:off x="5862885" y="2763393"/>
            <a:ext cx="729" cy="86211"/>
          </a:xfrm>
          <a:custGeom>
            <a:avLst/>
            <a:gdLst/>
            <a:ahLst/>
            <a:cxnLst/>
            <a:rect l="0" t="0" r="0" b="0"/>
            <a:pathLst>
              <a:path w="953" h="112674">
                <a:moveTo>
                  <a:pt x="0" y="112674"/>
                </a:moveTo>
                <a:lnTo>
                  <a:pt x="0" y="0"/>
                </a:lnTo>
              </a:path>
            </a:pathLst>
          </a:custGeom>
          <a:noFill/>
          <a:ln w="29152">
            <a:solidFill>
              <a:srgbClr val="394D93"/>
            </a:solidFill>
            <a:prstDash val="solid"/>
          </a:ln>
        </p:spPr>
      </p:sp>
      <p:sp>
        <p:nvSpPr>
          <p:cNvPr id="29" name="p11_path_29">
            <a:extLst>
              <a:ext uri="{FF2B5EF4-FFF2-40B4-BE49-F238E27FC236}">
                <a16:creationId xmlns:a16="http://schemas.microsoft.com/office/drawing/2014/main" id="{3AE5A375-C9DB-4019-8ED1-72D27E52C5EB}"/>
              </a:ext>
            </a:extLst>
          </p:cNvPr>
          <p:cNvSpPr>
            <a:spLocks/>
          </p:cNvSpPr>
          <p:nvPr/>
        </p:nvSpPr>
        <p:spPr>
          <a:xfrm>
            <a:off x="5932425" y="2787730"/>
            <a:ext cx="729" cy="61875"/>
          </a:xfrm>
          <a:custGeom>
            <a:avLst/>
            <a:gdLst/>
            <a:ahLst/>
            <a:cxnLst/>
            <a:rect l="0" t="0" r="0" b="0"/>
            <a:pathLst>
              <a:path w="953" h="80867">
                <a:moveTo>
                  <a:pt x="0" y="80867"/>
                </a:moveTo>
                <a:lnTo>
                  <a:pt x="0" y="0"/>
                </a:lnTo>
              </a:path>
            </a:pathLst>
          </a:custGeom>
          <a:noFill/>
          <a:ln w="29152">
            <a:solidFill>
              <a:srgbClr val="394D93"/>
            </a:solidFill>
            <a:prstDash val="solid"/>
          </a:ln>
        </p:spPr>
      </p:sp>
      <p:sp>
        <p:nvSpPr>
          <p:cNvPr id="30" name="p11_path_30">
            <a:extLst>
              <a:ext uri="{FF2B5EF4-FFF2-40B4-BE49-F238E27FC236}">
                <a16:creationId xmlns:a16="http://schemas.microsoft.com/office/drawing/2014/main" id="{61C8F750-16E4-4435-B5E0-93218135E4EF}"/>
              </a:ext>
            </a:extLst>
          </p:cNvPr>
          <p:cNvSpPr>
            <a:spLocks/>
          </p:cNvSpPr>
          <p:nvPr/>
        </p:nvSpPr>
        <p:spPr>
          <a:xfrm>
            <a:off x="6001965" y="2807131"/>
            <a:ext cx="729" cy="42473"/>
          </a:xfrm>
          <a:custGeom>
            <a:avLst/>
            <a:gdLst/>
            <a:ahLst/>
            <a:cxnLst/>
            <a:rect l="0" t="0" r="0" b="0"/>
            <a:pathLst>
              <a:path w="953" h="55510">
                <a:moveTo>
                  <a:pt x="0" y="55510"/>
                </a:moveTo>
                <a:lnTo>
                  <a:pt x="0" y="0"/>
                </a:lnTo>
              </a:path>
            </a:pathLst>
          </a:custGeom>
          <a:noFill/>
          <a:ln w="29152">
            <a:solidFill>
              <a:srgbClr val="394D93"/>
            </a:solidFill>
            <a:prstDash val="solid"/>
          </a:ln>
        </p:spPr>
      </p:sp>
      <p:sp>
        <p:nvSpPr>
          <p:cNvPr id="31" name="p11_path_31">
            <a:extLst>
              <a:ext uri="{FF2B5EF4-FFF2-40B4-BE49-F238E27FC236}">
                <a16:creationId xmlns:a16="http://schemas.microsoft.com/office/drawing/2014/main" id="{256938B0-E05D-4BF7-BFF2-38C8B4B4B09D}"/>
              </a:ext>
            </a:extLst>
          </p:cNvPr>
          <p:cNvSpPr>
            <a:spLocks/>
          </p:cNvSpPr>
          <p:nvPr/>
        </p:nvSpPr>
        <p:spPr>
          <a:xfrm>
            <a:off x="6071504" y="2822330"/>
            <a:ext cx="729" cy="27274"/>
          </a:xfrm>
          <a:custGeom>
            <a:avLst/>
            <a:gdLst/>
            <a:ahLst/>
            <a:cxnLst/>
            <a:rect l="0" t="0" r="0" b="0"/>
            <a:pathLst>
              <a:path w="953" h="35646">
                <a:moveTo>
                  <a:pt x="0" y="35646"/>
                </a:moveTo>
                <a:lnTo>
                  <a:pt x="0" y="0"/>
                </a:lnTo>
              </a:path>
            </a:pathLst>
          </a:custGeom>
          <a:noFill/>
          <a:ln w="29152">
            <a:solidFill>
              <a:srgbClr val="394D93"/>
            </a:solidFill>
            <a:prstDash val="solid"/>
          </a:ln>
        </p:spPr>
      </p:sp>
      <p:sp>
        <p:nvSpPr>
          <p:cNvPr id="32" name="p11_path_32">
            <a:extLst>
              <a:ext uri="{FF2B5EF4-FFF2-40B4-BE49-F238E27FC236}">
                <a16:creationId xmlns:a16="http://schemas.microsoft.com/office/drawing/2014/main" id="{BCF5DBC0-C97A-4950-A626-B53B7BC00DAA}"/>
              </a:ext>
            </a:extLst>
          </p:cNvPr>
          <p:cNvSpPr>
            <a:spLocks/>
          </p:cNvSpPr>
          <p:nvPr/>
        </p:nvSpPr>
        <p:spPr>
          <a:xfrm>
            <a:off x="6141044" y="2834002"/>
            <a:ext cx="729" cy="15603"/>
          </a:xfrm>
          <a:custGeom>
            <a:avLst/>
            <a:gdLst/>
            <a:ahLst/>
            <a:cxnLst/>
            <a:rect l="0" t="0" r="0" b="0"/>
            <a:pathLst>
              <a:path w="953" h="20392">
                <a:moveTo>
                  <a:pt x="0" y="20392"/>
                </a:moveTo>
                <a:lnTo>
                  <a:pt x="0" y="0"/>
                </a:lnTo>
              </a:path>
            </a:pathLst>
          </a:custGeom>
          <a:noFill/>
          <a:ln w="29152">
            <a:solidFill>
              <a:srgbClr val="394D93"/>
            </a:solidFill>
            <a:prstDash val="solid"/>
          </a:ln>
        </p:spPr>
      </p:sp>
      <p:sp>
        <p:nvSpPr>
          <p:cNvPr id="33" name="p11_path_33">
            <a:extLst>
              <a:ext uri="{FF2B5EF4-FFF2-40B4-BE49-F238E27FC236}">
                <a16:creationId xmlns:a16="http://schemas.microsoft.com/office/drawing/2014/main" id="{895744B4-FCFE-47F7-8F60-BC0083C2D6DB}"/>
              </a:ext>
            </a:extLst>
          </p:cNvPr>
          <p:cNvSpPr>
            <a:spLocks/>
          </p:cNvSpPr>
          <p:nvPr/>
        </p:nvSpPr>
        <p:spPr>
          <a:xfrm>
            <a:off x="6210583" y="2842756"/>
            <a:ext cx="729" cy="6849"/>
          </a:xfrm>
          <a:custGeom>
            <a:avLst/>
            <a:gdLst/>
            <a:ahLst/>
            <a:cxnLst/>
            <a:rect l="0" t="0" r="0" b="0"/>
            <a:pathLst>
              <a:path w="953" h="8951">
                <a:moveTo>
                  <a:pt x="0" y="8951"/>
                </a:moveTo>
                <a:lnTo>
                  <a:pt x="0" y="0"/>
                </a:lnTo>
              </a:path>
            </a:pathLst>
          </a:custGeom>
          <a:noFill/>
          <a:ln w="29152">
            <a:solidFill>
              <a:srgbClr val="394D93"/>
            </a:solidFill>
            <a:prstDash val="solid"/>
          </a:ln>
        </p:spPr>
      </p:sp>
      <p:sp>
        <p:nvSpPr>
          <p:cNvPr id="34" name="p11_path_34">
            <a:extLst>
              <a:ext uri="{FF2B5EF4-FFF2-40B4-BE49-F238E27FC236}">
                <a16:creationId xmlns:a16="http://schemas.microsoft.com/office/drawing/2014/main" id="{382A72C4-59CF-41D3-9821-C82954E22E32}"/>
              </a:ext>
            </a:extLst>
          </p:cNvPr>
          <p:cNvSpPr>
            <a:spLocks/>
          </p:cNvSpPr>
          <p:nvPr/>
        </p:nvSpPr>
        <p:spPr>
          <a:xfrm>
            <a:off x="6280123" y="2849131"/>
            <a:ext cx="729" cy="474"/>
          </a:xfrm>
          <a:custGeom>
            <a:avLst/>
            <a:gdLst/>
            <a:ahLst/>
            <a:cxnLst/>
            <a:rect l="0" t="0" r="0" b="0"/>
            <a:pathLst>
              <a:path w="953" h="619">
                <a:moveTo>
                  <a:pt x="0" y="619"/>
                </a:moveTo>
                <a:lnTo>
                  <a:pt x="0" y="0"/>
                </a:lnTo>
              </a:path>
            </a:pathLst>
          </a:custGeom>
          <a:noFill/>
          <a:ln w="29152">
            <a:solidFill>
              <a:srgbClr val="394D93"/>
            </a:solidFill>
            <a:prstDash val="solid"/>
          </a:ln>
        </p:spPr>
      </p:sp>
      <p:sp>
        <p:nvSpPr>
          <p:cNvPr id="35" name="p11_path_35">
            <a:extLst>
              <a:ext uri="{FF2B5EF4-FFF2-40B4-BE49-F238E27FC236}">
                <a16:creationId xmlns:a16="http://schemas.microsoft.com/office/drawing/2014/main" id="{2638BBF7-C628-4A1F-98C0-6B86C1CE311D}"/>
              </a:ext>
            </a:extLst>
          </p:cNvPr>
          <p:cNvSpPr>
            <a:spLocks/>
          </p:cNvSpPr>
          <p:nvPr/>
        </p:nvSpPr>
        <p:spPr>
          <a:xfrm>
            <a:off x="6349663" y="2849605"/>
            <a:ext cx="729" cy="3993"/>
          </a:xfrm>
          <a:custGeom>
            <a:avLst/>
            <a:gdLst/>
            <a:ahLst/>
            <a:cxnLst/>
            <a:rect l="0" t="0" r="0" b="0"/>
            <a:pathLst>
              <a:path w="953" h="5219">
                <a:moveTo>
                  <a:pt x="0" y="0"/>
                </a:moveTo>
                <a:lnTo>
                  <a:pt x="0" y="5219"/>
                </a:lnTo>
              </a:path>
            </a:pathLst>
          </a:custGeom>
          <a:noFill/>
          <a:ln w="29152">
            <a:solidFill>
              <a:srgbClr val="394D93"/>
            </a:solidFill>
            <a:prstDash val="solid"/>
          </a:ln>
        </p:spPr>
      </p:sp>
      <p:sp>
        <p:nvSpPr>
          <p:cNvPr id="36" name="p11_path_36">
            <a:extLst>
              <a:ext uri="{FF2B5EF4-FFF2-40B4-BE49-F238E27FC236}">
                <a16:creationId xmlns:a16="http://schemas.microsoft.com/office/drawing/2014/main" id="{15F28D6C-096F-40B4-AA9E-3F2A7E17CF07}"/>
              </a:ext>
            </a:extLst>
          </p:cNvPr>
          <p:cNvSpPr>
            <a:spLocks/>
          </p:cNvSpPr>
          <p:nvPr/>
        </p:nvSpPr>
        <p:spPr>
          <a:xfrm>
            <a:off x="5332380" y="2766813"/>
            <a:ext cx="1112633" cy="729"/>
          </a:xfrm>
          <a:custGeom>
            <a:avLst/>
            <a:gdLst/>
            <a:ahLst/>
            <a:cxnLst/>
            <a:rect l="0" t="0" r="0" b="0"/>
            <a:pathLst>
              <a:path w="1454150" h="953">
                <a:moveTo>
                  <a:pt x="0" y="0"/>
                </a:moveTo>
                <a:lnTo>
                  <a:pt x="1454150" y="0"/>
                </a:lnTo>
              </a:path>
            </a:pathLst>
          </a:custGeom>
          <a:noFill/>
          <a:ln w="5830">
            <a:solidFill>
              <a:srgbClr val="8599C3"/>
            </a:solidFill>
            <a:prstDash val="dash"/>
          </a:ln>
        </p:spPr>
      </p:sp>
      <p:sp>
        <p:nvSpPr>
          <p:cNvPr id="37" name="p11_rect_37">
            <a:extLst>
              <a:ext uri="{FF2B5EF4-FFF2-40B4-BE49-F238E27FC236}">
                <a16:creationId xmlns:a16="http://schemas.microsoft.com/office/drawing/2014/main" id="{E608E1E3-E6F2-425B-9568-68E40A10456E}"/>
              </a:ext>
            </a:extLst>
          </p:cNvPr>
          <p:cNvSpPr>
            <a:spLocks/>
          </p:cNvSpPr>
          <p:nvPr/>
        </p:nvSpPr>
        <p:spPr>
          <a:xfrm>
            <a:off x="6561622" y="2055214"/>
            <a:ext cx="1243817" cy="874559"/>
          </a:xfrm>
          <a:prstGeom prst="roundRect">
            <a:avLst>
              <a:gd name="adj" fmla="val 4167"/>
            </a:avLst>
          </a:prstGeom>
          <a:solidFill>
            <a:srgbClr val="FFFFFF"/>
          </a:solidFill>
          <a:ln w="7288">
            <a:solidFill>
              <a:srgbClr val="CAD3E9"/>
            </a:solidFill>
            <a:prstDash val="solid"/>
          </a:ln>
        </p:spPr>
      </p:sp>
      <p:sp>
        <p:nvSpPr>
          <p:cNvPr id="38" name="p11_path_38">
            <a:extLst>
              <a:ext uri="{FF2B5EF4-FFF2-40B4-BE49-F238E27FC236}">
                <a16:creationId xmlns:a16="http://schemas.microsoft.com/office/drawing/2014/main" id="{01473B9E-F478-44B1-8D91-FD183FD1BE58}"/>
              </a:ext>
            </a:extLst>
          </p:cNvPr>
          <p:cNvSpPr>
            <a:spLocks/>
          </p:cNvSpPr>
          <p:nvPr/>
        </p:nvSpPr>
        <p:spPr>
          <a:xfrm>
            <a:off x="6634502" y="2332157"/>
            <a:ext cx="729" cy="517447"/>
          </a:xfrm>
          <a:custGeom>
            <a:avLst/>
            <a:gdLst/>
            <a:ahLst/>
            <a:cxnLst/>
            <a:rect l="0" t="0" r="0" b="0"/>
            <a:pathLst>
              <a:path w="953" h="676275">
                <a:moveTo>
                  <a:pt x="0" y="0"/>
                </a:moveTo>
                <a:lnTo>
                  <a:pt x="0" y="676275"/>
                </a:lnTo>
              </a:path>
            </a:pathLst>
          </a:custGeom>
          <a:noFill/>
          <a:ln w="8746">
            <a:solidFill>
              <a:srgbClr val="8599C3"/>
            </a:solidFill>
            <a:prstDash val="solid"/>
          </a:ln>
        </p:spPr>
      </p:sp>
      <p:sp>
        <p:nvSpPr>
          <p:cNvPr id="39" name="p11_path_39">
            <a:extLst>
              <a:ext uri="{FF2B5EF4-FFF2-40B4-BE49-F238E27FC236}">
                <a16:creationId xmlns:a16="http://schemas.microsoft.com/office/drawing/2014/main" id="{A9B9D0AD-74C9-4ECE-951D-7CD07BB35C51}"/>
              </a:ext>
            </a:extLst>
          </p:cNvPr>
          <p:cNvSpPr>
            <a:spLocks/>
          </p:cNvSpPr>
          <p:nvPr/>
        </p:nvSpPr>
        <p:spPr>
          <a:xfrm>
            <a:off x="6634502" y="2849605"/>
            <a:ext cx="1112633" cy="729"/>
          </a:xfrm>
          <a:custGeom>
            <a:avLst/>
            <a:gdLst/>
            <a:ahLst/>
            <a:cxnLst/>
            <a:rect l="0" t="0" r="0" b="0"/>
            <a:pathLst>
              <a:path w="1454150" h="953">
                <a:moveTo>
                  <a:pt x="0" y="0"/>
                </a:moveTo>
                <a:lnTo>
                  <a:pt x="1454150" y="0"/>
                </a:lnTo>
              </a:path>
            </a:pathLst>
          </a:custGeom>
          <a:noFill/>
          <a:ln w="8746">
            <a:solidFill>
              <a:srgbClr val="8599C3"/>
            </a:solidFill>
            <a:prstDash val="solid"/>
          </a:ln>
        </p:spPr>
      </p:sp>
      <p:sp>
        <p:nvSpPr>
          <p:cNvPr id="40" name="p11_path_40">
            <a:extLst>
              <a:ext uri="{FF2B5EF4-FFF2-40B4-BE49-F238E27FC236}">
                <a16:creationId xmlns:a16="http://schemas.microsoft.com/office/drawing/2014/main" id="{80897AF3-4142-4692-8BD2-E66690359734}"/>
              </a:ext>
            </a:extLst>
          </p:cNvPr>
          <p:cNvSpPr>
            <a:spLocks/>
          </p:cNvSpPr>
          <p:nvPr/>
        </p:nvSpPr>
        <p:spPr>
          <a:xfrm>
            <a:off x="6634502" y="2413274"/>
            <a:ext cx="1112633" cy="410458"/>
          </a:xfrm>
          <a:custGeom>
            <a:avLst/>
            <a:gdLst/>
            <a:ahLst/>
            <a:cxnLst/>
            <a:rect l="0" t="0" r="0" b="0"/>
            <a:pathLst>
              <a:path w="1454150" h="536445">
                <a:moveTo>
                  <a:pt x="0" y="516158"/>
                </a:moveTo>
                <a:lnTo>
                  <a:pt x="21075" y="507487"/>
                </a:lnTo>
                <a:lnTo>
                  <a:pt x="42149" y="531836"/>
                </a:lnTo>
                <a:lnTo>
                  <a:pt x="63224" y="496480"/>
                </a:lnTo>
                <a:lnTo>
                  <a:pt x="84299" y="536059"/>
                </a:lnTo>
                <a:lnTo>
                  <a:pt x="105373" y="499850"/>
                </a:lnTo>
                <a:lnTo>
                  <a:pt x="126448" y="525742"/>
                </a:lnTo>
                <a:lnTo>
                  <a:pt x="147522" y="515135"/>
                </a:lnTo>
                <a:lnTo>
                  <a:pt x="168597" y="508423"/>
                </a:lnTo>
                <a:lnTo>
                  <a:pt x="189672" y="531166"/>
                </a:lnTo>
                <a:lnTo>
                  <a:pt x="210746" y="496754"/>
                </a:lnTo>
                <a:lnTo>
                  <a:pt x="231821" y="536232"/>
                </a:lnTo>
                <a:lnTo>
                  <a:pt x="252896" y="499255"/>
                </a:lnTo>
                <a:lnTo>
                  <a:pt x="273970" y="526525"/>
                </a:lnTo>
                <a:lnTo>
                  <a:pt x="295045" y="513096"/>
                </a:lnTo>
                <a:lnTo>
                  <a:pt x="316120" y="502504"/>
                </a:lnTo>
                <a:lnTo>
                  <a:pt x="337194" y="497661"/>
                </a:lnTo>
                <a:lnTo>
                  <a:pt x="358269" y="386509"/>
                </a:lnTo>
                <a:lnTo>
                  <a:pt x="379343" y="272950"/>
                </a:lnTo>
                <a:lnTo>
                  <a:pt x="400418" y="55293"/>
                </a:lnTo>
                <a:lnTo>
                  <a:pt x="421493" y="0"/>
                </a:lnTo>
                <a:lnTo>
                  <a:pt x="442567" y="69675"/>
                </a:lnTo>
                <a:lnTo>
                  <a:pt x="463642" y="246946"/>
                </a:lnTo>
                <a:lnTo>
                  <a:pt x="484717" y="419146"/>
                </a:lnTo>
                <a:lnTo>
                  <a:pt x="505791" y="464652"/>
                </a:lnTo>
                <a:lnTo>
                  <a:pt x="526866" y="529551"/>
                </a:lnTo>
                <a:lnTo>
                  <a:pt x="547941" y="497199"/>
                </a:lnTo>
                <a:lnTo>
                  <a:pt x="569015" y="528222"/>
                </a:lnTo>
                <a:lnTo>
                  <a:pt x="590090" y="512084"/>
                </a:lnTo>
                <a:lnTo>
                  <a:pt x="611164" y="511338"/>
                </a:lnTo>
                <a:lnTo>
                  <a:pt x="632239" y="528937"/>
                </a:lnTo>
                <a:lnTo>
                  <a:pt x="653314" y="497870"/>
                </a:lnTo>
                <a:lnTo>
                  <a:pt x="674388" y="536445"/>
                </a:lnTo>
                <a:lnTo>
                  <a:pt x="695463" y="497762"/>
                </a:lnTo>
                <a:lnTo>
                  <a:pt x="716538" y="529128"/>
                </a:lnTo>
                <a:lnTo>
                  <a:pt x="737612" y="511070"/>
                </a:lnTo>
                <a:lnTo>
                  <a:pt x="758687" y="512173"/>
                </a:lnTo>
                <a:lnTo>
                  <a:pt x="779762" y="527250"/>
                </a:lnTo>
                <a:lnTo>
                  <a:pt x="800836" y="494620"/>
                </a:lnTo>
                <a:lnTo>
                  <a:pt x="821911" y="523799"/>
                </a:lnTo>
                <a:lnTo>
                  <a:pt x="842986" y="463064"/>
                </a:lnTo>
                <a:lnTo>
                  <a:pt x="864060" y="455265"/>
                </a:lnTo>
                <a:lnTo>
                  <a:pt x="885135" y="380026"/>
                </a:lnTo>
                <a:lnTo>
                  <a:pt x="906209" y="331801"/>
                </a:lnTo>
                <a:lnTo>
                  <a:pt x="927284" y="324402"/>
                </a:lnTo>
                <a:lnTo>
                  <a:pt x="948359" y="317300"/>
                </a:lnTo>
                <a:lnTo>
                  <a:pt x="969433" y="406245"/>
                </a:lnTo>
                <a:lnTo>
                  <a:pt x="990508" y="422358"/>
                </a:lnTo>
                <a:lnTo>
                  <a:pt x="1011583" y="496347"/>
                </a:lnTo>
                <a:lnTo>
                  <a:pt x="1032657" y="496527"/>
                </a:lnTo>
                <a:lnTo>
                  <a:pt x="1053732" y="510649"/>
                </a:lnTo>
                <a:lnTo>
                  <a:pt x="1074807" y="525539"/>
                </a:lnTo>
                <a:lnTo>
                  <a:pt x="1095881" y="499237"/>
                </a:lnTo>
                <a:lnTo>
                  <a:pt x="1116956" y="536170"/>
                </a:lnTo>
                <a:lnTo>
                  <a:pt x="1138030" y="496679"/>
                </a:lnTo>
                <a:lnTo>
                  <a:pt x="1159105" y="531334"/>
                </a:lnTo>
                <a:lnTo>
                  <a:pt x="1180180" y="508191"/>
                </a:lnTo>
                <a:lnTo>
                  <a:pt x="1201254" y="515386"/>
                </a:lnTo>
                <a:lnTo>
                  <a:pt x="1222329" y="525520"/>
                </a:lnTo>
                <a:lnTo>
                  <a:pt x="1243404" y="500001"/>
                </a:lnTo>
                <a:lnTo>
                  <a:pt x="1264478" y="536009"/>
                </a:lnTo>
                <a:lnTo>
                  <a:pt x="1285553" y="496421"/>
                </a:lnTo>
                <a:lnTo>
                  <a:pt x="1306628" y="531994"/>
                </a:lnTo>
                <a:lnTo>
                  <a:pt x="1327702" y="507260"/>
                </a:lnTo>
                <a:lnTo>
                  <a:pt x="1348777" y="516409"/>
                </a:lnTo>
                <a:lnTo>
                  <a:pt x="1369851" y="524600"/>
                </a:lnTo>
                <a:lnTo>
                  <a:pt x="1390926" y="500641"/>
                </a:lnTo>
                <a:lnTo>
                  <a:pt x="1412001" y="535772"/>
                </a:lnTo>
                <a:lnTo>
                  <a:pt x="1433075" y="496209"/>
                </a:lnTo>
                <a:lnTo>
                  <a:pt x="1454150" y="532613"/>
                </a:lnTo>
              </a:path>
            </a:pathLst>
          </a:custGeom>
          <a:noFill/>
          <a:ln w="13847">
            <a:solidFill>
              <a:srgbClr val="394D93"/>
            </a:solidFill>
            <a:prstDash val="solid"/>
          </a:ln>
        </p:spPr>
      </p:sp>
      <p:sp>
        <p:nvSpPr>
          <p:cNvPr id="41" name="p11_rect_41">
            <a:extLst>
              <a:ext uri="{FF2B5EF4-FFF2-40B4-BE49-F238E27FC236}">
                <a16:creationId xmlns:a16="http://schemas.microsoft.com/office/drawing/2014/main" id="{F73206F8-41D6-40B3-8A48-F79D6BB4A7B1}"/>
              </a:ext>
            </a:extLst>
          </p:cNvPr>
          <p:cNvSpPr>
            <a:spLocks/>
          </p:cNvSpPr>
          <p:nvPr/>
        </p:nvSpPr>
        <p:spPr>
          <a:xfrm>
            <a:off x="3957379" y="3126548"/>
            <a:ext cx="1282687" cy="306096"/>
          </a:xfrm>
          <a:prstGeom prst="roundRect">
            <a:avLst>
              <a:gd name="adj" fmla="val 11905"/>
            </a:avLst>
          </a:prstGeom>
          <a:gradFill>
            <a:gsLst>
              <a:gs pos="0">
                <a:srgbClr val="E5EAF8"/>
              </a:gs>
              <a:gs pos="100000">
                <a:srgbClr val="C4CEEB"/>
              </a:gs>
            </a:gsLst>
            <a:lin ang="5400000"/>
          </a:gradFill>
          <a:ln w="7288">
            <a:solidFill>
              <a:srgbClr val="8599C3"/>
            </a:solidFill>
            <a:prstDash val="solid"/>
          </a:ln>
        </p:spPr>
      </p:sp>
      <p:sp>
        <p:nvSpPr>
          <p:cNvPr id="42" name="p11_rect_42">
            <a:extLst>
              <a:ext uri="{FF2B5EF4-FFF2-40B4-BE49-F238E27FC236}">
                <a16:creationId xmlns:a16="http://schemas.microsoft.com/office/drawing/2014/main" id="{11F702C8-911F-4E4F-BDCD-78C561DF4D04}"/>
              </a:ext>
            </a:extLst>
          </p:cNvPr>
          <p:cNvSpPr>
            <a:spLocks/>
          </p:cNvSpPr>
          <p:nvPr/>
        </p:nvSpPr>
        <p:spPr>
          <a:xfrm>
            <a:off x="5305658" y="3126548"/>
            <a:ext cx="1282687" cy="306096"/>
          </a:xfrm>
          <a:prstGeom prst="roundRect">
            <a:avLst>
              <a:gd name="adj" fmla="val 11905"/>
            </a:avLst>
          </a:prstGeom>
          <a:gradFill>
            <a:gsLst>
              <a:gs pos="0">
                <a:srgbClr val="E5EAF8"/>
              </a:gs>
              <a:gs pos="100000">
                <a:srgbClr val="C4CEEB"/>
              </a:gs>
            </a:gsLst>
            <a:lin ang="5400000"/>
          </a:gradFill>
          <a:ln w="7288">
            <a:solidFill>
              <a:srgbClr val="8599C3"/>
            </a:solidFill>
            <a:prstDash val="solid"/>
          </a:ln>
        </p:spPr>
      </p:sp>
      <p:sp>
        <p:nvSpPr>
          <p:cNvPr id="43" name="p11_rect_43">
            <a:extLst>
              <a:ext uri="{FF2B5EF4-FFF2-40B4-BE49-F238E27FC236}">
                <a16:creationId xmlns:a16="http://schemas.microsoft.com/office/drawing/2014/main" id="{C41AE986-655C-4095-926C-D31568557EF9}"/>
              </a:ext>
            </a:extLst>
          </p:cNvPr>
          <p:cNvSpPr>
            <a:spLocks/>
          </p:cNvSpPr>
          <p:nvPr/>
        </p:nvSpPr>
        <p:spPr>
          <a:xfrm>
            <a:off x="6653936" y="3126548"/>
            <a:ext cx="1202519" cy="306096"/>
          </a:xfrm>
          <a:prstGeom prst="roundRect">
            <a:avLst>
              <a:gd name="adj" fmla="val 11905"/>
            </a:avLst>
          </a:prstGeom>
          <a:gradFill>
            <a:gsLst>
              <a:gs pos="0">
                <a:srgbClr val="E5EAF8"/>
              </a:gs>
              <a:gs pos="100000">
                <a:srgbClr val="C4CEEB"/>
              </a:gs>
            </a:gsLst>
            <a:lin ang="5400000"/>
          </a:gradFill>
          <a:ln w="7288">
            <a:solidFill>
              <a:srgbClr val="8599C3"/>
            </a:solidFill>
            <a:prstDash val="solid"/>
          </a:ln>
        </p:spPr>
      </p:sp>
      <p:sp>
        <p:nvSpPr>
          <p:cNvPr id="44" name="p11_rect_44">
            <a:extLst>
              <a:ext uri="{FF2B5EF4-FFF2-40B4-BE49-F238E27FC236}">
                <a16:creationId xmlns:a16="http://schemas.microsoft.com/office/drawing/2014/main" id="{1D17EA79-E417-4F37-A99E-97C8889F6C5F}"/>
              </a:ext>
            </a:extLst>
          </p:cNvPr>
          <p:cNvSpPr>
            <a:spLocks/>
          </p:cNvSpPr>
          <p:nvPr/>
        </p:nvSpPr>
        <p:spPr>
          <a:xfrm>
            <a:off x="3957379" y="3622132"/>
            <a:ext cx="962015" cy="1085911"/>
          </a:xfrm>
          <a:prstGeom prst="roundRect">
            <a:avLst>
              <a:gd name="adj" fmla="val 5303"/>
            </a:avLst>
          </a:prstGeom>
          <a:solidFill>
            <a:srgbClr val="FFFFFF"/>
          </a:solidFill>
          <a:ln w="7288">
            <a:solidFill>
              <a:srgbClr val="8599C3"/>
            </a:solidFill>
            <a:prstDash val="solid"/>
          </a:ln>
        </p:spPr>
      </p:sp>
      <p:sp>
        <p:nvSpPr>
          <p:cNvPr id="45" name="p11_rect_45">
            <a:extLst>
              <a:ext uri="{FF2B5EF4-FFF2-40B4-BE49-F238E27FC236}">
                <a16:creationId xmlns:a16="http://schemas.microsoft.com/office/drawing/2014/main" id="{8513963C-F649-4DD4-B3D8-6687CBCEE43C}"/>
              </a:ext>
            </a:extLst>
          </p:cNvPr>
          <p:cNvSpPr>
            <a:spLocks/>
          </p:cNvSpPr>
          <p:nvPr/>
        </p:nvSpPr>
        <p:spPr>
          <a:xfrm>
            <a:off x="4059411" y="4205171"/>
            <a:ext cx="94744" cy="371688"/>
          </a:xfrm>
          <a:prstGeom prst="roundRect">
            <a:avLst>
              <a:gd name="adj" fmla="val 15385"/>
            </a:avLst>
          </a:prstGeom>
          <a:gradFill>
            <a:gsLst>
              <a:gs pos="0">
                <a:srgbClr val="E5EAF8"/>
              </a:gs>
              <a:gs pos="100000">
                <a:srgbClr val="C4CEEB"/>
              </a:gs>
            </a:gsLst>
            <a:lin ang="5400000"/>
          </a:gradFill>
          <a:ln w="5830">
            <a:solidFill>
              <a:srgbClr val="394D93"/>
            </a:solidFill>
            <a:prstDash val="solid"/>
          </a:ln>
        </p:spPr>
      </p:sp>
      <p:sp>
        <p:nvSpPr>
          <p:cNvPr id="46" name="p11_rect_46">
            <a:extLst>
              <a:ext uri="{FF2B5EF4-FFF2-40B4-BE49-F238E27FC236}">
                <a16:creationId xmlns:a16="http://schemas.microsoft.com/office/drawing/2014/main" id="{03124867-30D6-4177-8B75-1A568D21E96A}"/>
              </a:ext>
            </a:extLst>
          </p:cNvPr>
          <p:cNvSpPr>
            <a:spLocks/>
          </p:cNvSpPr>
          <p:nvPr/>
        </p:nvSpPr>
        <p:spPr>
          <a:xfrm>
            <a:off x="4212459" y="4008395"/>
            <a:ext cx="94744" cy="568463"/>
          </a:xfrm>
          <a:prstGeom prst="roundRect">
            <a:avLst>
              <a:gd name="adj" fmla="val 15385"/>
            </a:avLst>
          </a:prstGeom>
          <a:gradFill>
            <a:gsLst>
              <a:gs pos="0">
                <a:srgbClr val="E5EAF8"/>
              </a:gs>
              <a:gs pos="100000">
                <a:srgbClr val="C4CEEB"/>
              </a:gs>
            </a:gsLst>
            <a:lin ang="5400000"/>
          </a:gradFill>
          <a:ln w="5830">
            <a:solidFill>
              <a:srgbClr val="394D93"/>
            </a:solidFill>
            <a:prstDash val="solid"/>
          </a:ln>
        </p:spPr>
      </p:sp>
      <p:sp>
        <p:nvSpPr>
          <p:cNvPr id="47" name="p11_rect_47">
            <a:extLst>
              <a:ext uri="{FF2B5EF4-FFF2-40B4-BE49-F238E27FC236}">
                <a16:creationId xmlns:a16="http://schemas.microsoft.com/office/drawing/2014/main" id="{17307824-870B-4E18-87DC-3C51A874E74A}"/>
              </a:ext>
            </a:extLst>
          </p:cNvPr>
          <p:cNvSpPr>
            <a:spLocks/>
          </p:cNvSpPr>
          <p:nvPr/>
        </p:nvSpPr>
        <p:spPr>
          <a:xfrm>
            <a:off x="4365507" y="4125003"/>
            <a:ext cx="94744" cy="451855"/>
          </a:xfrm>
          <a:prstGeom prst="roundRect">
            <a:avLst>
              <a:gd name="adj" fmla="val 15385"/>
            </a:avLst>
          </a:prstGeom>
          <a:gradFill>
            <a:gsLst>
              <a:gs pos="0">
                <a:srgbClr val="E5EAF8"/>
              </a:gs>
              <a:gs pos="100000">
                <a:srgbClr val="C4CEEB"/>
              </a:gs>
            </a:gsLst>
            <a:lin ang="5400000"/>
          </a:gradFill>
          <a:ln w="5830">
            <a:solidFill>
              <a:srgbClr val="394D93"/>
            </a:solidFill>
            <a:prstDash val="solid"/>
          </a:ln>
        </p:spPr>
      </p:sp>
      <p:sp>
        <p:nvSpPr>
          <p:cNvPr id="48" name="p11_rect_48">
            <a:extLst>
              <a:ext uri="{FF2B5EF4-FFF2-40B4-BE49-F238E27FC236}">
                <a16:creationId xmlns:a16="http://schemas.microsoft.com/office/drawing/2014/main" id="{A9E1C439-7BAB-4D1E-ADE6-1120F7E36614}"/>
              </a:ext>
            </a:extLst>
          </p:cNvPr>
          <p:cNvSpPr>
            <a:spLocks/>
          </p:cNvSpPr>
          <p:nvPr/>
        </p:nvSpPr>
        <p:spPr>
          <a:xfrm>
            <a:off x="4518555" y="3891787"/>
            <a:ext cx="94744" cy="685071"/>
          </a:xfrm>
          <a:prstGeom prst="roundRect">
            <a:avLst>
              <a:gd name="adj" fmla="val 15385"/>
            </a:avLst>
          </a:prstGeom>
          <a:gradFill>
            <a:gsLst>
              <a:gs pos="0">
                <a:srgbClr val="E5EAF8"/>
              </a:gs>
              <a:gs pos="100000">
                <a:srgbClr val="C4CEEB"/>
              </a:gs>
            </a:gsLst>
            <a:lin ang="5400000"/>
          </a:gradFill>
          <a:ln w="5830">
            <a:solidFill>
              <a:srgbClr val="394D93"/>
            </a:solidFill>
            <a:prstDash val="solid"/>
          </a:ln>
        </p:spPr>
      </p:sp>
      <p:sp>
        <p:nvSpPr>
          <p:cNvPr id="49" name="p11_rect_49">
            <a:extLst>
              <a:ext uri="{FF2B5EF4-FFF2-40B4-BE49-F238E27FC236}">
                <a16:creationId xmlns:a16="http://schemas.microsoft.com/office/drawing/2014/main" id="{76E72E8D-1C5B-4061-B077-40D193260A43}"/>
              </a:ext>
            </a:extLst>
          </p:cNvPr>
          <p:cNvSpPr>
            <a:spLocks/>
          </p:cNvSpPr>
          <p:nvPr/>
        </p:nvSpPr>
        <p:spPr>
          <a:xfrm>
            <a:off x="4671603" y="4073987"/>
            <a:ext cx="94744" cy="502871"/>
          </a:xfrm>
          <a:prstGeom prst="roundRect">
            <a:avLst>
              <a:gd name="adj" fmla="val 15385"/>
            </a:avLst>
          </a:prstGeom>
          <a:gradFill>
            <a:gsLst>
              <a:gs pos="0">
                <a:srgbClr val="E5EAF8"/>
              </a:gs>
              <a:gs pos="100000">
                <a:srgbClr val="C4CEEB"/>
              </a:gs>
            </a:gsLst>
            <a:lin ang="5400000"/>
          </a:gradFill>
          <a:ln w="5830">
            <a:solidFill>
              <a:srgbClr val="394D93"/>
            </a:solidFill>
            <a:prstDash val="solid"/>
          </a:ln>
        </p:spPr>
      </p:sp>
      <p:sp>
        <p:nvSpPr>
          <p:cNvPr id="50" name="p11_path_50">
            <a:extLst>
              <a:ext uri="{FF2B5EF4-FFF2-40B4-BE49-F238E27FC236}">
                <a16:creationId xmlns:a16="http://schemas.microsoft.com/office/drawing/2014/main" id="{90AFCE00-6632-43B3-89B7-8CAE3DAC3651}"/>
              </a:ext>
            </a:extLst>
          </p:cNvPr>
          <p:cNvSpPr>
            <a:spLocks/>
          </p:cNvSpPr>
          <p:nvPr/>
        </p:nvSpPr>
        <p:spPr>
          <a:xfrm>
            <a:off x="4977698" y="4168731"/>
            <a:ext cx="247792" cy="729"/>
          </a:xfrm>
          <a:custGeom>
            <a:avLst/>
            <a:gdLst/>
            <a:ahLst/>
            <a:cxnLst/>
            <a:rect l="0" t="0" r="0" b="0"/>
            <a:pathLst>
              <a:path w="323850" h="953">
                <a:moveTo>
                  <a:pt x="0" y="0"/>
                </a:moveTo>
                <a:lnTo>
                  <a:pt x="323850" y="0"/>
                </a:lnTo>
              </a:path>
            </a:pathLst>
          </a:custGeom>
          <a:noFill/>
          <a:ln w="13118">
            <a:solidFill>
              <a:srgbClr val="394D93"/>
            </a:solidFill>
            <a:prstDash val="solid"/>
          </a:ln>
        </p:spPr>
      </p:sp>
      <p:sp>
        <p:nvSpPr>
          <p:cNvPr id="51" name="p11_path_51">
            <a:extLst>
              <a:ext uri="{FF2B5EF4-FFF2-40B4-BE49-F238E27FC236}">
                <a16:creationId xmlns:a16="http://schemas.microsoft.com/office/drawing/2014/main" id="{B99C8363-1E75-4DF9-8A2F-38AE98A6E011}"/>
              </a:ext>
            </a:extLst>
          </p:cNvPr>
          <p:cNvSpPr>
            <a:spLocks/>
          </p:cNvSpPr>
          <p:nvPr/>
        </p:nvSpPr>
        <p:spPr>
          <a:xfrm>
            <a:off x="5138034" y="413025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52" name="p11_rect_52">
            <a:extLst>
              <a:ext uri="{FF2B5EF4-FFF2-40B4-BE49-F238E27FC236}">
                <a16:creationId xmlns:a16="http://schemas.microsoft.com/office/drawing/2014/main" id="{C0195372-348B-43A4-8F4E-B5B91F919B23}"/>
              </a:ext>
            </a:extLst>
          </p:cNvPr>
          <p:cNvSpPr>
            <a:spLocks/>
          </p:cNvSpPr>
          <p:nvPr/>
        </p:nvSpPr>
        <p:spPr>
          <a:xfrm>
            <a:off x="5291082" y="3622132"/>
            <a:ext cx="2077078" cy="1085911"/>
          </a:xfrm>
          <a:prstGeom prst="roundRect">
            <a:avLst>
              <a:gd name="adj" fmla="val 4698"/>
            </a:avLst>
          </a:prstGeom>
          <a:solidFill>
            <a:srgbClr val="FFFFFF"/>
          </a:solidFill>
          <a:ln w="7288">
            <a:solidFill>
              <a:srgbClr val="8599C3"/>
            </a:solidFill>
            <a:prstDash val="solid"/>
          </a:ln>
        </p:spPr>
      </p:sp>
      <p:sp>
        <p:nvSpPr>
          <p:cNvPr id="53" name="p11_path_53">
            <a:extLst>
              <a:ext uri="{FF2B5EF4-FFF2-40B4-BE49-F238E27FC236}">
                <a16:creationId xmlns:a16="http://schemas.microsoft.com/office/drawing/2014/main" id="{1F36A7F8-A86C-4CE2-94DC-1A1CB1FF7573}"/>
              </a:ext>
            </a:extLst>
          </p:cNvPr>
          <p:cNvSpPr>
            <a:spLocks/>
          </p:cNvSpPr>
          <p:nvPr/>
        </p:nvSpPr>
        <p:spPr>
          <a:xfrm>
            <a:off x="5551020" y="4040462"/>
            <a:ext cx="136043" cy="180742"/>
          </a:xfrm>
          <a:custGeom>
            <a:avLst/>
            <a:gdLst/>
            <a:ahLst/>
            <a:cxnLst/>
            <a:rect l="0" t="0" r="0" b="0"/>
            <a:pathLst>
              <a:path w="177800" h="236220">
                <a:moveTo>
                  <a:pt x="177800" y="0"/>
                </a:moveTo>
                <a:lnTo>
                  <a:pt x="0" y="236220"/>
                </a:lnTo>
              </a:path>
            </a:pathLst>
          </a:custGeom>
          <a:noFill/>
          <a:ln w="10932">
            <a:solidFill>
              <a:srgbClr val="394D93"/>
            </a:solidFill>
            <a:prstDash val="solid"/>
          </a:ln>
        </p:spPr>
      </p:sp>
      <p:sp>
        <p:nvSpPr>
          <p:cNvPr id="54" name="p11_path_54">
            <a:extLst>
              <a:ext uri="{FF2B5EF4-FFF2-40B4-BE49-F238E27FC236}">
                <a16:creationId xmlns:a16="http://schemas.microsoft.com/office/drawing/2014/main" id="{B49F116B-9238-46E4-BF33-BFCFF526F04C}"/>
              </a:ext>
            </a:extLst>
          </p:cNvPr>
          <p:cNvSpPr>
            <a:spLocks/>
          </p:cNvSpPr>
          <p:nvPr/>
        </p:nvSpPr>
        <p:spPr>
          <a:xfrm>
            <a:off x="5687063" y="4040462"/>
            <a:ext cx="157809" cy="180742"/>
          </a:xfrm>
          <a:custGeom>
            <a:avLst/>
            <a:gdLst/>
            <a:ahLst/>
            <a:cxnLst/>
            <a:rect l="0" t="0" r="0" b="0"/>
            <a:pathLst>
              <a:path w="206248" h="236220">
                <a:moveTo>
                  <a:pt x="0" y="0"/>
                </a:moveTo>
                <a:lnTo>
                  <a:pt x="206248" y="236220"/>
                </a:lnTo>
              </a:path>
            </a:pathLst>
          </a:custGeom>
          <a:noFill/>
          <a:ln w="10932">
            <a:solidFill>
              <a:srgbClr val="394D93"/>
            </a:solidFill>
            <a:prstDash val="solid"/>
          </a:ln>
        </p:spPr>
      </p:sp>
      <p:sp>
        <p:nvSpPr>
          <p:cNvPr id="55" name="p11_path_55">
            <a:extLst>
              <a:ext uri="{FF2B5EF4-FFF2-40B4-BE49-F238E27FC236}">
                <a16:creationId xmlns:a16="http://schemas.microsoft.com/office/drawing/2014/main" id="{3568049A-E638-49FB-8C48-4D40D8E59152}"/>
              </a:ext>
            </a:extLst>
          </p:cNvPr>
          <p:cNvSpPr>
            <a:spLocks/>
          </p:cNvSpPr>
          <p:nvPr/>
        </p:nvSpPr>
        <p:spPr>
          <a:xfrm>
            <a:off x="5458511" y="4221205"/>
            <a:ext cx="92509" cy="198233"/>
          </a:xfrm>
          <a:custGeom>
            <a:avLst/>
            <a:gdLst/>
            <a:ahLst/>
            <a:cxnLst/>
            <a:rect l="0" t="0" r="0" b="0"/>
            <a:pathLst>
              <a:path w="120904" h="259080">
                <a:moveTo>
                  <a:pt x="120904" y="0"/>
                </a:moveTo>
                <a:lnTo>
                  <a:pt x="0" y="259080"/>
                </a:lnTo>
              </a:path>
            </a:pathLst>
          </a:custGeom>
          <a:noFill/>
          <a:ln w="10932">
            <a:solidFill>
              <a:srgbClr val="394D93"/>
            </a:solidFill>
            <a:prstDash val="solid"/>
          </a:ln>
        </p:spPr>
      </p:sp>
      <p:sp>
        <p:nvSpPr>
          <p:cNvPr id="56" name="p11_path_56">
            <a:extLst>
              <a:ext uri="{FF2B5EF4-FFF2-40B4-BE49-F238E27FC236}">
                <a16:creationId xmlns:a16="http://schemas.microsoft.com/office/drawing/2014/main" id="{82A9AC74-AA70-4248-8E6F-1A74744B3D86}"/>
              </a:ext>
            </a:extLst>
          </p:cNvPr>
          <p:cNvSpPr>
            <a:spLocks/>
          </p:cNvSpPr>
          <p:nvPr/>
        </p:nvSpPr>
        <p:spPr>
          <a:xfrm>
            <a:off x="5551020" y="4221205"/>
            <a:ext cx="76184" cy="198233"/>
          </a:xfrm>
          <a:custGeom>
            <a:avLst/>
            <a:gdLst/>
            <a:ahLst/>
            <a:cxnLst/>
            <a:rect l="0" t="0" r="0" b="0"/>
            <a:pathLst>
              <a:path w="99568" h="259080">
                <a:moveTo>
                  <a:pt x="0" y="0"/>
                </a:moveTo>
                <a:lnTo>
                  <a:pt x="99568" y="259080"/>
                </a:lnTo>
              </a:path>
            </a:pathLst>
          </a:custGeom>
          <a:noFill/>
          <a:ln w="10932">
            <a:solidFill>
              <a:srgbClr val="394D93"/>
            </a:solidFill>
            <a:prstDash val="solid"/>
          </a:ln>
        </p:spPr>
      </p:sp>
      <p:sp>
        <p:nvSpPr>
          <p:cNvPr id="57" name="p11_path_57">
            <a:extLst>
              <a:ext uri="{FF2B5EF4-FFF2-40B4-BE49-F238E27FC236}">
                <a16:creationId xmlns:a16="http://schemas.microsoft.com/office/drawing/2014/main" id="{4F37CA53-6869-4E4A-902B-C50006795A8D}"/>
              </a:ext>
            </a:extLst>
          </p:cNvPr>
          <p:cNvSpPr>
            <a:spLocks/>
          </p:cNvSpPr>
          <p:nvPr/>
        </p:nvSpPr>
        <p:spPr>
          <a:xfrm>
            <a:off x="5779572" y="4221205"/>
            <a:ext cx="65300" cy="198233"/>
          </a:xfrm>
          <a:custGeom>
            <a:avLst/>
            <a:gdLst/>
            <a:ahLst/>
            <a:cxnLst/>
            <a:rect l="0" t="0" r="0" b="0"/>
            <a:pathLst>
              <a:path w="85344" h="259080">
                <a:moveTo>
                  <a:pt x="85344" y="0"/>
                </a:moveTo>
                <a:lnTo>
                  <a:pt x="0" y="259080"/>
                </a:lnTo>
              </a:path>
            </a:pathLst>
          </a:custGeom>
          <a:noFill/>
          <a:ln w="10932">
            <a:solidFill>
              <a:srgbClr val="394D93"/>
            </a:solidFill>
            <a:prstDash val="solid"/>
          </a:ln>
        </p:spPr>
      </p:sp>
      <p:sp>
        <p:nvSpPr>
          <p:cNvPr id="58" name="p11_path_58">
            <a:extLst>
              <a:ext uri="{FF2B5EF4-FFF2-40B4-BE49-F238E27FC236}">
                <a16:creationId xmlns:a16="http://schemas.microsoft.com/office/drawing/2014/main" id="{41ED2392-389F-408D-9A2A-92DED882A7D7}"/>
              </a:ext>
            </a:extLst>
          </p:cNvPr>
          <p:cNvSpPr>
            <a:spLocks/>
          </p:cNvSpPr>
          <p:nvPr/>
        </p:nvSpPr>
        <p:spPr>
          <a:xfrm>
            <a:off x="5844872" y="4221205"/>
            <a:ext cx="76184" cy="198233"/>
          </a:xfrm>
          <a:custGeom>
            <a:avLst/>
            <a:gdLst/>
            <a:ahLst/>
            <a:cxnLst/>
            <a:rect l="0" t="0" r="0" b="0"/>
            <a:pathLst>
              <a:path w="99568" h="259080">
                <a:moveTo>
                  <a:pt x="0" y="0"/>
                </a:moveTo>
                <a:lnTo>
                  <a:pt x="99568" y="259080"/>
                </a:lnTo>
              </a:path>
            </a:pathLst>
          </a:custGeom>
          <a:noFill/>
          <a:ln w="10932">
            <a:solidFill>
              <a:srgbClr val="394D93"/>
            </a:solidFill>
            <a:prstDash val="solid"/>
          </a:ln>
        </p:spPr>
      </p:sp>
      <p:sp>
        <p:nvSpPr>
          <p:cNvPr id="59" name="p11_path_59">
            <a:extLst>
              <a:ext uri="{FF2B5EF4-FFF2-40B4-BE49-F238E27FC236}">
                <a16:creationId xmlns:a16="http://schemas.microsoft.com/office/drawing/2014/main" id="{6BB4B659-118C-4892-B6D4-DDC480C6AA5B}"/>
              </a:ext>
            </a:extLst>
          </p:cNvPr>
          <p:cNvSpPr>
            <a:spLocks/>
          </p:cNvSpPr>
          <p:nvPr/>
        </p:nvSpPr>
        <p:spPr>
          <a:xfrm>
            <a:off x="5561904" y="4419438"/>
            <a:ext cx="65300" cy="157421"/>
          </a:xfrm>
          <a:custGeom>
            <a:avLst/>
            <a:gdLst/>
            <a:ahLst/>
            <a:cxnLst/>
            <a:rect l="0" t="0" r="0" b="0"/>
            <a:pathLst>
              <a:path w="85344" h="205740">
                <a:moveTo>
                  <a:pt x="85344" y="0"/>
                </a:moveTo>
                <a:lnTo>
                  <a:pt x="0" y="205740"/>
                </a:lnTo>
              </a:path>
            </a:pathLst>
          </a:custGeom>
          <a:noFill/>
          <a:ln w="10932">
            <a:solidFill>
              <a:srgbClr val="394D93"/>
            </a:solidFill>
            <a:prstDash val="solid"/>
          </a:ln>
        </p:spPr>
      </p:sp>
      <p:sp>
        <p:nvSpPr>
          <p:cNvPr id="60" name="p11_path_60">
            <a:extLst>
              <a:ext uri="{FF2B5EF4-FFF2-40B4-BE49-F238E27FC236}">
                <a16:creationId xmlns:a16="http://schemas.microsoft.com/office/drawing/2014/main" id="{A6066778-9504-4A94-A498-03C6E74A088D}"/>
              </a:ext>
            </a:extLst>
          </p:cNvPr>
          <p:cNvSpPr>
            <a:spLocks/>
          </p:cNvSpPr>
          <p:nvPr/>
        </p:nvSpPr>
        <p:spPr>
          <a:xfrm>
            <a:off x="5627204" y="4419438"/>
            <a:ext cx="59859" cy="157421"/>
          </a:xfrm>
          <a:custGeom>
            <a:avLst/>
            <a:gdLst/>
            <a:ahLst/>
            <a:cxnLst/>
            <a:rect l="0" t="0" r="0" b="0"/>
            <a:pathLst>
              <a:path w="78232" h="205740">
                <a:moveTo>
                  <a:pt x="0" y="0"/>
                </a:moveTo>
                <a:lnTo>
                  <a:pt x="78232" y="205740"/>
                </a:lnTo>
              </a:path>
            </a:pathLst>
          </a:custGeom>
          <a:noFill/>
          <a:ln w="10932">
            <a:solidFill>
              <a:srgbClr val="394D93"/>
            </a:solidFill>
            <a:prstDash val="solid"/>
          </a:ln>
        </p:spPr>
      </p:sp>
      <p:sp>
        <p:nvSpPr>
          <p:cNvPr id="61" name="p11_ellipse_61">
            <a:extLst>
              <a:ext uri="{FF2B5EF4-FFF2-40B4-BE49-F238E27FC236}">
                <a16:creationId xmlns:a16="http://schemas.microsoft.com/office/drawing/2014/main" id="{5D79ACF1-2E4C-4078-A827-C227E7EF30A0}"/>
              </a:ext>
            </a:extLst>
          </p:cNvPr>
          <p:cNvSpPr>
            <a:spLocks/>
          </p:cNvSpPr>
          <p:nvPr/>
        </p:nvSpPr>
        <p:spPr>
          <a:xfrm>
            <a:off x="5657911" y="4011311"/>
            <a:ext cx="58304" cy="58304"/>
          </a:xfrm>
          <a:prstGeom prst="ellipse">
            <a:avLst/>
          </a:prstGeom>
          <a:solidFill>
            <a:srgbClr val="CAD4EF"/>
          </a:solidFill>
          <a:ln w="9474">
            <a:solidFill>
              <a:srgbClr val="394D93"/>
            </a:solidFill>
            <a:prstDash val="solid"/>
          </a:ln>
        </p:spPr>
      </p:sp>
      <p:sp>
        <p:nvSpPr>
          <p:cNvPr id="62" name="p11_ellipse_62">
            <a:extLst>
              <a:ext uri="{FF2B5EF4-FFF2-40B4-BE49-F238E27FC236}">
                <a16:creationId xmlns:a16="http://schemas.microsoft.com/office/drawing/2014/main" id="{5F038633-6DC4-4ABE-942C-7D6E8271091A}"/>
              </a:ext>
            </a:extLst>
          </p:cNvPr>
          <p:cNvSpPr>
            <a:spLocks/>
          </p:cNvSpPr>
          <p:nvPr/>
        </p:nvSpPr>
        <p:spPr>
          <a:xfrm>
            <a:off x="5521868" y="4192053"/>
            <a:ext cx="58304" cy="58304"/>
          </a:xfrm>
          <a:prstGeom prst="ellipse">
            <a:avLst/>
          </a:prstGeom>
          <a:solidFill>
            <a:srgbClr val="CAD4EF"/>
          </a:solidFill>
          <a:ln w="9474">
            <a:solidFill>
              <a:srgbClr val="394D93"/>
            </a:solidFill>
            <a:prstDash val="solid"/>
          </a:ln>
        </p:spPr>
      </p:sp>
      <p:sp>
        <p:nvSpPr>
          <p:cNvPr id="63" name="p11_ellipse_63">
            <a:extLst>
              <a:ext uri="{FF2B5EF4-FFF2-40B4-BE49-F238E27FC236}">
                <a16:creationId xmlns:a16="http://schemas.microsoft.com/office/drawing/2014/main" id="{8A900290-BE44-47DD-B8AB-7DDE28D31790}"/>
              </a:ext>
            </a:extLst>
          </p:cNvPr>
          <p:cNvSpPr>
            <a:spLocks/>
          </p:cNvSpPr>
          <p:nvPr/>
        </p:nvSpPr>
        <p:spPr>
          <a:xfrm>
            <a:off x="5815720" y="4192053"/>
            <a:ext cx="58304" cy="58304"/>
          </a:xfrm>
          <a:prstGeom prst="ellipse">
            <a:avLst/>
          </a:prstGeom>
          <a:solidFill>
            <a:srgbClr val="CAD4EF"/>
          </a:solidFill>
          <a:ln w="9474">
            <a:solidFill>
              <a:srgbClr val="394D93"/>
            </a:solidFill>
            <a:prstDash val="solid"/>
          </a:ln>
        </p:spPr>
      </p:sp>
      <p:sp>
        <p:nvSpPr>
          <p:cNvPr id="64" name="p11_ellipse_64">
            <a:extLst>
              <a:ext uri="{FF2B5EF4-FFF2-40B4-BE49-F238E27FC236}">
                <a16:creationId xmlns:a16="http://schemas.microsoft.com/office/drawing/2014/main" id="{207DA349-D58D-4638-A5AD-0986D7731AD8}"/>
              </a:ext>
            </a:extLst>
          </p:cNvPr>
          <p:cNvSpPr>
            <a:spLocks/>
          </p:cNvSpPr>
          <p:nvPr/>
        </p:nvSpPr>
        <p:spPr>
          <a:xfrm>
            <a:off x="5429359" y="4390286"/>
            <a:ext cx="58304" cy="58304"/>
          </a:xfrm>
          <a:prstGeom prst="ellipse">
            <a:avLst/>
          </a:prstGeom>
          <a:solidFill>
            <a:srgbClr val="CAD4EF"/>
          </a:solidFill>
          <a:ln w="9474">
            <a:solidFill>
              <a:srgbClr val="394D93"/>
            </a:solidFill>
            <a:prstDash val="solid"/>
          </a:ln>
        </p:spPr>
      </p:sp>
      <p:sp>
        <p:nvSpPr>
          <p:cNvPr id="65" name="p11_ellipse_65">
            <a:extLst>
              <a:ext uri="{FF2B5EF4-FFF2-40B4-BE49-F238E27FC236}">
                <a16:creationId xmlns:a16="http://schemas.microsoft.com/office/drawing/2014/main" id="{0707E2AC-7FDF-46C0-AA13-B02296B9DEFF}"/>
              </a:ext>
            </a:extLst>
          </p:cNvPr>
          <p:cNvSpPr>
            <a:spLocks/>
          </p:cNvSpPr>
          <p:nvPr/>
        </p:nvSpPr>
        <p:spPr>
          <a:xfrm>
            <a:off x="5598052" y="4390286"/>
            <a:ext cx="58304" cy="58304"/>
          </a:xfrm>
          <a:prstGeom prst="ellipse">
            <a:avLst/>
          </a:prstGeom>
          <a:solidFill>
            <a:srgbClr val="CAD4EF"/>
          </a:solidFill>
          <a:ln w="9474">
            <a:solidFill>
              <a:srgbClr val="394D93"/>
            </a:solidFill>
            <a:prstDash val="solid"/>
          </a:ln>
        </p:spPr>
      </p:sp>
      <p:sp>
        <p:nvSpPr>
          <p:cNvPr id="66" name="p11_ellipse_66">
            <a:extLst>
              <a:ext uri="{FF2B5EF4-FFF2-40B4-BE49-F238E27FC236}">
                <a16:creationId xmlns:a16="http://schemas.microsoft.com/office/drawing/2014/main" id="{D52B0F13-EF63-4657-98CC-CBB8D0615AE8}"/>
              </a:ext>
            </a:extLst>
          </p:cNvPr>
          <p:cNvSpPr>
            <a:spLocks/>
          </p:cNvSpPr>
          <p:nvPr/>
        </p:nvSpPr>
        <p:spPr>
          <a:xfrm>
            <a:off x="5750420" y="4390286"/>
            <a:ext cx="58304" cy="58304"/>
          </a:xfrm>
          <a:prstGeom prst="ellipse">
            <a:avLst/>
          </a:prstGeom>
          <a:solidFill>
            <a:srgbClr val="FFFFFF"/>
          </a:solidFill>
          <a:ln w="9474">
            <a:solidFill>
              <a:srgbClr val="394D93"/>
            </a:solidFill>
            <a:prstDash val="solid"/>
          </a:ln>
        </p:spPr>
      </p:sp>
      <p:sp>
        <p:nvSpPr>
          <p:cNvPr id="67" name="p11_ellipse_67">
            <a:extLst>
              <a:ext uri="{FF2B5EF4-FFF2-40B4-BE49-F238E27FC236}">
                <a16:creationId xmlns:a16="http://schemas.microsoft.com/office/drawing/2014/main" id="{B2DF54A9-62F3-4C9B-9E55-DC06107EEDEB}"/>
              </a:ext>
            </a:extLst>
          </p:cNvPr>
          <p:cNvSpPr>
            <a:spLocks/>
          </p:cNvSpPr>
          <p:nvPr/>
        </p:nvSpPr>
        <p:spPr>
          <a:xfrm>
            <a:off x="5891904" y="4390286"/>
            <a:ext cx="58304" cy="58304"/>
          </a:xfrm>
          <a:prstGeom prst="ellipse">
            <a:avLst/>
          </a:prstGeom>
          <a:solidFill>
            <a:srgbClr val="FFFFFF"/>
          </a:solidFill>
          <a:ln w="9474">
            <a:solidFill>
              <a:srgbClr val="394D93"/>
            </a:solidFill>
            <a:prstDash val="solid"/>
          </a:ln>
        </p:spPr>
      </p:sp>
      <p:sp>
        <p:nvSpPr>
          <p:cNvPr id="68" name="p11_ellipse_68">
            <a:extLst>
              <a:ext uri="{FF2B5EF4-FFF2-40B4-BE49-F238E27FC236}">
                <a16:creationId xmlns:a16="http://schemas.microsoft.com/office/drawing/2014/main" id="{F34E4777-610D-4BE0-B8F7-457E4F0E2D4E}"/>
              </a:ext>
            </a:extLst>
          </p:cNvPr>
          <p:cNvSpPr>
            <a:spLocks/>
          </p:cNvSpPr>
          <p:nvPr/>
        </p:nvSpPr>
        <p:spPr>
          <a:xfrm>
            <a:off x="5532752" y="4547707"/>
            <a:ext cx="58304" cy="58304"/>
          </a:xfrm>
          <a:prstGeom prst="ellipse">
            <a:avLst/>
          </a:prstGeom>
          <a:solidFill>
            <a:srgbClr val="FFFFFF"/>
          </a:solidFill>
          <a:ln w="9474">
            <a:solidFill>
              <a:srgbClr val="394D93"/>
            </a:solidFill>
            <a:prstDash val="solid"/>
          </a:ln>
        </p:spPr>
      </p:sp>
      <p:sp>
        <p:nvSpPr>
          <p:cNvPr id="69" name="p11_ellipse_69">
            <a:extLst>
              <a:ext uri="{FF2B5EF4-FFF2-40B4-BE49-F238E27FC236}">
                <a16:creationId xmlns:a16="http://schemas.microsoft.com/office/drawing/2014/main" id="{36E756F1-CE9A-4A89-AD8C-CE66DCFF67C0}"/>
              </a:ext>
            </a:extLst>
          </p:cNvPr>
          <p:cNvSpPr>
            <a:spLocks/>
          </p:cNvSpPr>
          <p:nvPr/>
        </p:nvSpPr>
        <p:spPr>
          <a:xfrm>
            <a:off x="5657911" y="4547707"/>
            <a:ext cx="58304" cy="58304"/>
          </a:xfrm>
          <a:prstGeom prst="ellipse">
            <a:avLst/>
          </a:prstGeom>
          <a:solidFill>
            <a:srgbClr val="FFFFFF"/>
          </a:solidFill>
          <a:ln w="9474">
            <a:solidFill>
              <a:srgbClr val="394D93"/>
            </a:solidFill>
            <a:prstDash val="solid"/>
          </a:ln>
        </p:spPr>
      </p:sp>
      <p:sp>
        <p:nvSpPr>
          <p:cNvPr id="70" name="p11_path_70">
            <a:extLst>
              <a:ext uri="{FF2B5EF4-FFF2-40B4-BE49-F238E27FC236}">
                <a16:creationId xmlns:a16="http://schemas.microsoft.com/office/drawing/2014/main" id="{A498B282-0F3F-47F1-955C-EA0B89A791B0}"/>
              </a:ext>
            </a:extLst>
          </p:cNvPr>
          <p:cNvSpPr>
            <a:spLocks/>
          </p:cNvSpPr>
          <p:nvPr/>
        </p:nvSpPr>
        <p:spPr>
          <a:xfrm>
            <a:off x="6109961" y="4040462"/>
            <a:ext cx="168693" cy="180742"/>
          </a:xfrm>
          <a:custGeom>
            <a:avLst/>
            <a:gdLst/>
            <a:ahLst/>
            <a:cxnLst/>
            <a:rect l="0" t="0" r="0" b="0"/>
            <a:pathLst>
              <a:path w="220472" h="236220">
                <a:moveTo>
                  <a:pt x="220472" y="0"/>
                </a:moveTo>
                <a:lnTo>
                  <a:pt x="0" y="236220"/>
                </a:lnTo>
              </a:path>
            </a:pathLst>
          </a:custGeom>
          <a:noFill/>
          <a:ln w="10932">
            <a:solidFill>
              <a:srgbClr val="394D93"/>
            </a:solidFill>
            <a:prstDash val="solid"/>
          </a:ln>
        </p:spPr>
      </p:sp>
      <p:sp>
        <p:nvSpPr>
          <p:cNvPr id="71" name="p11_path_71">
            <a:extLst>
              <a:ext uri="{FF2B5EF4-FFF2-40B4-BE49-F238E27FC236}">
                <a16:creationId xmlns:a16="http://schemas.microsoft.com/office/drawing/2014/main" id="{F9B81608-9EE8-43CE-8DDD-8B4FF6A43596}"/>
              </a:ext>
            </a:extLst>
          </p:cNvPr>
          <p:cNvSpPr>
            <a:spLocks/>
          </p:cNvSpPr>
          <p:nvPr/>
        </p:nvSpPr>
        <p:spPr>
          <a:xfrm>
            <a:off x="6278653" y="4040462"/>
            <a:ext cx="136043" cy="180742"/>
          </a:xfrm>
          <a:custGeom>
            <a:avLst/>
            <a:gdLst/>
            <a:ahLst/>
            <a:cxnLst/>
            <a:rect l="0" t="0" r="0" b="0"/>
            <a:pathLst>
              <a:path w="177800" h="236220">
                <a:moveTo>
                  <a:pt x="0" y="0"/>
                </a:moveTo>
                <a:lnTo>
                  <a:pt x="177800" y="236220"/>
                </a:lnTo>
              </a:path>
            </a:pathLst>
          </a:custGeom>
          <a:noFill/>
          <a:ln w="10932">
            <a:solidFill>
              <a:srgbClr val="394D93"/>
            </a:solidFill>
            <a:prstDash val="solid"/>
          </a:ln>
        </p:spPr>
      </p:sp>
      <p:sp>
        <p:nvSpPr>
          <p:cNvPr id="72" name="p11_path_72">
            <a:extLst>
              <a:ext uri="{FF2B5EF4-FFF2-40B4-BE49-F238E27FC236}">
                <a16:creationId xmlns:a16="http://schemas.microsoft.com/office/drawing/2014/main" id="{1892BCA4-50B8-4B94-A2EF-5A17850D7D2F}"/>
              </a:ext>
            </a:extLst>
          </p:cNvPr>
          <p:cNvSpPr>
            <a:spLocks/>
          </p:cNvSpPr>
          <p:nvPr/>
        </p:nvSpPr>
        <p:spPr>
          <a:xfrm>
            <a:off x="6039218" y="4221205"/>
            <a:ext cx="70742" cy="215725"/>
          </a:xfrm>
          <a:custGeom>
            <a:avLst/>
            <a:gdLst/>
            <a:ahLst/>
            <a:cxnLst/>
            <a:rect l="0" t="0" r="0" b="0"/>
            <a:pathLst>
              <a:path w="92456" h="281940">
                <a:moveTo>
                  <a:pt x="92456" y="0"/>
                </a:moveTo>
                <a:lnTo>
                  <a:pt x="0" y="281940"/>
                </a:lnTo>
              </a:path>
            </a:pathLst>
          </a:custGeom>
          <a:noFill/>
          <a:ln w="10932">
            <a:solidFill>
              <a:srgbClr val="394D93"/>
            </a:solidFill>
            <a:prstDash val="solid"/>
          </a:ln>
        </p:spPr>
      </p:sp>
      <p:sp>
        <p:nvSpPr>
          <p:cNvPr id="73" name="p11_path_73">
            <a:extLst>
              <a:ext uri="{FF2B5EF4-FFF2-40B4-BE49-F238E27FC236}">
                <a16:creationId xmlns:a16="http://schemas.microsoft.com/office/drawing/2014/main" id="{F3F336FE-C335-4595-B118-439C02D42A3B}"/>
              </a:ext>
            </a:extLst>
          </p:cNvPr>
          <p:cNvSpPr>
            <a:spLocks/>
          </p:cNvSpPr>
          <p:nvPr/>
        </p:nvSpPr>
        <p:spPr>
          <a:xfrm>
            <a:off x="6109961" y="4221205"/>
            <a:ext cx="70742" cy="215725"/>
          </a:xfrm>
          <a:custGeom>
            <a:avLst/>
            <a:gdLst/>
            <a:ahLst/>
            <a:cxnLst/>
            <a:rect l="0" t="0" r="0" b="0"/>
            <a:pathLst>
              <a:path w="92456" h="281940">
                <a:moveTo>
                  <a:pt x="0" y="0"/>
                </a:moveTo>
                <a:lnTo>
                  <a:pt x="92456" y="281940"/>
                </a:lnTo>
              </a:path>
            </a:pathLst>
          </a:custGeom>
          <a:noFill/>
          <a:ln w="10932">
            <a:solidFill>
              <a:srgbClr val="394D93"/>
            </a:solidFill>
            <a:prstDash val="solid"/>
          </a:ln>
        </p:spPr>
      </p:sp>
      <p:sp>
        <p:nvSpPr>
          <p:cNvPr id="74" name="p11_path_74">
            <a:extLst>
              <a:ext uri="{FF2B5EF4-FFF2-40B4-BE49-F238E27FC236}">
                <a16:creationId xmlns:a16="http://schemas.microsoft.com/office/drawing/2014/main" id="{379A6A10-8414-4F4F-948A-7AD5C70270EB}"/>
              </a:ext>
            </a:extLst>
          </p:cNvPr>
          <p:cNvSpPr>
            <a:spLocks/>
          </p:cNvSpPr>
          <p:nvPr/>
        </p:nvSpPr>
        <p:spPr>
          <a:xfrm>
            <a:off x="6327629" y="4221205"/>
            <a:ext cx="87067" cy="169081"/>
          </a:xfrm>
          <a:custGeom>
            <a:avLst/>
            <a:gdLst/>
            <a:ahLst/>
            <a:cxnLst/>
            <a:rect l="0" t="0" r="0" b="0"/>
            <a:pathLst>
              <a:path w="113792" h="220980">
                <a:moveTo>
                  <a:pt x="113792" y="0"/>
                </a:moveTo>
                <a:lnTo>
                  <a:pt x="0" y="220980"/>
                </a:lnTo>
              </a:path>
            </a:pathLst>
          </a:custGeom>
          <a:noFill/>
          <a:ln w="10932">
            <a:solidFill>
              <a:srgbClr val="394D93"/>
            </a:solidFill>
            <a:prstDash val="solid"/>
          </a:ln>
        </p:spPr>
      </p:sp>
      <p:sp>
        <p:nvSpPr>
          <p:cNvPr id="75" name="p11_path_75">
            <a:extLst>
              <a:ext uri="{FF2B5EF4-FFF2-40B4-BE49-F238E27FC236}">
                <a16:creationId xmlns:a16="http://schemas.microsoft.com/office/drawing/2014/main" id="{05F95035-5EBA-491F-A1D0-92DFEE1BE63B}"/>
              </a:ext>
            </a:extLst>
          </p:cNvPr>
          <p:cNvSpPr>
            <a:spLocks/>
          </p:cNvSpPr>
          <p:nvPr/>
        </p:nvSpPr>
        <p:spPr>
          <a:xfrm>
            <a:off x="6414696" y="4221205"/>
            <a:ext cx="92509" cy="169081"/>
          </a:xfrm>
          <a:custGeom>
            <a:avLst/>
            <a:gdLst/>
            <a:ahLst/>
            <a:cxnLst/>
            <a:rect l="0" t="0" r="0" b="0"/>
            <a:pathLst>
              <a:path w="120904" h="220980">
                <a:moveTo>
                  <a:pt x="0" y="0"/>
                </a:moveTo>
                <a:lnTo>
                  <a:pt x="120904" y="220980"/>
                </a:lnTo>
              </a:path>
            </a:pathLst>
          </a:custGeom>
          <a:noFill/>
          <a:ln w="10932">
            <a:solidFill>
              <a:srgbClr val="394D93"/>
            </a:solidFill>
            <a:prstDash val="solid"/>
          </a:ln>
        </p:spPr>
      </p:sp>
      <p:sp>
        <p:nvSpPr>
          <p:cNvPr id="76" name="p11_path_76">
            <a:extLst>
              <a:ext uri="{FF2B5EF4-FFF2-40B4-BE49-F238E27FC236}">
                <a16:creationId xmlns:a16="http://schemas.microsoft.com/office/drawing/2014/main" id="{0F07FA26-3320-4D87-BE1E-BB744D3F3C2E}"/>
              </a:ext>
            </a:extLst>
          </p:cNvPr>
          <p:cNvSpPr>
            <a:spLocks/>
          </p:cNvSpPr>
          <p:nvPr/>
        </p:nvSpPr>
        <p:spPr>
          <a:xfrm>
            <a:off x="6262328" y="4390286"/>
            <a:ext cx="65300" cy="186573"/>
          </a:xfrm>
          <a:custGeom>
            <a:avLst/>
            <a:gdLst/>
            <a:ahLst/>
            <a:cxnLst/>
            <a:rect l="0" t="0" r="0" b="0"/>
            <a:pathLst>
              <a:path w="85344" h="243840">
                <a:moveTo>
                  <a:pt x="85344" y="0"/>
                </a:moveTo>
                <a:lnTo>
                  <a:pt x="0" y="243840"/>
                </a:lnTo>
              </a:path>
            </a:pathLst>
          </a:custGeom>
          <a:noFill/>
          <a:ln w="10932">
            <a:solidFill>
              <a:srgbClr val="394D93"/>
            </a:solidFill>
            <a:prstDash val="solid"/>
          </a:ln>
        </p:spPr>
      </p:sp>
      <p:sp>
        <p:nvSpPr>
          <p:cNvPr id="77" name="p11_path_77">
            <a:extLst>
              <a:ext uri="{FF2B5EF4-FFF2-40B4-BE49-F238E27FC236}">
                <a16:creationId xmlns:a16="http://schemas.microsoft.com/office/drawing/2014/main" id="{C4CC3D28-5B77-470C-9CEC-8368B65F361B}"/>
              </a:ext>
            </a:extLst>
          </p:cNvPr>
          <p:cNvSpPr>
            <a:spLocks/>
          </p:cNvSpPr>
          <p:nvPr/>
        </p:nvSpPr>
        <p:spPr>
          <a:xfrm>
            <a:off x="6327629" y="4390286"/>
            <a:ext cx="59859" cy="186573"/>
          </a:xfrm>
          <a:custGeom>
            <a:avLst/>
            <a:gdLst/>
            <a:ahLst/>
            <a:cxnLst/>
            <a:rect l="0" t="0" r="0" b="0"/>
            <a:pathLst>
              <a:path w="78232" h="243840">
                <a:moveTo>
                  <a:pt x="0" y="0"/>
                </a:moveTo>
                <a:lnTo>
                  <a:pt x="78232" y="243840"/>
                </a:lnTo>
              </a:path>
            </a:pathLst>
          </a:custGeom>
          <a:noFill/>
          <a:ln w="10932">
            <a:solidFill>
              <a:srgbClr val="394D93"/>
            </a:solidFill>
            <a:prstDash val="solid"/>
          </a:ln>
        </p:spPr>
      </p:sp>
      <p:sp>
        <p:nvSpPr>
          <p:cNvPr id="78" name="p11_ellipse_78">
            <a:extLst>
              <a:ext uri="{FF2B5EF4-FFF2-40B4-BE49-F238E27FC236}">
                <a16:creationId xmlns:a16="http://schemas.microsoft.com/office/drawing/2014/main" id="{7D82AE3F-E64C-4FDA-A2D4-681361375964}"/>
              </a:ext>
            </a:extLst>
          </p:cNvPr>
          <p:cNvSpPr>
            <a:spLocks/>
          </p:cNvSpPr>
          <p:nvPr/>
        </p:nvSpPr>
        <p:spPr>
          <a:xfrm>
            <a:off x="6249501" y="4011311"/>
            <a:ext cx="58304" cy="58304"/>
          </a:xfrm>
          <a:prstGeom prst="ellipse">
            <a:avLst/>
          </a:prstGeom>
          <a:solidFill>
            <a:srgbClr val="CAD4EF"/>
          </a:solidFill>
          <a:ln w="9474">
            <a:solidFill>
              <a:srgbClr val="394D93"/>
            </a:solidFill>
            <a:prstDash val="solid"/>
          </a:ln>
        </p:spPr>
      </p:sp>
      <p:sp>
        <p:nvSpPr>
          <p:cNvPr id="79" name="p11_ellipse_79">
            <a:extLst>
              <a:ext uri="{FF2B5EF4-FFF2-40B4-BE49-F238E27FC236}">
                <a16:creationId xmlns:a16="http://schemas.microsoft.com/office/drawing/2014/main" id="{657534E5-CEEA-4311-AFDC-15170A295CB6}"/>
              </a:ext>
            </a:extLst>
          </p:cNvPr>
          <p:cNvSpPr>
            <a:spLocks/>
          </p:cNvSpPr>
          <p:nvPr/>
        </p:nvSpPr>
        <p:spPr>
          <a:xfrm>
            <a:off x="6080809" y="4192053"/>
            <a:ext cx="58304" cy="58304"/>
          </a:xfrm>
          <a:prstGeom prst="ellipse">
            <a:avLst/>
          </a:prstGeom>
          <a:solidFill>
            <a:srgbClr val="CAD4EF"/>
          </a:solidFill>
          <a:ln w="9474">
            <a:solidFill>
              <a:srgbClr val="394D93"/>
            </a:solidFill>
            <a:prstDash val="solid"/>
          </a:ln>
        </p:spPr>
      </p:sp>
      <p:sp>
        <p:nvSpPr>
          <p:cNvPr id="80" name="p11_ellipse_80">
            <a:extLst>
              <a:ext uri="{FF2B5EF4-FFF2-40B4-BE49-F238E27FC236}">
                <a16:creationId xmlns:a16="http://schemas.microsoft.com/office/drawing/2014/main" id="{0C3E7F5E-A6B7-41F1-BB7A-56A044661A5A}"/>
              </a:ext>
            </a:extLst>
          </p:cNvPr>
          <p:cNvSpPr>
            <a:spLocks/>
          </p:cNvSpPr>
          <p:nvPr/>
        </p:nvSpPr>
        <p:spPr>
          <a:xfrm>
            <a:off x="6385544" y="4192053"/>
            <a:ext cx="58304" cy="58304"/>
          </a:xfrm>
          <a:prstGeom prst="ellipse">
            <a:avLst/>
          </a:prstGeom>
          <a:solidFill>
            <a:srgbClr val="CAD4EF"/>
          </a:solidFill>
          <a:ln w="9474">
            <a:solidFill>
              <a:srgbClr val="394D93"/>
            </a:solidFill>
            <a:prstDash val="solid"/>
          </a:ln>
        </p:spPr>
      </p:sp>
      <p:sp>
        <p:nvSpPr>
          <p:cNvPr id="81" name="p11_ellipse_81">
            <a:extLst>
              <a:ext uri="{FF2B5EF4-FFF2-40B4-BE49-F238E27FC236}">
                <a16:creationId xmlns:a16="http://schemas.microsoft.com/office/drawing/2014/main" id="{27C2C3DA-7A0E-477B-AC7C-6347080C900D}"/>
              </a:ext>
            </a:extLst>
          </p:cNvPr>
          <p:cNvSpPr>
            <a:spLocks/>
          </p:cNvSpPr>
          <p:nvPr/>
        </p:nvSpPr>
        <p:spPr>
          <a:xfrm>
            <a:off x="6010066" y="4407777"/>
            <a:ext cx="58304" cy="58304"/>
          </a:xfrm>
          <a:prstGeom prst="ellipse">
            <a:avLst/>
          </a:prstGeom>
          <a:solidFill>
            <a:srgbClr val="CAD4EF"/>
          </a:solidFill>
          <a:ln w="9474">
            <a:solidFill>
              <a:srgbClr val="394D93"/>
            </a:solidFill>
            <a:prstDash val="solid"/>
          </a:ln>
        </p:spPr>
      </p:sp>
      <p:sp>
        <p:nvSpPr>
          <p:cNvPr id="82" name="p11_ellipse_82">
            <a:extLst>
              <a:ext uri="{FF2B5EF4-FFF2-40B4-BE49-F238E27FC236}">
                <a16:creationId xmlns:a16="http://schemas.microsoft.com/office/drawing/2014/main" id="{52064E36-DE36-4863-BA65-F9F2452D46BA}"/>
              </a:ext>
            </a:extLst>
          </p:cNvPr>
          <p:cNvSpPr>
            <a:spLocks/>
          </p:cNvSpPr>
          <p:nvPr/>
        </p:nvSpPr>
        <p:spPr>
          <a:xfrm>
            <a:off x="6151551" y="4407777"/>
            <a:ext cx="58304" cy="58304"/>
          </a:xfrm>
          <a:prstGeom prst="ellipse">
            <a:avLst/>
          </a:prstGeom>
          <a:solidFill>
            <a:srgbClr val="CAD4EF"/>
          </a:solidFill>
          <a:ln w="9474">
            <a:solidFill>
              <a:srgbClr val="394D93"/>
            </a:solidFill>
            <a:prstDash val="solid"/>
          </a:ln>
        </p:spPr>
      </p:sp>
      <p:sp>
        <p:nvSpPr>
          <p:cNvPr id="83" name="p11_ellipse_83">
            <a:extLst>
              <a:ext uri="{FF2B5EF4-FFF2-40B4-BE49-F238E27FC236}">
                <a16:creationId xmlns:a16="http://schemas.microsoft.com/office/drawing/2014/main" id="{7F73D887-CE02-4FFB-BD29-4DADE3302140}"/>
              </a:ext>
            </a:extLst>
          </p:cNvPr>
          <p:cNvSpPr>
            <a:spLocks/>
          </p:cNvSpPr>
          <p:nvPr/>
        </p:nvSpPr>
        <p:spPr>
          <a:xfrm>
            <a:off x="6298477" y="4361134"/>
            <a:ext cx="58304" cy="58304"/>
          </a:xfrm>
          <a:prstGeom prst="ellipse">
            <a:avLst/>
          </a:prstGeom>
          <a:solidFill>
            <a:srgbClr val="FFFFFF"/>
          </a:solidFill>
          <a:ln w="9474">
            <a:solidFill>
              <a:srgbClr val="394D93"/>
            </a:solidFill>
            <a:prstDash val="solid"/>
          </a:ln>
        </p:spPr>
      </p:sp>
      <p:sp>
        <p:nvSpPr>
          <p:cNvPr id="84" name="p11_ellipse_84">
            <a:extLst>
              <a:ext uri="{FF2B5EF4-FFF2-40B4-BE49-F238E27FC236}">
                <a16:creationId xmlns:a16="http://schemas.microsoft.com/office/drawing/2014/main" id="{0F3A8919-7C98-46E4-B5CD-E64A449F03B3}"/>
              </a:ext>
            </a:extLst>
          </p:cNvPr>
          <p:cNvSpPr>
            <a:spLocks/>
          </p:cNvSpPr>
          <p:nvPr/>
        </p:nvSpPr>
        <p:spPr>
          <a:xfrm>
            <a:off x="6478053" y="4361134"/>
            <a:ext cx="58304" cy="58304"/>
          </a:xfrm>
          <a:prstGeom prst="ellipse">
            <a:avLst/>
          </a:prstGeom>
          <a:solidFill>
            <a:srgbClr val="FFFFFF"/>
          </a:solidFill>
          <a:ln w="9474">
            <a:solidFill>
              <a:srgbClr val="394D93"/>
            </a:solidFill>
            <a:prstDash val="solid"/>
          </a:ln>
        </p:spPr>
      </p:sp>
      <p:sp>
        <p:nvSpPr>
          <p:cNvPr id="85" name="p11_ellipse_85">
            <a:extLst>
              <a:ext uri="{FF2B5EF4-FFF2-40B4-BE49-F238E27FC236}">
                <a16:creationId xmlns:a16="http://schemas.microsoft.com/office/drawing/2014/main" id="{ED74CFD5-9DDB-4E4D-8CF9-CB7BEB3D75B3}"/>
              </a:ext>
            </a:extLst>
          </p:cNvPr>
          <p:cNvSpPr>
            <a:spLocks/>
          </p:cNvSpPr>
          <p:nvPr/>
        </p:nvSpPr>
        <p:spPr>
          <a:xfrm>
            <a:off x="6233176" y="4547707"/>
            <a:ext cx="58304" cy="58304"/>
          </a:xfrm>
          <a:prstGeom prst="ellipse">
            <a:avLst/>
          </a:prstGeom>
          <a:solidFill>
            <a:srgbClr val="FFFFFF"/>
          </a:solidFill>
          <a:ln w="9474">
            <a:solidFill>
              <a:srgbClr val="394D93"/>
            </a:solidFill>
            <a:prstDash val="solid"/>
          </a:ln>
        </p:spPr>
      </p:sp>
      <p:sp>
        <p:nvSpPr>
          <p:cNvPr id="86" name="p11_ellipse_86">
            <a:extLst>
              <a:ext uri="{FF2B5EF4-FFF2-40B4-BE49-F238E27FC236}">
                <a16:creationId xmlns:a16="http://schemas.microsoft.com/office/drawing/2014/main" id="{DDB992B9-636A-4338-B6AD-0EBC42AD78AA}"/>
              </a:ext>
            </a:extLst>
          </p:cNvPr>
          <p:cNvSpPr>
            <a:spLocks/>
          </p:cNvSpPr>
          <p:nvPr/>
        </p:nvSpPr>
        <p:spPr>
          <a:xfrm>
            <a:off x="6358335" y="4547707"/>
            <a:ext cx="58304" cy="58304"/>
          </a:xfrm>
          <a:prstGeom prst="ellipse">
            <a:avLst/>
          </a:prstGeom>
          <a:solidFill>
            <a:srgbClr val="FFFFFF"/>
          </a:solidFill>
          <a:ln w="9474">
            <a:solidFill>
              <a:srgbClr val="394D93"/>
            </a:solidFill>
            <a:prstDash val="solid"/>
          </a:ln>
        </p:spPr>
      </p:sp>
      <p:sp>
        <p:nvSpPr>
          <p:cNvPr id="87" name="p11_path_87">
            <a:extLst>
              <a:ext uri="{FF2B5EF4-FFF2-40B4-BE49-F238E27FC236}">
                <a16:creationId xmlns:a16="http://schemas.microsoft.com/office/drawing/2014/main" id="{DFFDB029-E1ED-40BF-85CF-D4AE9EACE180}"/>
              </a:ext>
            </a:extLst>
          </p:cNvPr>
          <p:cNvSpPr>
            <a:spLocks/>
          </p:cNvSpPr>
          <p:nvPr/>
        </p:nvSpPr>
        <p:spPr>
          <a:xfrm>
            <a:off x="6728760" y="4040462"/>
            <a:ext cx="146926" cy="174912"/>
          </a:xfrm>
          <a:custGeom>
            <a:avLst/>
            <a:gdLst/>
            <a:ahLst/>
            <a:cxnLst/>
            <a:rect l="0" t="0" r="0" b="0"/>
            <a:pathLst>
              <a:path w="192024" h="228600">
                <a:moveTo>
                  <a:pt x="192024" y="0"/>
                </a:moveTo>
                <a:lnTo>
                  <a:pt x="0" y="228600"/>
                </a:lnTo>
              </a:path>
            </a:pathLst>
          </a:custGeom>
          <a:noFill/>
          <a:ln w="10932">
            <a:solidFill>
              <a:srgbClr val="394D93"/>
            </a:solidFill>
            <a:prstDash val="solid"/>
          </a:ln>
        </p:spPr>
      </p:sp>
      <p:sp>
        <p:nvSpPr>
          <p:cNvPr id="88" name="p11_path_88">
            <a:extLst>
              <a:ext uri="{FF2B5EF4-FFF2-40B4-BE49-F238E27FC236}">
                <a16:creationId xmlns:a16="http://schemas.microsoft.com/office/drawing/2014/main" id="{0C69216F-03B0-4F25-B03C-8A439BF000A9}"/>
              </a:ext>
            </a:extLst>
          </p:cNvPr>
          <p:cNvSpPr>
            <a:spLocks/>
          </p:cNvSpPr>
          <p:nvPr/>
        </p:nvSpPr>
        <p:spPr>
          <a:xfrm>
            <a:off x="6875686" y="4040462"/>
            <a:ext cx="179576" cy="174912"/>
          </a:xfrm>
          <a:custGeom>
            <a:avLst/>
            <a:gdLst/>
            <a:ahLst/>
            <a:cxnLst/>
            <a:rect l="0" t="0" r="0" b="0"/>
            <a:pathLst>
              <a:path w="234696" h="228600">
                <a:moveTo>
                  <a:pt x="0" y="0"/>
                </a:moveTo>
                <a:lnTo>
                  <a:pt x="234696" y="228600"/>
                </a:lnTo>
              </a:path>
            </a:pathLst>
          </a:custGeom>
          <a:noFill/>
          <a:ln w="10932">
            <a:solidFill>
              <a:srgbClr val="394D93"/>
            </a:solidFill>
            <a:prstDash val="solid"/>
          </a:ln>
        </p:spPr>
      </p:sp>
      <p:sp>
        <p:nvSpPr>
          <p:cNvPr id="89" name="p11_path_89">
            <a:extLst>
              <a:ext uri="{FF2B5EF4-FFF2-40B4-BE49-F238E27FC236}">
                <a16:creationId xmlns:a16="http://schemas.microsoft.com/office/drawing/2014/main" id="{FDEACE5B-14DF-4E7F-BC96-8E9B25DDE12B}"/>
              </a:ext>
            </a:extLst>
          </p:cNvPr>
          <p:cNvSpPr>
            <a:spLocks/>
          </p:cNvSpPr>
          <p:nvPr/>
        </p:nvSpPr>
        <p:spPr>
          <a:xfrm>
            <a:off x="6658018" y="4215374"/>
            <a:ext cx="70742" cy="174912"/>
          </a:xfrm>
          <a:custGeom>
            <a:avLst/>
            <a:gdLst/>
            <a:ahLst/>
            <a:cxnLst/>
            <a:rect l="0" t="0" r="0" b="0"/>
            <a:pathLst>
              <a:path w="92456" h="228600">
                <a:moveTo>
                  <a:pt x="92456" y="0"/>
                </a:moveTo>
                <a:lnTo>
                  <a:pt x="0" y="228600"/>
                </a:lnTo>
              </a:path>
            </a:pathLst>
          </a:custGeom>
          <a:noFill/>
          <a:ln w="10932">
            <a:solidFill>
              <a:srgbClr val="394D93"/>
            </a:solidFill>
            <a:prstDash val="solid"/>
          </a:ln>
        </p:spPr>
      </p:sp>
      <p:sp>
        <p:nvSpPr>
          <p:cNvPr id="90" name="p11_path_90">
            <a:extLst>
              <a:ext uri="{FF2B5EF4-FFF2-40B4-BE49-F238E27FC236}">
                <a16:creationId xmlns:a16="http://schemas.microsoft.com/office/drawing/2014/main" id="{19BA67C8-2CFF-4E66-B5E6-15990402553B}"/>
              </a:ext>
            </a:extLst>
          </p:cNvPr>
          <p:cNvSpPr>
            <a:spLocks/>
          </p:cNvSpPr>
          <p:nvPr/>
        </p:nvSpPr>
        <p:spPr>
          <a:xfrm>
            <a:off x="6728760" y="4215374"/>
            <a:ext cx="92509" cy="174912"/>
          </a:xfrm>
          <a:custGeom>
            <a:avLst/>
            <a:gdLst/>
            <a:ahLst/>
            <a:cxnLst/>
            <a:rect l="0" t="0" r="0" b="0"/>
            <a:pathLst>
              <a:path w="120904" h="228600">
                <a:moveTo>
                  <a:pt x="0" y="0"/>
                </a:moveTo>
                <a:lnTo>
                  <a:pt x="120904" y="228600"/>
                </a:lnTo>
              </a:path>
            </a:pathLst>
          </a:custGeom>
          <a:noFill/>
          <a:ln w="10932">
            <a:solidFill>
              <a:srgbClr val="394D93"/>
            </a:solidFill>
            <a:prstDash val="solid"/>
          </a:ln>
        </p:spPr>
      </p:sp>
      <p:sp>
        <p:nvSpPr>
          <p:cNvPr id="91" name="p11_path_91">
            <a:extLst>
              <a:ext uri="{FF2B5EF4-FFF2-40B4-BE49-F238E27FC236}">
                <a16:creationId xmlns:a16="http://schemas.microsoft.com/office/drawing/2014/main" id="{E25C0E2B-993C-46BF-A42A-0BF235A2D7A0}"/>
              </a:ext>
            </a:extLst>
          </p:cNvPr>
          <p:cNvSpPr>
            <a:spLocks/>
          </p:cNvSpPr>
          <p:nvPr/>
        </p:nvSpPr>
        <p:spPr>
          <a:xfrm>
            <a:off x="6979078" y="4215374"/>
            <a:ext cx="76184" cy="192403"/>
          </a:xfrm>
          <a:custGeom>
            <a:avLst/>
            <a:gdLst/>
            <a:ahLst/>
            <a:cxnLst/>
            <a:rect l="0" t="0" r="0" b="0"/>
            <a:pathLst>
              <a:path w="99568" h="251460">
                <a:moveTo>
                  <a:pt x="99568" y="0"/>
                </a:moveTo>
                <a:lnTo>
                  <a:pt x="0" y="251460"/>
                </a:lnTo>
              </a:path>
            </a:pathLst>
          </a:custGeom>
          <a:noFill/>
          <a:ln w="10932">
            <a:solidFill>
              <a:srgbClr val="394D93"/>
            </a:solidFill>
            <a:prstDash val="solid"/>
          </a:ln>
        </p:spPr>
      </p:sp>
      <p:sp>
        <p:nvSpPr>
          <p:cNvPr id="92" name="p11_path_92">
            <a:extLst>
              <a:ext uri="{FF2B5EF4-FFF2-40B4-BE49-F238E27FC236}">
                <a16:creationId xmlns:a16="http://schemas.microsoft.com/office/drawing/2014/main" id="{A76F8929-8341-407F-A52D-355CDF5BC8CA}"/>
              </a:ext>
            </a:extLst>
          </p:cNvPr>
          <p:cNvSpPr>
            <a:spLocks/>
          </p:cNvSpPr>
          <p:nvPr/>
        </p:nvSpPr>
        <p:spPr>
          <a:xfrm>
            <a:off x="7055262" y="4215374"/>
            <a:ext cx="76184" cy="192403"/>
          </a:xfrm>
          <a:custGeom>
            <a:avLst/>
            <a:gdLst/>
            <a:ahLst/>
            <a:cxnLst/>
            <a:rect l="0" t="0" r="0" b="0"/>
            <a:pathLst>
              <a:path w="99568" h="251460">
                <a:moveTo>
                  <a:pt x="0" y="0"/>
                </a:moveTo>
                <a:lnTo>
                  <a:pt x="99568" y="251460"/>
                </a:lnTo>
              </a:path>
            </a:pathLst>
          </a:custGeom>
          <a:noFill/>
          <a:ln w="10932">
            <a:solidFill>
              <a:srgbClr val="394D93"/>
            </a:solidFill>
            <a:prstDash val="solid"/>
          </a:ln>
        </p:spPr>
      </p:sp>
      <p:sp>
        <p:nvSpPr>
          <p:cNvPr id="93" name="p11_path_93">
            <a:extLst>
              <a:ext uri="{FF2B5EF4-FFF2-40B4-BE49-F238E27FC236}">
                <a16:creationId xmlns:a16="http://schemas.microsoft.com/office/drawing/2014/main" id="{D725F8F3-833F-493A-96EF-DB4D27776588}"/>
              </a:ext>
            </a:extLst>
          </p:cNvPr>
          <p:cNvSpPr>
            <a:spLocks/>
          </p:cNvSpPr>
          <p:nvPr/>
        </p:nvSpPr>
        <p:spPr>
          <a:xfrm>
            <a:off x="6755968" y="4390286"/>
            <a:ext cx="65300" cy="186573"/>
          </a:xfrm>
          <a:custGeom>
            <a:avLst/>
            <a:gdLst/>
            <a:ahLst/>
            <a:cxnLst/>
            <a:rect l="0" t="0" r="0" b="0"/>
            <a:pathLst>
              <a:path w="85344" h="243840">
                <a:moveTo>
                  <a:pt x="85344" y="0"/>
                </a:moveTo>
                <a:lnTo>
                  <a:pt x="0" y="243840"/>
                </a:lnTo>
              </a:path>
            </a:pathLst>
          </a:custGeom>
          <a:noFill/>
          <a:ln w="10932">
            <a:solidFill>
              <a:srgbClr val="394D93"/>
            </a:solidFill>
            <a:prstDash val="solid"/>
          </a:ln>
        </p:spPr>
      </p:sp>
      <p:sp>
        <p:nvSpPr>
          <p:cNvPr id="94" name="p11_path_94">
            <a:extLst>
              <a:ext uri="{FF2B5EF4-FFF2-40B4-BE49-F238E27FC236}">
                <a16:creationId xmlns:a16="http://schemas.microsoft.com/office/drawing/2014/main" id="{CCCC972B-A912-4FAA-A2C2-0F785C8D9627}"/>
              </a:ext>
            </a:extLst>
          </p:cNvPr>
          <p:cNvSpPr>
            <a:spLocks/>
          </p:cNvSpPr>
          <p:nvPr/>
        </p:nvSpPr>
        <p:spPr>
          <a:xfrm>
            <a:off x="6821269" y="4390286"/>
            <a:ext cx="48975" cy="186573"/>
          </a:xfrm>
          <a:custGeom>
            <a:avLst/>
            <a:gdLst/>
            <a:ahLst/>
            <a:cxnLst/>
            <a:rect l="0" t="0" r="0" b="0"/>
            <a:pathLst>
              <a:path w="64008" h="243840">
                <a:moveTo>
                  <a:pt x="0" y="0"/>
                </a:moveTo>
                <a:lnTo>
                  <a:pt x="64008" y="243840"/>
                </a:lnTo>
              </a:path>
            </a:pathLst>
          </a:custGeom>
          <a:noFill/>
          <a:ln w="10932">
            <a:solidFill>
              <a:srgbClr val="394D93"/>
            </a:solidFill>
            <a:prstDash val="solid"/>
          </a:ln>
        </p:spPr>
      </p:sp>
      <p:sp>
        <p:nvSpPr>
          <p:cNvPr id="95" name="p11_ellipse_95">
            <a:extLst>
              <a:ext uri="{FF2B5EF4-FFF2-40B4-BE49-F238E27FC236}">
                <a16:creationId xmlns:a16="http://schemas.microsoft.com/office/drawing/2014/main" id="{3539DDF6-DD50-4D73-A8F0-E80A07C95AF2}"/>
              </a:ext>
            </a:extLst>
          </p:cNvPr>
          <p:cNvSpPr>
            <a:spLocks/>
          </p:cNvSpPr>
          <p:nvPr/>
        </p:nvSpPr>
        <p:spPr>
          <a:xfrm>
            <a:off x="6846534" y="4011311"/>
            <a:ext cx="58304" cy="58304"/>
          </a:xfrm>
          <a:prstGeom prst="ellipse">
            <a:avLst/>
          </a:prstGeom>
          <a:solidFill>
            <a:srgbClr val="CAD4EF"/>
          </a:solidFill>
          <a:ln w="9474">
            <a:solidFill>
              <a:srgbClr val="394D93"/>
            </a:solidFill>
            <a:prstDash val="solid"/>
          </a:ln>
        </p:spPr>
      </p:sp>
      <p:sp>
        <p:nvSpPr>
          <p:cNvPr id="96" name="p11_ellipse_96">
            <a:extLst>
              <a:ext uri="{FF2B5EF4-FFF2-40B4-BE49-F238E27FC236}">
                <a16:creationId xmlns:a16="http://schemas.microsoft.com/office/drawing/2014/main" id="{2D93A03F-FAE5-4D93-A96D-3A48719FAD91}"/>
              </a:ext>
            </a:extLst>
          </p:cNvPr>
          <p:cNvSpPr>
            <a:spLocks/>
          </p:cNvSpPr>
          <p:nvPr/>
        </p:nvSpPr>
        <p:spPr>
          <a:xfrm>
            <a:off x="6699608" y="4186222"/>
            <a:ext cx="58304" cy="58304"/>
          </a:xfrm>
          <a:prstGeom prst="ellipse">
            <a:avLst/>
          </a:prstGeom>
          <a:solidFill>
            <a:srgbClr val="CAD4EF"/>
          </a:solidFill>
          <a:ln w="9474">
            <a:solidFill>
              <a:srgbClr val="394D93"/>
            </a:solidFill>
            <a:prstDash val="solid"/>
          </a:ln>
        </p:spPr>
      </p:sp>
      <p:sp>
        <p:nvSpPr>
          <p:cNvPr id="97" name="p11_ellipse_97">
            <a:extLst>
              <a:ext uri="{FF2B5EF4-FFF2-40B4-BE49-F238E27FC236}">
                <a16:creationId xmlns:a16="http://schemas.microsoft.com/office/drawing/2014/main" id="{624362B0-7DBC-4798-AB04-B34327967C74}"/>
              </a:ext>
            </a:extLst>
          </p:cNvPr>
          <p:cNvSpPr>
            <a:spLocks/>
          </p:cNvSpPr>
          <p:nvPr/>
        </p:nvSpPr>
        <p:spPr>
          <a:xfrm>
            <a:off x="7026110" y="4186222"/>
            <a:ext cx="58304" cy="58304"/>
          </a:xfrm>
          <a:prstGeom prst="ellipse">
            <a:avLst/>
          </a:prstGeom>
          <a:solidFill>
            <a:srgbClr val="CAD4EF"/>
          </a:solidFill>
          <a:ln w="9474">
            <a:solidFill>
              <a:srgbClr val="394D93"/>
            </a:solidFill>
            <a:prstDash val="solid"/>
          </a:ln>
        </p:spPr>
      </p:sp>
      <p:sp>
        <p:nvSpPr>
          <p:cNvPr id="98" name="p11_ellipse_98">
            <a:extLst>
              <a:ext uri="{FF2B5EF4-FFF2-40B4-BE49-F238E27FC236}">
                <a16:creationId xmlns:a16="http://schemas.microsoft.com/office/drawing/2014/main" id="{670F63F0-B879-40C8-BC81-A12EBE73830F}"/>
              </a:ext>
            </a:extLst>
          </p:cNvPr>
          <p:cNvSpPr>
            <a:spLocks/>
          </p:cNvSpPr>
          <p:nvPr/>
        </p:nvSpPr>
        <p:spPr>
          <a:xfrm>
            <a:off x="6628866" y="4361134"/>
            <a:ext cx="58304" cy="58304"/>
          </a:xfrm>
          <a:prstGeom prst="ellipse">
            <a:avLst/>
          </a:prstGeom>
          <a:solidFill>
            <a:srgbClr val="CAD4EF"/>
          </a:solidFill>
          <a:ln w="9474">
            <a:solidFill>
              <a:srgbClr val="394D93"/>
            </a:solidFill>
            <a:prstDash val="solid"/>
          </a:ln>
        </p:spPr>
      </p:sp>
      <p:sp>
        <p:nvSpPr>
          <p:cNvPr id="99" name="p11_ellipse_99">
            <a:extLst>
              <a:ext uri="{FF2B5EF4-FFF2-40B4-BE49-F238E27FC236}">
                <a16:creationId xmlns:a16="http://schemas.microsoft.com/office/drawing/2014/main" id="{2C689271-ECCD-4110-9ECF-A901B2EBDC10}"/>
              </a:ext>
            </a:extLst>
          </p:cNvPr>
          <p:cNvSpPr>
            <a:spLocks/>
          </p:cNvSpPr>
          <p:nvPr/>
        </p:nvSpPr>
        <p:spPr>
          <a:xfrm>
            <a:off x="6792117" y="4361134"/>
            <a:ext cx="58304" cy="58304"/>
          </a:xfrm>
          <a:prstGeom prst="ellipse">
            <a:avLst/>
          </a:prstGeom>
          <a:solidFill>
            <a:srgbClr val="CAD4EF"/>
          </a:solidFill>
          <a:ln w="9474">
            <a:solidFill>
              <a:srgbClr val="394D93"/>
            </a:solidFill>
            <a:prstDash val="solid"/>
          </a:ln>
        </p:spPr>
      </p:sp>
      <p:sp>
        <p:nvSpPr>
          <p:cNvPr id="100" name="p11_ellipse_100">
            <a:extLst>
              <a:ext uri="{FF2B5EF4-FFF2-40B4-BE49-F238E27FC236}">
                <a16:creationId xmlns:a16="http://schemas.microsoft.com/office/drawing/2014/main" id="{8939C5B5-6484-4756-AB11-E9A9836F746D}"/>
              </a:ext>
            </a:extLst>
          </p:cNvPr>
          <p:cNvSpPr>
            <a:spLocks/>
          </p:cNvSpPr>
          <p:nvPr/>
        </p:nvSpPr>
        <p:spPr>
          <a:xfrm>
            <a:off x="6949926" y="4378625"/>
            <a:ext cx="58304" cy="58304"/>
          </a:xfrm>
          <a:prstGeom prst="ellipse">
            <a:avLst/>
          </a:prstGeom>
          <a:solidFill>
            <a:srgbClr val="FFFFFF"/>
          </a:solidFill>
          <a:ln w="9474">
            <a:solidFill>
              <a:srgbClr val="394D93"/>
            </a:solidFill>
            <a:prstDash val="solid"/>
          </a:ln>
        </p:spPr>
      </p:sp>
      <p:sp>
        <p:nvSpPr>
          <p:cNvPr id="101" name="p11_ellipse_101">
            <a:extLst>
              <a:ext uri="{FF2B5EF4-FFF2-40B4-BE49-F238E27FC236}">
                <a16:creationId xmlns:a16="http://schemas.microsoft.com/office/drawing/2014/main" id="{40F27A51-BFF7-4688-900B-ACEB2799B37D}"/>
              </a:ext>
            </a:extLst>
          </p:cNvPr>
          <p:cNvSpPr>
            <a:spLocks/>
          </p:cNvSpPr>
          <p:nvPr/>
        </p:nvSpPr>
        <p:spPr>
          <a:xfrm>
            <a:off x="7102293" y="4378625"/>
            <a:ext cx="58304" cy="58304"/>
          </a:xfrm>
          <a:prstGeom prst="ellipse">
            <a:avLst/>
          </a:prstGeom>
          <a:solidFill>
            <a:srgbClr val="FFFFFF"/>
          </a:solidFill>
          <a:ln w="9474">
            <a:solidFill>
              <a:srgbClr val="394D93"/>
            </a:solidFill>
            <a:prstDash val="solid"/>
          </a:ln>
        </p:spPr>
      </p:sp>
      <p:sp>
        <p:nvSpPr>
          <p:cNvPr id="102" name="p11_ellipse_102">
            <a:extLst>
              <a:ext uri="{FF2B5EF4-FFF2-40B4-BE49-F238E27FC236}">
                <a16:creationId xmlns:a16="http://schemas.microsoft.com/office/drawing/2014/main" id="{D758E80C-371C-4AC6-9CCA-CA61DEF0BC14}"/>
              </a:ext>
            </a:extLst>
          </p:cNvPr>
          <p:cNvSpPr>
            <a:spLocks/>
          </p:cNvSpPr>
          <p:nvPr/>
        </p:nvSpPr>
        <p:spPr>
          <a:xfrm>
            <a:off x="6726816" y="4547707"/>
            <a:ext cx="58304" cy="58304"/>
          </a:xfrm>
          <a:prstGeom prst="ellipse">
            <a:avLst/>
          </a:prstGeom>
          <a:solidFill>
            <a:srgbClr val="FFFFFF"/>
          </a:solidFill>
          <a:ln w="9474">
            <a:solidFill>
              <a:srgbClr val="394D93"/>
            </a:solidFill>
            <a:prstDash val="solid"/>
          </a:ln>
        </p:spPr>
      </p:sp>
      <p:sp>
        <p:nvSpPr>
          <p:cNvPr id="103" name="p11_ellipse_103">
            <a:extLst>
              <a:ext uri="{FF2B5EF4-FFF2-40B4-BE49-F238E27FC236}">
                <a16:creationId xmlns:a16="http://schemas.microsoft.com/office/drawing/2014/main" id="{7189DDB7-A76A-46C0-801B-F28785A421C0}"/>
              </a:ext>
            </a:extLst>
          </p:cNvPr>
          <p:cNvSpPr>
            <a:spLocks/>
          </p:cNvSpPr>
          <p:nvPr/>
        </p:nvSpPr>
        <p:spPr>
          <a:xfrm>
            <a:off x="6841092" y="4547707"/>
            <a:ext cx="58304" cy="58304"/>
          </a:xfrm>
          <a:prstGeom prst="ellipse">
            <a:avLst/>
          </a:prstGeom>
          <a:solidFill>
            <a:srgbClr val="FFFFFF"/>
          </a:solidFill>
          <a:ln w="9474">
            <a:solidFill>
              <a:srgbClr val="394D93"/>
            </a:solidFill>
            <a:prstDash val="solid"/>
          </a:ln>
        </p:spPr>
      </p:sp>
      <p:sp>
        <p:nvSpPr>
          <p:cNvPr id="104" name="p11_path_104">
            <a:extLst>
              <a:ext uri="{FF2B5EF4-FFF2-40B4-BE49-F238E27FC236}">
                <a16:creationId xmlns:a16="http://schemas.microsoft.com/office/drawing/2014/main" id="{979EC3C6-ACFB-45AD-ADAC-7ED2050B987D}"/>
              </a:ext>
            </a:extLst>
          </p:cNvPr>
          <p:cNvSpPr>
            <a:spLocks/>
          </p:cNvSpPr>
          <p:nvPr/>
        </p:nvSpPr>
        <p:spPr>
          <a:xfrm>
            <a:off x="7411887" y="4161443"/>
            <a:ext cx="174912" cy="729"/>
          </a:xfrm>
          <a:custGeom>
            <a:avLst/>
            <a:gdLst/>
            <a:ahLst/>
            <a:cxnLst/>
            <a:rect l="0" t="0" r="0" b="0"/>
            <a:pathLst>
              <a:path w="228600" h="953">
                <a:moveTo>
                  <a:pt x="0" y="0"/>
                </a:moveTo>
                <a:lnTo>
                  <a:pt x="228600" y="0"/>
                </a:lnTo>
              </a:path>
            </a:pathLst>
          </a:custGeom>
          <a:noFill/>
          <a:ln w="12390">
            <a:solidFill>
              <a:srgbClr val="394D93"/>
            </a:solidFill>
            <a:prstDash val="solid"/>
          </a:ln>
        </p:spPr>
      </p:sp>
      <p:sp>
        <p:nvSpPr>
          <p:cNvPr id="105" name="p11_path_105">
            <a:extLst>
              <a:ext uri="{FF2B5EF4-FFF2-40B4-BE49-F238E27FC236}">
                <a16:creationId xmlns:a16="http://schemas.microsoft.com/office/drawing/2014/main" id="{68A3481B-0E84-4D5E-A714-9156E2BA8757}"/>
              </a:ext>
            </a:extLst>
          </p:cNvPr>
          <p:cNvSpPr>
            <a:spLocks/>
          </p:cNvSpPr>
          <p:nvPr/>
        </p:nvSpPr>
        <p:spPr>
          <a:xfrm>
            <a:off x="7499343" y="4122963"/>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06" name="p11_rect_106">
            <a:extLst>
              <a:ext uri="{FF2B5EF4-FFF2-40B4-BE49-F238E27FC236}">
                <a16:creationId xmlns:a16="http://schemas.microsoft.com/office/drawing/2014/main" id="{FD138C0B-137E-4B45-B5BB-F3BD08A00454}"/>
              </a:ext>
            </a:extLst>
          </p:cNvPr>
          <p:cNvSpPr>
            <a:spLocks/>
          </p:cNvSpPr>
          <p:nvPr/>
        </p:nvSpPr>
        <p:spPr>
          <a:xfrm>
            <a:off x="7630527" y="3935515"/>
            <a:ext cx="218640" cy="466431"/>
          </a:xfrm>
          <a:prstGeom prst="roundRect">
            <a:avLst>
              <a:gd name="adj" fmla="val 10000"/>
            </a:avLst>
          </a:prstGeom>
          <a:gradFill>
            <a:gsLst>
              <a:gs pos="0">
                <a:srgbClr val="E5EAF8"/>
              </a:gs>
              <a:gs pos="100000">
                <a:srgbClr val="C4CEEB"/>
              </a:gs>
            </a:gsLst>
            <a:lin ang="5400000"/>
          </a:gradFill>
          <a:ln w="7288">
            <a:solidFill>
              <a:srgbClr val="394D93"/>
            </a:solidFill>
            <a:prstDash val="solid"/>
          </a:ln>
        </p:spPr>
      </p:sp>
      <p:sp>
        <p:nvSpPr>
          <p:cNvPr id="107" name="p11_path_107">
            <a:extLst>
              <a:ext uri="{FF2B5EF4-FFF2-40B4-BE49-F238E27FC236}">
                <a16:creationId xmlns:a16="http://schemas.microsoft.com/office/drawing/2014/main" id="{CC6E4386-96A9-4EE7-AA5B-20228CA48F5A}"/>
              </a:ext>
            </a:extLst>
          </p:cNvPr>
          <p:cNvSpPr>
            <a:spLocks/>
          </p:cNvSpPr>
          <p:nvPr/>
        </p:nvSpPr>
        <p:spPr>
          <a:xfrm>
            <a:off x="3104684" y="2667405"/>
            <a:ext cx="597615" cy="729"/>
          </a:xfrm>
          <a:custGeom>
            <a:avLst/>
            <a:gdLst/>
            <a:ahLst/>
            <a:cxnLst/>
            <a:rect l="0" t="0" r="0" b="0"/>
            <a:pathLst>
              <a:path w="781050" h="953">
                <a:moveTo>
                  <a:pt x="0" y="0"/>
                </a:moveTo>
                <a:lnTo>
                  <a:pt x="781050" y="0"/>
                </a:lnTo>
              </a:path>
            </a:pathLst>
          </a:custGeom>
          <a:noFill/>
          <a:ln w="14576">
            <a:solidFill>
              <a:srgbClr val="394D93"/>
            </a:solidFill>
            <a:prstDash val="dash"/>
          </a:ln>
        </p:spPr>
      </p:sp>
      <p:sp>
        <p:nvSpPr>
          <p:cNvPr id="108" name="p11_path_108">
            <a:extLst>
              <a:ext uri="{FF2B5EF4-FFF2-40B4-BE49-F238E27FC236}">
                <a16:creationId xmlns:a16="http://schemas.microsoft.com/office/drawing/2014/main" id="{B1489E15-1DC8-46D1-ADC5-76E10DE8A3D8}"/>
              </a:ext>
            </a:extLst>
          </p:cNvPr>
          <p:cNvSpPr>
            <a:spLocks/>
          </p:cNvSpPr>
          <p:nvPr/>
        </p:nvSpPr>
        <p:spPr>
          <a:xfrm>
            <a:off x="3614844" y="2628924"/>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09" name="p11_path_109">
            <a:extLst>
              <a:ext uri="{FF2B5EF4-FFF2-40B4-BE49-F238E27FC236}">
                <a16:creationId xmlns:a16="http://schemas.microsoft.com/office/drawing/2014/main" id="{236B054A-E173-4E73-9D9C-46FD95207B1C}"/>
              </a:ext>
            </a:extLst>
          </p:cNvPr>
          <p:cNvSpPr>
            <a:spLocks/>
          </p:cNvSpPr>
          <p:nvPr/>
        </p:nvSpPr>
        <p:spPr>
          <a:xfrm>
            <a:off x="3104684" y="4438387"/>
            <a:ext cx="626767" cy="714223"/>
          </a:xfrm>
          <a:custGeom>
            <a:avLst/>
            <a:gdLst/>
            <a:ahLst/>
            <a:cxnLst/>
            <a:rect l="0" t="0" r="0" b="0"/>
            <a:pathLst>
              <a:path w="819150" h="933450">
                <a:moveTo>
                  <a:pt x="0" y="933450"/>
                </a:moveTo>
                <a:lnTo>
                  <a:pt x="476250" y="933450"/>
                </a:lnTo>
                <a:lnTo>
                  <a:pt x="476250" y="0"/>
                </a:lnTo>
                <a:lnTo>
                  <a:pt x="819150" y="0"/>
                </a:lnTo>
              </a:path>
            </a:pathLst>
          </a:custGeom>
          <a:noFill/>
          <a:ln w="16034">
            <a:solidFill>
              <a:srgbClr val="394D93"/>
            </a:solidFill>
            <a:prstDash val="solid"/>
          </a:ln>
        </p:spPr>
      </p:sp>
      <p:sp>
        <p:nvSpPr>
          <p:cNvPr id="110" name="p11_path_110">
            <a:extLst>
              <a:ext uri="{FF2B5EF4-FFF2-40B4-BE49-F238E27FC236}">
                <a16:creationId xmlns:a16="http://schemas.microsoft.com/office/drawing/2014/main" id="{283D9B65-5B73-4FAA-B847-EDC1A59BCB1E}"/>
              </a:ext>
            </a:extLst>
          </p:cNvPr>
          <p:cNvSpPr>
            <a:spLocks/>
          </p:cNvSpPr>
          <p:nvPr/>
        </p:nvSpPr>
        <p:spPr>
          <a:xfrm>
            <a:off x="3643996" y="4399906"/>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11" name="p11_path_111">
            <a:extLst>
              <a:ext uri="{FF2B5EF4-FFF2-40B4-BE49-F238E27FC236}">
                <a16:creationId xmlns:a16="http://schemas.microsoft.com/office/drawing/2014/main" id="{98304DBF-1C73-4FC8-A8EF-9ACAF6F5509B}"/>
              </a:ext>
            </a:extLst>
          </p:cNvPr>
          <p:cNvSpPr>
            <a:spLocks/>
          </p:cNvSpPr>
          <p:nvPr/>
        </p:nvSpPr>
        <p:spPr>
          <a:xfrm>
            <a:off x="8104247" y="4168731"/>
            <a:ext cx="473719" cy="729"/>
          </a:xfrm>
          <a:custGeom>
            <a:avLst/>
            <a:gdLst/>
            <a:ahLst/>
            <a:cxnLst/>
            <a:rect l="0" t="0" r="0" b="0"/>
            <a:pathLst>
              <a:path w="619125" h="953">
                <a:moveTo>
                  <a:pt x="0" y="0"/>
                </a:moveTo>
                <a:lnTo>
                  <a:pt x="619125" y="0"/>
                </a:lnTo>
              </a:path>
            </a:pathLst>
          </a:custGeom>
          <a:noFill/>
          <a:ln w="16034">
            <a:solidFill>
              <a:srgbClr val="394D93"/>
            </a:solidFill>
            <a:prstDash val="solid"/>
          </a:ln>
        </p:spPr>
      </p:sp>
      <p:sp>
        <p:nvSpPr>
          <p:cNvPr id="112" name="p11_path_112">
            <a:extLst>
              <a:ext uri="{FF2B5EF4-FFF2-40B4-BE49-F238E27FC236}">
                <a16:creationId xmlns:a16="http://schemas.microsoft.com/office/drawing/2014/main" id="{747EF97A-674B-455D-A057-7E740E348DC9}"/>
              </a:ext>
            </a:extLst>
          </p:cNvPr>
          <p:cNvSpPr>
            <a:spLocks/>
          </p:cNvSpPr>
          <p:nvPr/>
        </p:nvSpPr>
        <p:spPr>
          <a:xfrm>
            <a:off x="8490510" y="413025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13" name="p11_rect_113">
            <a:extLst>
              <a:ext uri="{FF2B5EF4-FFF2-40B4-BE49-F238E27FC236}">
                <a16:creationId xmlns:a16="http://schemas.microsoft.com/office/drawing/2014/main" id="{43BF3A35-FE8A-45C4-BFB5-7E1DCAECCE40}"/>
              </a:ext>
            </a:extLst>
          </p:cNvPr>
          <p:cNvSpPr>
            <a:spLocks/>
          </p:cNvSpPr>
          <p:nvPr/>
        </p:nvSpPr>
        <p:spPr>
          <a:xfrm>
            <a:off x="8709150" y="1734542"/>
            <a:ext cx="3294172" cy="3767892"/>
          </a:xfrm>
          <a:prstGeom prst="roundRect">
            <a:avLst>
              <a:gd name="adj" fmla="val 3097"/>
            </a:avLst>
          </a:prstGeom>
          <a:gradFill>
            <a:gsLst>
              <a:gs pos="0">
                <a:srgbClr val="FEFEFF"/>
              </a:gs>
              <a:gs pos="100000">
                <a:srgbClr val="EDF0F8"/>
              </a:gs>
            </a:gsLst>
            <a:lin ang="5400000"/>
          </a:gradFill>
          <a:ln w="12390">
            <a:solidFill>
              <a:srgbClr val="172956"/>
            </a:solidFill>
            <a:prstDash val="solid"/>
          </a:ln>
        </p:spPr>
      </p:sp>
      <p:sp>
        <p:nvSpPr>
          <p:cNvPr id="114" name="p11_rect_114">
            <a:extLst>
              <a:ext uri="{FF2B5EF4-FFF2-40B4-BE49-F238E27FC236}">
                <a16:creationId xmlns:a16="http://schemas.microsoft.com/office/drawing/2014/main" id="{7078B815-6B86-4F33-8DD4-5EF0D718A87B}"/>
              </a:ext>
            </a:extLst>
          </p:cNvPr>
          <p:cNvSpPr>
            <a:spLocks/>
          </p:cNvSpPr>
          <p:nvPr/>
        </p:nvSpPr>
        <p:spPr>
          <a:xfrm>
            <a:off x="8840334" y="2485205"/>
            <a:ext cx="3031804" cy="772527"/>
          </a:xfrm>
          <a:prstGeom prst="roundRect">
            <a:avLst>
              <a:gd name="adj" fmla="val 6604"/>
            </a:avLst>
          </a:prstGeom>
          <a:solidFill>
            <a:srgbClr val="FFFFFF"/>
          </a:solidFill>
          <a:ln w="7288">
            <a:solidFill>
              <a:srgbClr val="8599C3"/>
            </a:solidFill>
            <a:prstDash val="solid"/>
          </a:ln>
        </p:spPr>
      </p:sp>
      <p:sp>
        <p:nvSpPr>
          <p:cNvPr id="115" name="p11_rect_115">
            <a:extLst>
              <a:ext uri="{FF2B5EF4-FFF2-40B4-BE49-F238E27FC236}">
                <a16:creationId xmlns:a16="http://schemas.microsoft.com/office/drawing/2014/main" id="{3138B151-6891-4DBA-A20E-452B45EDAAC9}"/>
              </a:ext>
            </a:extLst>
          </p:cNvPr>
          <p:cNvSpPr>
            <a:spLocks/>
          </p:cNvSpPr>
          <p:nvPr/>
        </p:nvSpPr>
        <p:spPr>
          <a:xfrm>
            <a:off x="11077747" y="2609101"/>
            <a:ext cx="670495" cy="510159"/>
          </a:xfrm>
          <a:prstGeom prst="roundRect">
            <a:avLst>
              <a:gd name="adj" fmla="val 8571"/>
            </a:avLst>
          </a:prstGeom>
          <a:gradFill>
            <a:gsLst>
              <a:gs pos="0">
                <a:srgbClr val="E5EAF8"/>
              </a:gs>
              <a:gs pos="100000">
                <a:srgbClr val="C4CEEB"/>
              </a:gs>
            </a:gsLst>
            <a:lin ang="5400000"/>
          </a:gradFill>
          <a:ln w="7288">
            <a:solidFill>
              <a:srgbClr val="8599C3"/>
            </a:solidFill>
            <a:prstDash val="solid"/>
          </a:ln>
        </p:spPr>
      </p:sp>
      <p:sp>
        <p:nvSpPr>
          <p:cNvPr id="116" name="p11_path_116">
            <a:extLst>
              <a:ext uri="{FF2B5EF4-FFF2-40B4-BE49-F238E27FC236}">
                <a16:creationId xmlns:a16="http://schemas.microsoft.com/office/drawing/2014/main" id="{C25B2F27-7393-4C73-B702-BC0A6F877EDC}"/>
              </a:ext>
            </a:extLst>
          </p:cNvPr>
          <p:cNvSpPr>
            <a:spLocks/>
          </p:cNvSpPr>
          <p:nvPr/>
        </p:nvSpPr>
        <p:spPr>
          <a:xfrm>
            <a:off x="8956942" y="2940872"/>
            <a:ext cx="808967" cy="104939"/>
          </a:xfrm>
          <a:custGeom>
            <a:avLst/>
            <a:gdLst/>
            <a:ahLst/>
            <a:cxnLst/>
            <a:rect l="0" t="0" r="0" b="0"/>
            <a:pathLst>
              <a:path w="1057275" h="137149">
                <a:moveTo>
                  <a:pt x="0" y="123573"/>
                </a:moveTo>
                <a:lnTo>
                  <a:pt x="10680" y="137149"/>
                </a:lnTo>
                <a:lnTo>
                  <a:pt x="21359" y="129256"/>
                </a:lnTo>
                <a:lnTo>
                  <a:pt x="32039" y="134906"/>
                </a:lnTo>
                <a:lnTo>
                  <a:pt x="42718" y="114325"/>
                </a:lnTo>
                <a:lnTo>
                  <a:pt x="53398" y="130799"/>
                </a:lnTo>
                <a:lnTo>
                  <a:pt x="64077" y="118642"/>
                </a:lnTo>
                <a:lnTo>
                  <a:pt x="74757" y="110598"/>
                </a:lnTo>
                <a:lnTo>
                  <a:pt x="85436" y="109673"/>
                </a:lnTo>
                <a:lnTo>
                  <a:pt x="96116" y="128539"/>
                </a:lnTo>
                <a:lnTo>
                  <a:pt x="106795" y="127024"/>
                </a:lnTo>
                <a:lnTo>
                  <a:pt x="117475" y="116038"/>
                </a:lnTo>
                <a:lnTo>
                  <a:pt x="128155" y="113022"/>
                </a:lnTo>
                <a:lnTo>
                  <a:pt x="138834" y="113863"/>
                </a:lnTo>
                <a:lnTo>
                  <a:pt x="149514" y="113852"/>
                </a:lnTo>
                <a:lnTo>
                  <a:pt x="160193" y="116375"/>
                </a:lnTo>
                <a:lnTo>
                  <a:pt x="170873" y="115158"/>
                </a:lnTo>
                <a:lnTo>
                  <a:pt x="181552" y="105928"/>
                </a:lnTo>
                <a:lnTo>
                  <a:pt x="192232" y="105891"/>
                </a:lnTo>
                <a:lnTo>
                  <a:pt x="202911" y="112939"/>
                </a:lnTo>
                <a:lnTo>
                  <a:pt x="213591" y="100895"/>
                </a:lnTo>
                <a:lnTo>
                  <a:pt x="224270" y="102244"/>
                </a:lnTo>
                <a:lnTo>
                  <a:pt x="234950" y="92402"/>
                </a:lnTo>
                <a:lnTo>
                  <a:pt x="245630" y="105593"/>
                </a:lnTo>
                <a:lnTo>
                  <a:pt x="256309" y="106194"/>
                </a:lnTo>
                <a:lnTo>
                  <a:pt x="266989" y="94449"/>
                </a:lnTo>
                <a:lnTo>
                  <a:pt x="277668" y="89235"/>
                </a:lnTo>
                <a:lnTo>
                  <a:pt x="288348" y="105631"/>
                </a:lnTo>
                <a:lnTo>
                  <a:pt x="299027" y="85445"/>
                </a:lnTo>
                <a:lnTo>
                  <a:pt x="309707" y="91496"/>
                </a:lnTo>
                <a:lnTo>
                  <a:pt x="320386" y="90260"/>
                </a:lnTo>
                <a:lnTo>
                  <a:pt x="331066" y="81326"/>
                </a:lnTo>
                <a:lnTo>
                  <a:pt x="341745" y="80188"/>
                </a:lnTo>
                <a:lnTo>
                  <a:pt x="352425" y="90086"/>
                </a:lnTo>
                <a:lnTo>
                  <a:pt x="363105" y="92144"/>
                </a:lnTo>
                <a:lnTo>
                  <a:pt x="373784" y="75730"/>
                </a:lnTo>
                <a:lnTo>
                  <a:pt x="384464" y="85924"/>
                </a:lnTo>
                <a:lnTo>
                  <a:pt x="395143" y="91712"/>
                </a:lnTo>
                <a:lnTo>
                  <a:pt x="405823" y="75906"/>
                </a:lnTo>
                <a:lnTo>
                  <a:pt x="416502" y="81782"/>
                </a:lnTo>
                <a:lnTo>
                  <a:pt x="427182" y="75281"/>
                </a:lnTo>
                <a:lnTo>
                  <a:pt x="437861" y="73131"/>
                </a:lnTo>
                <a:lnTo>
                  <a:pt x="448541" y="76255"/>
                </a:lnTo>
                <a:lnTo>
                  <a:pt x="459220" y="79369"/>
                </a:lnTo>
                <a:lnTo>
                  <a:pt x="469900" y="69255"/>
                </a:lnTo>
                <a:lnTo>
                  <a:pt x="480580" y="64650"/>
                </a:lnTo>
                <a:lnTo>
                  <a:pt x="491259" y="79133"/>
                </a:lnTo>
                <a:lnTo>
                  <a:pt x="501939" y="72394"/>
                </a:lnTo>
                <a:lnTo>
                  <a:pt x="512618" y="65705"/>
                </a:lnTo>
                <a:lnTo>
                  <a:pt x="523298" y="78012"/>
                </a:lnTo>
                <a:lnTo>
                  <a:pt x="533977" y="65481"/>
                </a:lnTo>
                <a:lnTo>
                  <a:pt x="544657" y="57469"/>
                </a:lnTo>
                <a:lnTo>
                  <a:pt x="555336" y="57862"/>
                </a:lnTo>
                <a:lnTo>
                  <a:pt x="566016" y="71267"/>
                </a:lnTo>
                <a:lnTo>
                  <a:pt x="576695" y="62677"/>
                </a:lnTo>
                <a:lnTo>
                  <a:pt x="587375" y="59312"/>
                </a:lnTo>
                <a:lnTo>
                  <a:pt x="598055" y="51048"/>
                </a:lnTo>
                <a:lnTo>
                  <a:pt x="608734" y="55478"/>
                </a:lnTo>
                <a:lnTo>
                  <a:pt x="619414" y="48588"/>
                </a:lnTo>
                <a:lnTo>
                  <a:pt x="630093" y="43435"/>
                </a:lnTo>
                <a:lnTo>
                  <a:pt x="640773" y="57338"/>
                </a:lnTo>
                <a:lnTo>
                  <a:pt x="651452" y="57572"/>
                </a:lnTo>
                <a:lnTo>
                  <a:pt x="662132" y="42763"/>
                </a:lnTo>
                <a:lnTo>
                  <a:pt x="672811" y="50258"/>
                </a:lnTo>
                <a:lnTo>
                  <a:pt x="683491" y="53363"/>
                </a:lnTo>
                <a:lnTo>
                  <a:pt x="694170" y="55194"/>
                </a:lnTo>
                <a:lnTo>
                  <a:pt x="704850" y="42670"/>
                </a:lnTo>
                <a:lnTo>
                  <a:pt x="715530" y="42177"/>
                </a:lnTo>
                <a:lnTo>
                  <a:pt x="726209" y="46005"/>
                </a:lnTo>
                <a:lnTo>
                  <a:pt x="736889" y="48921"/>
                </a:lnTo>
                <a:lnTo>
                  <a:pt x="747568" y="40501"/>
                </a:lnTo>
                <a:lnTo>
                  <a:pt x="758248" y="38751"/>
                </a:lnTo>
                <a:lnTo>
                  <a:pt x="768927" y="44167"/>
                </a:lnTo>
                <a:lnTo>
                  <a:pt x="779607" y="46670"/>
                </a:lnTo>
                <a:lnTo>
                  <a:pt x="790286" y="31478"/>
                </a:lnTo>
                <a:lnTo>
                  <a:pt x="800966" y="42538"/>
                </a:lnTo>
                <a:lnTo>
                  <a:pt x="811645" y="26357"/>
                </a:lnTo>
                <a:lnTo>
                  <a:pt x="822325" y="26631"/>
                </a:lnTo>
                <a:lnTo>
                  <a:pt x="833005" y="40155"/>
                </a:lnTo>
                <a:lnTo>
                  <a:pt x="843684" y="33719"/>
                </a:lnTo>
                <a:lnTo>
                  <a:pt x="854364" y="21314"/>
                </a:lnTo>
                <a:lnTo>
                  <a:pt x="865043" y="16597"/>
                </a:lnTo>
                <a:lnTo>
                  <a:pt x="875723" y="20645"/>
                </a:lnTo>
                <a:lnTo>
                  <a:pt x="886402" y="31084"/>
                </a:lnTo>
                <a:lnTo>
                  <a:pt x="897082" y="28362"/>
                </a:lnTo>
                <a:lnTo>
                  <a:pt x="907761" y="15004"/>
                </a:lnTo>
                <a:lnTo>
                  <a:pt x="918441" y="20305"/>
                </a:lnTo>
                <a:lnTo>
                  <a:pt x="929120" y="24472"/>
                </a:lnTo>
                <a:lnTo>
                  <a:pt x="939800" y="15742"/>
                </a:lnTo>
                <a:lnTo>
                  <a:pt x="950480" y="12547"/>
                </a:lnTo>
                <a:lnTo>
                  <a:pt x="961159" y="11770"/>
                </a:lnTo>
                <a:lnTo>
                  <a:pt x="971839" y="7272"/>
                </a:lnTo>
                <a:lnTo>
                  <a:pt x="982518" y="20640"/>
                </a:lnTo>
                <a:lnTo>
                  <a:pt x="993198" y="4708"/>
                </a:lnTo>
                <a:lnTo>
                  <a:pt x="1003877" y="13876"/>
                </a:lnTo>
                <a:lnTo>
                  <a:pt x="1014557" y="13065"/>
                </a:lnTo>
                <a:lnTo>
                  <a:pt x="1025236" y="6089"/>
                </a:lnTo>
                <a:lnTo>
                  <a:pt x="1035916" y="1039"/>
                </a:lnTo>
                <a:lnTo>
                  <a:pt x="1046595" y="5386"/>
                </a:lnTo>
                <a:lnTo>
                  <a:pt x="1057275" y="0"/>
                </a:lnTo>
              </a:path>
            </a:pathLst>
          </a:custGeom>
          <a:noFill/>
          <a:ln w="13847">
            <a:solidFill>
              <a:srgbClr val="394D93"/>
            </a:solidFill>
            <a:prstDash val="solid"/>
          </a:ln>
        </p:spPr>
      </p:sp>
      <p:sp>
        <p:nvSpPr>
          <p:cNvPr id="117" name="p11_path_117">
            <a:extLst>
              <a:ext uri="{FF2B5EF4-FFF2-40B4-BE49-F238E27FC236}">
                <a16:creationId xmlns:a16="http://schemas.microsoft.com/office/drawing/2014/main" id="{FA7D4A9D-E317-405E-8C34-15E260EC369E}"/>
              </a:ext>
            </a:extLst>
          </p:cNvPr>
          <p:cNvSpPr>
            <a:spLocks/>
          </p:cNvSpPr>
          <p:nvPr/>
        </p:nvSpPr>
        <p:spPr>
          <a:xfrm>
            <a:off x="9860652" y="2929714"/>
            <a:ext cx="808967" cy="124528"/>
          </a:xfrm>
          <a:custGeom>
            <a:avLst/>
            <a:gdLst/>
            <a:ahLst/>
            <a:cxnLst/>
            <a:rect l="0" t="0" r="0" b="0"/>
            <a:pathLst>
              <a:path w="1057275" h="162752">
                <a:moveTo>
                  <a:pt x="0" y="38406"/>
                </a:moveTo>
                <a:lnTo>
                  <a:pt x="10680" y="0"/>
                </a:lnTo>
                <a:lnTo>
                  <a:pt x="21359" y="47891"/>
                </a:lnTo>
                <a:lnTo>
                  <a:pt x="32039" y="156878"/>
                </a:lnTo>
                <a:lnTo>
                  <a:pt x="42718" y="116312"/>
                </a:lnTo>
                <a:lnTo>
                  <a:pt x="53398" y="97955"/>
                </a:lnTo>
                <a:lnTo>
                  <a:pt x="64077" y="128769"/>
                </a:lnTo>
                <a:lnTo>
                  <a:pt x="74757" y="157738"/>
                </a:lnTo>
                <a:lnTo>
                  <a:pt x="85436" y="93706"/>
                </a:lnTo>
                <a:lnTo>
                  <a:pt x="96116" y="6078"/>
                </a:lnTo>
                <a:lnTo>
                  <a:pt x="106795" y="69030"/>
                </a:lnTo>
                <a:lnTo>
                  <a:pt x="117475" y="34629"/>
                </a:lnTo>
                <a:lnTo>
                  <a:pt x="128155" y="69388"/>
                </a:lnTo>
                <a:lnTo>
                  <a:pt x="138834" y="80982"/>
                </a:lnTo>
                <a:lnTo>
                  <a:pt x="149514" y="135526"/>
                </a:lnTo>
                <a:lnTo>
                  <a:pt x="160193" y="39116"/>
                </a:lnTo>
                <a:lnTo>
                  <a:pt x="170873" y="151806"/>
                </a:lnTo>
                <a:lnTo>
                  <a:pt x="181552" y="70133"/>
                </a:lnTo>
                <a:lnTo>
                  <a:pt x="192232" y="125610"/>
                </a:lnTo>
                <a:lnTo>
                  <a:pt x="202911" y="120090"/>
                </a:lnTo>
                <a:lnTo>
                  <a:pt x="213591" y="8067"/>
                </a:lnTo>
                <a:lnTo>
                  <a:pt x="224270" y="6561"/>
                </a:lnTo>
                <a:lnTo>
                  <a:pt x="234950" y="123891"/>
                </a:lnTo>
                <a:lnTo>
                  <a:pt x="245630" y="133481"/>
                </a:lnTo>
                <a:lnTo>
                  <a:pt x="256309" y="154852"/>
                </a:lnTo>
                <a:lnTo>
                  <a:pt x="266989" y="130061"/>
                </a:lnTo>
                <a:lnTo>
                  <a:pt x="277668" y="126506"/>
                </a:lnTo>
                <a:lnTo>
                  <a:pt x="288348" y="121711"/>
                </a:lnTo>
                <a:lnTo>
                  <a:pt x="299027" y="151635"/>
                </a:lnTo>
                <a:lnTo>
                  <a:pt x="309707" y="11097"/>
                </a:lnTo>
                <a:lnTo>
                  <a:pt x="320386" y="6494"/>
                </a:lnTo>
                <a:lnTo>
                  <a:pt x="331066" y="42322"/>
                </a:lnTo>
                <a:lnTo>
                  <a:pt x="341745" y="11955"/>
                </a:lnTo>
                <a:lnTo>
                  <a:pt x="352425" y="36579"/>
                </a:lnTo>
                <a:lnTo>
                  <a:pt x="363105" y="27133"/>
                </a:lnTo>
                <a:lnTo>
                  <a:pt x="373784" y="506"/>
                </a:lnTo>
                <a:lnTo>
                  <a:pt x="384464" y="74851"/>
                </a:lnTo>
                <a:lnTo>
                  <a:pt x="395143" y="121631"/>
                </a:lnTo>
                <a:lnTo>
                  <a:pt x="405823" y="26148"/>
                </a:lnTo>
                <a:lnTo>
                  <a:pt x="416502" y="119781"/>
                </a:lnTo>
                <a:lnTo>
                  <a:pt x="427182" y="13246"/>
                </a:lnTo>
                <a:lnTo>
                  <a:pt x="437861" y="32395"/>
                </a:lnTo>
                <a:lnTo>
                  <a:pt x="448541" y="11091"/>
                </a:lnTo>
                <a:lnTo>
                  <a:pt x="459220" y="43160"/>
                </a:lnTo>
                <a:lnTo>
                  <a:pt x="469900" y="148656"/>
                </a:lnTo>
                <a:lnTo>
                  <a:pt x="480580" y="25025"/>
                </a:lnTo>
                <a:lnTo>
                  <a:pt x="491259" y="43629"/>
                </a:lnTo>
                <a:lnTo>
                  <a:pt x="501939" y="59385"/>
                </a:lnTo>
                <a:lnTo>
                  <a:pt x="512618" y="109998"/>
                </a:lnTo>
                <a:lnTo>
                  <a:pt x="523298" y="56593"/>
                </a:lnTo>
                <a:lnTo>
                  <a:pt x="533977" y="109949"/>
                </a:lnTo>
                <a:lnTo>
                  <a:pt x="544657" y="5520"/>
                </a:lnTo>
                <a:lnTo>
                  <a:pt x="555336" y="49026"/>
                </a:lnTo>
                <a:lnTo>
                  <a:pt x="566016" y="114105"/>
                </a:lnTo>
                <a:lnTo>
                  <a:pt x="576695" y="61544"/>
                </a:lnTo>
                <a:lnTo>
                  <a:pt x="587375" y="147059"/>
                </a:lnTo>
                <a:lnTo>
                  <a:pt x="598055" y="22206"/>
                </a:lnTo>
                <a:lnTo>
                  <a:pt x="608734" y="162517"/>
                </a:lnTo>
                <a:lnTo>
                  <a:pt x="619414" y="78435"/>
                </a:lnTo>
                <a:lnTo>
                  <a:pt x="630093" y="105097"/>
                </a:lnTo>
                <a:lnTo>
                  <a:pt x="640773" y="54665"/>
                </a:lnTo>
                <a:lnTo>
                  <a:pt x="651452" y="51411"/>
                </a:lnTo>
                <a:lnTo>
                  <a:pt x="662132" y="22891"/>
                </a:lnTo>
                <a:lnTo>
                  <a:pt x="672811" y="113462"/>
                </a:lnTo>
                <a:lnTo>
                  <a:pt x="683491" y="10182"/>
                </a:lnTo>
                <a:lnTo>
                  <a:pt x="694170" y="87752"/>
                </a:lnTo>
                <a:lnTo>
                  <a:pt x="704850" y="15338"/>
                </a:lnTo>
                <a:lnTo>
                  <a:pt x="715530" y="103264"/>
                </a:lnTo>
                <a:lnTo>
                  <a:pt x="726209" y="66630"/>
                </a:lnTo>
                <a:lnTo>
                  <a:pt x="736889" y="80943"/>
                </a:lnTo>
                <a:lnTo>
                  <a:pt x="747568" y="28462"/>
                </a:lnTo>
                <a:lnTo>
                  <a:pt x="758248" y="162254"/>
                </a:lnTo>
                <a:lnTo>
                  <a:pt x="768927" y="21877"/>
                </a:lnTo>
                <a:lnTo>
                  <a:pt x="779607" y="101064"/>
                </a:lnTo>
                <a:lnTo>
                  <a:pt x="790286" y="95679"/>
                </a:lnTo>
                <a:lnTo>
                  <a:pt x="800966" y="73016"/>
                </a:lnTo>
                <a:lnTo>
                  <a:pt x="811645" y="109213"/>
                </a:lnTo>
                <a:lnTo>
                  <a:pt x="822325" y="20971"/>
                </a:lnTo>
                <a:lnTo>
                  <a:pt x="833005" y="155835"/>
                </a:lnTo>
                <a:lnTo>
                  <a:pt x="843684" y="88043"/>
                </a:lnTo>
                <a:lnTo>
                  <a:pt x="854364" y="158003"/>
                </a:lnTo>
                <a:lnTo>
                  <a:pt x="865043" y="20747"/>
                </a:lnTo>
                <a:lnTo>
                  <a:pt x="875723" y="67906"/>
                </a:lnTo>
                <a:lnTo>
                  <a:pt x="886402" y="73674"/>
                </a:lnTo>
                <a:lnTo>
                  <a:pt x="897082" y="23793"/>
                </a:lnTo>
                <a:lnTo>
                  <a:pt x="907761" y="24134"/>
                </a:lnTo>
                <a:lnTo>
                  <a:pt x="918441" y="43408"/>
                </a:lnTo>
                <a:lnTo>
                  <a:pt x="929120" y="79903"/>
                </a:lnTo>
                <a:lnTo>
                  <a:pt x="939800" y="3241"/>
                </a:lnTo>
                <a:lnTo>
                  <a:pt x="950480" y="263"/>
                </a:lnTo>
                <a:lnTo>
                  <a:pt x="961159" y="150635"/>
                </a:lnTo>
                <a:lnTo>
                  <a:pt x="971839" y="40105"/>
                </a:lnTo>
                <a:lnTo>
                  <a:pt x="982518" y="153601"/>
                </a:lnTo>
                <a:lnTo>
                  <a:pt x="993198" y="162752"/>
                </a:lnTo>
                <a:lnTo>
                  <a:pt x="1003877" y="37414"/>
                </a:lnTo>
                <a:lnTo>
                  <a:pt x="1014557" y="104930"/>
                </a:lnTo>
                <a:lnTo>
                  <a:pt x="1025236" y="92487"/>
                </a:lnTo>
                <a:lnTo>
                  <a:pt x="1035916" y="139094"/>
                </a:lnTo>
                <a:lnTo>
                  <a:pt x="1046595" y="59932"/>
                </a:lnTo>
                <a:lnTo>
                  <a:pt x="1057275" y="49926"/>
                </a:lnTo>
              </a:path>
            </a:pathLst>
          </a:custGeom>
          <a:noFill/>
          <a:ln w="13847">
            <a:solidFill>
              <a:srgbClr val="394D93"/>
            </a:solidFill>
            <a:prstDash val="solid"/>
          </a:ln>
        </p:spPr>
      </p:sp>
      <p:sp>
        <p:nvSpPr>
          <p:cNvPr id="118" name="p11_path_118">
            <a:extLst>
              <a:ext uri="{FF2B5EF4-FFF2-40B4-BE49-F238E27FC236}">
                <a16:creationId xmlns:a16="http://schemas.microsoft.com/office/drawing/2014/main" id="{3E3B6C7B-2AC3-420A-9FEF-1B457051EEF8}"/>
              </a:ext>
            </a:extLst>
          </p:cNvPr>
          <p:cNvSpPr>
            <a:spLocks/>
          </p:cNvSpPr>
          <p:nvPr/>
        </p:nvSpPr>
        <p:spPr>
          <a:xfrm>
            <a:off x="9765909" y="2995365"/>
            <a:ext cx="65592" cy="729"/>
          </a:xfrm>
          <a:custGeom>
            <a:avLst/>
            <a:gdLst/>
            <a:ahLst/>
            <a:cxnLst/>
            <a:rect l="0" t="0" r="0" b="0"/>
            <a:pathLst>
              <a:path w="85725" h="953">
                <a:moveTo>
                  <a:pt x="0" y="0"/>
                </a:moveTo>
                <a:lnTo>
                  <a:pt x="85725" y="0"/>
                </a:lnTo>
              </a:path>
            </a:pathLst>
          </a:custGeom>
          <a:noFill/>
          <a:ln w="7288">
            <a:solidFill>
              <a:srgbClr val="8599C3"/>
            </a:solidFill>
            <a:prstDash val="solid"/>
          </a:ln>
        </p:spPr>
      </p:sp>
      <p:sp>
        <p:nvSpPr>
          <p:cNvPr id="119" name="p11_rect_119">
            <a:extLst>
              <a:ext uri="{FF2B5EF4-FFF2-40B4-BE49-F238E27FC236}">
                <a16:creationId xmlns:a16="http://schemas.microsoft.com/office/drawing/2014/main" id="{EBA0E027-D5B6-431F-801D-AD9EE2DAFE4E}"/>
              </a:ext>
            </a:extLst>
          </p:cNvPr>
          <p:cNvSpPr>
            <a:spLocks/>
          </p:cNvSpPr>
          <p:nvPr/>
        </p:nvSpPr>
        <p:spPr>
          <a:xfrm>
            <a:off x="8840334" y="3359764"/>
            <a:ext cx="3031804" cy="772527"/>
          </a:xfrm>
          <a:prstGeom prst="roundRect">
            <a:avLst>
              <a:gd name="adj" fmla="val 6604"/>
            </a:avLst>
          </a:prstGeom>
          <a:solidFill>
            <a:srgbClr val="FFFFFF"/>
          </a:solidFill>
          <a:ln w="7288">
            <a:solidFill>
              <a:srgbClr val="8599C3"/>
            </a:solidFill>
            <a:prstDash val="solid"/>
          </a:ln>
        </p:spPr>
      </p:sp>
      <p:sp>
        <p:nvSpPr>
          <p:cNvPr id="120" name="p11_rect_120">
            <a:extLst>
              <a:ext uri="{FF2B5EF4-FFF2-40B4-BE49-F238E27FC236}">
                <a16:creationId xmlns:a16="http://schemas.microsoft.com/office/drawing/2014/main" id="{1A20928B-305B-463B-ACBB-8FF37FCF7314}"/>
              </a:ext>
            </a:extLst>
          </p:cNvPr>
          <p:cNvSpPr>
            <a:spLocks/>
          </p:cNvSpPr>
          <p:nvPr/>
        </p:nvSpPr>
        <p:spPr>
          <a:xfrm>
            <a:off x="11077747" y="3483660"/>
            <a:ext cx="670495" cy="510159"/>
          </a:xfrm>
          <a:prstGeom prst="roundRect">
            <a:avLst>
              <a:gd name="adj" fmla="val 8571"/>
            </a:avLst>
          </a:prstGeom>
          <a:gradFill>
            <a:gsLst>
              <a:gs pos="0">
                <a:srgbClr val="E5EAF8"/>
              </a:gs>
              <a:gs pos="100000">
                <a:srgbClr val="C4CEEB"/>
              </a:gs>
            </a:gsLst>
            <a:lin ang="5400000"/>
          </a:gradFill>
          <a:ln w="7288">
            <a:solidFill>
              <a:srgbClr val="8599C3"/>
            </a:solidFill>
            <a:prstDash val="solid"/>
          </a:ln>
        </p:spPr>
      </p:sp>
      <p:sp>
        <p:nvSpPr>
          <p:cNvPr id="121" name="p11_rect_121">
            <a:extLst>
              <a:ext uri="{FF2B5EF4-FFF2-40B4-BE49-F238E27FC236}">
                <a16:creationId xmlns:a16="http://schemas.microsoft.com/office/drawing/2014/main" id="{8CC30F4B-9EA8-4E31-80FF-2CCB2E380F35}"/>
              </a:ext>
            </a:extLst>
          </p:cNvPr>
          <p:cNvSpPr>
            <a:spLocks/>
          </p:cNvSpPr>
          <p:nvPr/>
        </p:nvSpPr>
        <p:spPr>
          <a:xfrm>
            <a:off x="8949654" y="3724164"/>
            <a:ext cx="153048" cy="255080"/>
          </a:xfrm>
          <a:prstGeom prst="roundRect">
            <a:avLst>
              <a:gd name="adj" fmla="val 4762"/>
            </a:avLst>
          </a:prstGeom>
          <a:solidFill>
            <a:srgbClr val="FFFFFF"/>
          </a:solidFill>
          <a:ln w="7288">
            <a:solidFill>
              <a:srgbClr val="394D93"/>
            </a:solidFill>
            <a:prstDash val="solid"/>
          </a:ln>
        </p:spPr>
      </p:sp>
      <p:sp>
        <p:nvSpPr>
          <p:cNvPr id="122" name="p11_path_122">
            <a:extLst>
              <a:ext uri="{FF2B5EF4-FFF2-40B4-BE49-F238E27FC236}">
                <a16:creationId xmlns:a16="http://schemas.microsoft.com/office/drawing/2014/main" id="{395C8AE3-A14E-4F17-801C-7D6F6B619B21}"/>
              </a:ext>
            </a:extLst>
          </p:cNvPr>
          <p:cNvSpPr>
            <a:spLocks/>
          </p:cNvSpPr>
          <p:nvPr/>
        </p:nvSpPr>
        <p:spPr>
          <a:xfrm>
            <a:off x="8956942" y="3797152"/>
            <a:ext cx="131184" cy="102659"/>
          </a:xfrm>
          <a:custGeom>
            <a:avLst/>
            <a:gdLst/>
            <a:ahLst/>
            <a:cxnLst/>
            <a:rect l="0" t="0" r="0" b="0"/>
            <a:pathLst>
              <a:path w="171450" h="134170">
                <a:moveTo>
                  <a:pt x="0" y="64030"/>
                </a:moveTo>
                <a:lnTo>
                  <a:pt x="1732" y="84993"/>
                </a:lnTo>
                <a:lnTo>
                  <a:pt x="3464" y="103611"/>
                </a:lnTo>
                <a:lnTo>
                  <a:pt x="5195" y="113864"/>
                </a:lnTo>
                <a:lnTo>
                  <a:pt x="6927" y="115790"/>
                </a:lnTo>
                <a:lnTo>
                  <a:pt x="8659" y="120590"/>
                </a:lnTo>
                <a:lnTo>
                  <a:pt x="10391" y="114162"/>
                </a:lnTo>
                <a:lnTo>
                  <a:pt x="12123" y="104848"/>
                </a:lnTo>
                <a:lnTo>
                  <a:pt x="13855" y="93954"/>
                </a:lnTo>
                <a:lnTo>
                  <a:pt x="15586" y="94707"/>
                </a:lnTo>
                <a:lnTo>
                  <a:pt x="17318" y="85723"/>
                </a:lnTo>
                <a:lnTo>
                  <a:pt x="19050" y="91749"/>
                </a:lnTo>
                <a:lnTo>
                  <a:pt x="20782" y="92158"/>
                </a:lnTo>
                <a:lnTo>
                  <a:pt x="22514" y="98194"/>
                </a:lnTo>
                <a:lnTo>
                  <a:pt x="24245" y="101377"/>
                </a:lnTo>
                <a:lnTo>
                  <a:pt x="25977" y="104611"/>
                </a:lnTo>
                <a:lnTo>
                  <a:pt x="27709" y="94510"/>
                </a:lnTo>
                <a:lnTo>
                  <a:pt x="29441" y="88396"/>
                </a:lnTo>
                <a:lnTo>
                  <a:pt x="31173" y="75028"/>
                </a:lnTo>
                <a:lnTo>
                  <a:pt x="32905" y="59183"/>
                </a:lnTo>
                <a:lnTo>
                  <a:pt x="34636" y="44482"/>
                </a:lnTo>
                <a:lnTo>
                  <a:pt x="36368" y="24526"/>
                </a:lnTo>
                <a:lnTo>
                  <a:pt x="38100" y="13187"/>
                </a:lnTo>
                <a:lnTo>
                  <a:pt x="39832" y="5782"/>
                </a:lnTo>
                <a:lnTo>
                  <a:pt x="41564" y="2970"/>
                </a:lnTo>
                <a:lnTo>
                  <a:pt x="43295" y="9016"/>
                </a:lnTo>
                <a:lnTo>
                  <a:pt x="45027" y="19238"/>
                </a:lnTo>
                <a:lnTo>
                  <a:pt x="46759" y="31440"/>
                </a:lnTo>
                <a:lnTo>
                  <a:pt x="48491" y="42374"/>
                </a:lnTo>
                <a:lnTo>
                  <a:pt x="50223" y="52818"/>
                </a:lnTo>
                <a:lnTo>
                  <a:pt x="51955" y="50747"/>
                </a:lnTo>
                <a:lnTo>
                  <a:pt x="53686" y="57074"/>
                </a:lnTo>
                <a:lnTo>
                  <a:pt x="55418" y="54541"/>
                </a:lnTo>
                <a:lnTo>
                  <a:pt x="57150" y="51881"/>
                </a:lnTo>
                <a:lnTo>
                  <a:pt x="58882" y="49937"/>
                </a:lnTo>
                <a:lnTo>
                  <a:pt x="60614" y="52259"/>
                </a:lnTo>
                <a:lnTo>
                  <a:pt x="62345" y="54154"/>
                </a:lnTo>
                <a:lnTo>
                  <a:pt x="64077" y="66734"/>
                </a:lnTo>
                <a:lnTo>
                  <a:pt x="65809" y="79166"/>
                </a:lnTo>
                <a:lnTo>
                  <a:pt x="67541" y="87478"/>
                </a:lnTo>
                <a:lnTo>
                  <a:pt x="69273" y="106609"/>
                </a:lnTo>
                <a:lnTo>
                  <a:pt x="71005" y="123004"/>
                </a:lnTo>
                <a:lnTo>
                  <a:pt x="72736" y="127558"/>
                </a:lnTo>
                <a:lnTo>
                  <a:pt x="74468" y="133040"/>
                </a:lnTo>
                <a:lnTo>
                  <a:pt x="76200" y="134170"/>
                </a:lnTo>
                <a:lnTo>
                  <a:pt x="77932" y="118729"/>
                </a:lnTo>
                <a:lnTo>
                  <a:pt x="79664" y="107252"/>
                </a:lnTo>
                <a:lnTo>
                  <a:pt x="81395" y="96106"/>
                </a:lnTo>
                <a:lnTo>
                  <a:pt x="83127" y="77295"/>
                </a:lnTo>
                <a:lnTo>
                  <a:pt x="84859" y="69128"/>
                </a:lnTo>
                <a:lnTo>
                  <a:pt x="86591" y="62308"/>
                </a:lnTo>
                <a:lnTo>
                  <a:pt x="88323" y="58602"/>
                </a:lnTo>
                <a:lnTo>
                  <a:pt x="90055" y="51677"/>
                </a:lnTo>
                <a:lnTo>
                  <a:pt x="91786" y="60452"/>
                </a:lnTo>
                <a:lnTo>
                  <a:pt x="93518" y="58742"/>
                </a:lnTo>
                <a:lnTo>
                  <a:pt x="95250" y="63015"/>
                </a:lnTo>
                <a:lnTo>
                  <a:pt x="96982" y="54974"/>
                </a:lnTo>
                <a:lnTo>
                  <a:pt x="98714" y="47018"/>
                </a:lnTo>
                <a:lnTo>
                  <a:pt x="100445" y="44579"/>
                </a:lnTo>
                <a:lnTo>
                  <a:pt x="102177" y="27757"/>
                </a:lnTo>
                <a:lnTo>
                  <a:pt x="103909" y="13205"/>
                </a:lnTo>
                <a:lnTo>
                  <a:pt x="105641" y="8172"/>
                </a:lnTo>
                <a:lnTo>
                  <a:pt x="107373" y="0"/>
                </a:lnTo>
                <a:lnTo>
                  <a:pt x="109105" y="8601"/>
                </a:lnTo>
                <a:lnTo>
                  <a:pt x="110836" y="11330"/>
                </a:lnTo>
                <a:lnTo>
                  <a:pt x="112568" y="22035"/>
                </a:lnTo>
                <a:lnTo>
                  <a:pt x="114300" y="40151"/>
                </a:lnTo>
                <a:lnTo>
                  <a:pt x="116032" y="57650"/>
                </a:lnTo>
                <a:lnTo>
                  <a:pt x="117764" y="74185"/>
                </a:lnTo>
                <a:lnTo>
                  <a:pt x="119495" y="83081"/>
                </a:lnTo>
                <a:lnTo>
                  <a:pt x="121227" y="97473"/>
                </a:lnTo>
                <a:lnTo>
                  <a:pt x="122959" y="97097"/>
                </a:lnTo>
                <a:lnTo>
                  <a:pt x="124691" y="95878"/>
                </a:lnTo>
                <a:lnTo>
                  <a:pt x="126423" y="91836"/>
                </a:lnTo>
                <a:lnTo>
                  <a:pt x="128155" y="87757"/>
                </a:lnTo>
                <a:lnTo>
                  <a:pt x="129886" y="88794"/>
                </a:lnTo>
                <a:lnTo>
                  <a:pt x="131618" y="86622"/>
                </a:lnTo>
                <a:lnTo>
                  <a:pt x="133350" y="95242"/>
                </a:lnTo>
                <a:lnTo>
                  <a:pt x="135082" y="102424"/>
                </a:lnTo>
                <a:lnTo>
                  <a:pt x="136814" y="105564"/>
                </a:lnTo>
                <a:lnTo>
                  <a:pt x="138545" y="110761"/>
                </a:lnTo>
                <a:lnTo>
                  <a:pt x="140277" y="121068"/>
                </a:lnTo>
                <a:lnTo>
                  <a:pt x="142009" y="121922"/>
                </a:lnTo>
                <a:lnTo>
                  <a:pt x="143741" y="112143"/>
                </a:lnTo>
                <a:lnTo>
                  <a:pt x="145473" y="100341"/>
                </a:lnTo>
                <a:lnTo>
                  <a:pt x="147205" y="87392"/>
                </a:lnTo>
                <a:lnTo>
                  <a:pt x="148936" y="69725"/>
                </a:lnTo>
                <a:lnTo>
                  <a:pt x="150668" y="54948"/>
                </a:lnTo>
                <a:lnTo>
                  <a:pt x="152400" y="40910"/>
                </a:lnTo>
                <a:lnTo>
                  <a:pt x="154132" y="25928"/>
                </a:lnTo>
                <a:lnTo>
                  <a:pt x="155864" y="14368"/>
                </a:lnTo>
                <a:lnTo>
                  <a:pt x="157595" y="13359"/>
                </a:lnTo>
                <a:lnTo>
                  <a:pt x="159327" y="22296"/>
                </a:lnTo>
                <a:lnTo>
                  <a:pt x="161059" y="23408"/>
                </a:lnTo>
                <a:lnTo>
                  <a:pt x="162791" y="34589"/>
                </a:lnTo>
                <a:lnTo>
                  <a:pt x="164523" y="44511"/>
                </a:lnTo>
                <a:lnTo>
                  <a:pt x="166255" y="47429"/>
                </a:lnTo>
                <a:lnTo>
                  <a:pt x="167986" y="47007"/>
                </a:lnTo>
                <a:lnTo>
                  <a:pt x="169718" y="36323"/>
                </a:lnTo>
                <a:lnTo>
                  <a:pt x="171450" y="34684"/>
                </a:lnTo>
              </a:path>
            </a:pathLst>
          </a:custGeom>
          <a:noFill/>
          <a:ln w="13847">
            <a:solidFill>
              <a:srgbClr val="394D93"/>
            </a:solidFill>
            <a:prstDash val="solid"/>
          </a:ln>
        </p:spPr>
      </p:sp>
      <p:sp>
        <p:nvSpPr>
          <p:cNvPr id="123" name="p11_rect_123">
            <a:extLst>
              <a:ext uri="{FF2B5EF4-FFF2-40B4-BE49-F238E27FC236}">
                <a16:creationId xmlns:a16="http://schemas.microsoft.com/office/drawing/2014/main" id="{D752CEAB-DEBC-4C26-9845-E9ED52E2D1AA}"/>
              </a:ext>
            </a:extLst>
          </p:cNvPr>
          <p:cNvSpPr>
            <a:spLocks/>
          </p:cNvSpPr>
          <p:nvPr/>
        </p:nvSpPr>
        <p:spPr>
          <a:xfrm>
            <a:off x="9153717" y="3724164"/>
            <a:ext cx="153048" cy="255080"/>
          </a:xfrm>
          <a:prstGeom prst="roundRect">
            <a:avLst>
              <a:gd name="adj" fmla="val 4762"/>
            </a:avLst>
          </a:prstGeom>
          <a:solidFill>
            <a:srgbClr val="FFFFFF"/>
          </a:solidFill>
          <a:ln w="7288">
            <a:solidFill>
              <a:srgbClr val="394D93"/>
            </a:solidFill>
            <a:prstDash val="solid"/>
          </a:ln>
        </p:spPr>
      </p:sp>
      <p:sp>
        <p:nvSpPr>
          <p:cNvPr id="124" name="p11_path_124">
            <a:extLst>
              <a:ext uri="{FF2B5EF4-FFF2-40B4-BE49-F238E27FC236}">
                <a16:creationId xmlns:a16="http://schemas.microsoft.com/office/drawing/2014/main" id="{8513BDC0-5139-41A0-AD2A-D7ED8F3CAA0B}"/>
              </a:ext>
            </a:extLst>
          </p:cNvPr>
          <p:cNvSpPr>
            <a:spLocks/>
          </p:cNvSpPr>
          <p:nvPr/>
        </p:nvSpPr>
        <p:spPr>
          <a:xfrm>
            <a:off x="9161005" y="3797149"/>
            <a:ext cx="131184" cy="101682"/>
          </a:xfrm>
          <a:custGeom>
            <a:avLst/>
            <a:gdLst/>
            <a:ahLst/>
            <a:cxnLst/>
            <a:rect l="0" t="0" r="0" b="0"/>
            <a:pathLst>
              <a:path w="171450" h="132893">
                <a:moveTo>
                  <a:pt x="0" y="64038"/>
                </a:moveTo>
                <a:lnTo>
                  <a:pt x="1732" y="85861"/>
                </a:lnTo>
                <a:lnTo>
                  <a:pt x="3464" y="100612"/>
                </a:lnTo>
                <a:lnTo>
                  <a:pt x="5195" y="114221"/>
                </a:lnTo>
                <a:lnTo>
                  <a:pt x="6927" y="112618"/>
                </a:lnTo>
                <a:lnTo>
                  <a:pt x="8659" y="118191"/>
                </a:lnTo>
                <a:lnTo>
                  <a:pt x="10391" y="108747"/>
                </a:lnTo>
                <a:lnTo>
                  <a:pt x="12123" y="104054"/>
                </a:lnTo>
                <a:lnTo>
                  <a:pt x="13855" y="98803"/>
                </a:lnTo>
                <a:lnTo>
                  <a:pt x="15586" y="95259"/>
                </a:lnTo>
                <a:lnTo>
                  <a:pt x="17318" y="90049"/>
                </a:lnTo>
                <a:lnTo>
                  <a:pt x="19050" y="88751"/>
                </a:lnTo>
                <a:lnTo>
                  <a:pt x="20782" y="91941"/>
                </a:lnTo>
                <a:lnTo>
                  <a:pt x="22514" y="97739"/>
                </a:lnTo>
                <a:lnTo>
                  <a:pt x="24245" y="103556"/>
                </a:lnTo>
                <a:lnTo>
                  <a:pt x="25977" y="99530"/>
                </a:lnTo>
                <a:lnTo>
                  <a:pt x="27709" y="95973"/>
                </a:lnTo>
                <a:lnTo>
                  <a:pt x="29441" y="88545"/>
                </a:lnTo>
                <a:lnTo>
                  <a:pt x="31173" y="77876"/>
                </a:lnTo>
                <a:lnTo>
                  <a:pt x="32905" y="58109"/>
                </a:lnTo>
                <a:lnTo>
                  <a:pt x="34636" y="41544"/>
                </a:lnTo>
                <a:lnTo>
                  <a:pt x="36368" y="29891"/>
                </a:lnTo>
                <a:lnTo>
                  <a:pt x="38100" y="10050"/>
                </a:lnTo>
                <a:lnTo>
                  <a:pt x="39832" y="6469"/>
                </a:lnTo>
                <a:lnTo>
                  <a:pt x="41564" y="4093"/>
                </a:lnTo>
                <a:lnTo>
                  <a:pt x="43295" y="3703"/>
                </a:lnTo>
                <a:lnTo>
                  <a:pt x="45027" y="15426"/>
                </a:lnTo>
                <a:lnTo>
                  <a:pt x="46759" y="29225"/>
                </a:lnTo>
                <a:lnTo>
                  <a:pt x="48491" y="40567"/>
                </a:lnTo>
                <a:lnTo>
                  <a:pt x="50223" y="49177"/>
                </a:lnTo>
                <a:lnTo>
                  <a:pt x="51955" y="56348"/>
                </a:lnTo>
                <a:lnTo>
                  <a:pt x="53686" y="58556"/>
                </a:lnTo>
                <a:lnTo>
                  <a:pt x="55418" y="54196"/>
                </a:lnTo>
                <a:lnTo>
                  <a:pt x="57150" y="57661"/>
                </a:lnTo>
                <a:lnTo>
                  <a:pt x="58882" y="53726"/>
                </a:lnTo>
                <a:lnTo>
                  <a:pt x="60614" y="51527"/>
                </a:lnTo>
                <a:lnTo>
                  <a:pt x="62345" y="52793"/>
                </a:lnTo>
                <a:lnTo>
                  <a:pt x="64077" y="65043"/>
                </a:lnTo>
                <a:lnTo>
                  <a:pt x="65809" y="78203"/>
                </a:lnTo>
                <a:lnTo>
                  <a:pt x="67541" y="88877"/>
                </a:lnTo>
                <a:lnTo>
                  <a:pt x="69273" y="104065"/>
                </a:lnTo>
                <a:lnTo>
                  <a:pt x="71005" y="121956"/>
                </a:lnTo>
                <a:lnTo>
                  <a:pt x="72736" y="132893"/>
                </a:lnTo>
                <a:lnTo>
                  <a:pt x="74468" y="128820"/>
                </a:lnTo>
                <a:lnTo>
                  <a:pt x="76200" y="130402"/>
                </a:lnTo>
                <a:lnTo>
                  <a:pt x="77932" y="118724"/>
                </a:lnTo>
                <a:lnTo>
                  <a:pt x="79664" y="111037"/>
                </a:lnTo>
                <a:lnTo>
                  <a:pt x="81395" y="93652"/>
                </a:lnTo>
                <a:lnTo>
                  <a:pt x="83127" y="80137"/>
                </a:lnTo>
                <a:lnTo>
                  <a:pt x="84859" y="72505"/>
                </a:lnTo>
                <a:lnTo>
                  <a:pt x="86591" y="64144"/>
                </a:lnTo>
                <a:lnTo>
                  <a:pt x="88323" y="57271"/>
                </a:lnTo>
                <a:lnTo>
                  <a:pt x="90055" y="52161"/>
                </a:lnTo>
                <a:lnTo>
                  <a:pt x="91786" y="58376"/>
                </a:lnTo>
                <a:lnTo>
                  <a:pt x="93518" y="56772"/>
                </a:lnTo>
                <a:lnTo>
                  <a:pt x="95250" y="57411"/>
                </a:lnTo>
                <a:lnTo>
                  <a:pt x="96982" y="54647"/>
                </a:lnTo>
                <a:lnTo>
                  <a:pt x="98714" y="52400"/>
                </a:lnTo>
                <a:lnTo>
                  <a:pt x="100445" y="37968"/>
                </a:lnTo>
                <a:lnTo>
                  <a:pt x="102177" y="24381"/>
                </a:lnTo>
                <a:lnTo>
                  <a:pt x="103909" y="19372"/>
                </a:lnTo>
                <a:lnTo>
                  <a:pt x="105641" y="3973"/>
                </a:lnTo>
                <a:lnTo>
                  <a:pt x="107373" y="0"/>
                </a:lnTo>
                <a:lnTo>
                  <a:pt x="109105" y="559"/>
                </a:lnTo>
                <a:lnTo>
                  <a:pt x="110836" y="14426"/>
                </a:lnTo>
                <a:lnTo>
                  <a:pt x="112568" y="28309"/>
                </a:lnTo>
                <a:lnTo>
                  <a:pt x="114300" y="37552"/>
                </a:lnTo>
                <a:lnTo>
                  <a:pt x="116032" y="59838"/>
                </a:lnTo>
                <a:lnTo>
                  <a:pt x="117764" y="72031"/>
                </a:lnTo>
                <a:lnTo>
                  <a:pt x="119495" y="89474"/>
                </a:lnTo>
                <a:lnTo>
                  <a:pt x="121227" y="94378"/>
                </a:lnTo>
                <a:lnTo>
                  <a:pt x="122959" y="102007"/>
                </a:lnTo>
                <a:lnTo>
                  <a:pt x="124691" y="99238"/>
                </a:lnTo>
                <a:lnTo>
                  <a:pt x="126423" y="98177"/>
                </a:lnTo>
                <a:lnTo>
                  <a:pt x="128155" y="90286"/>
                </a:lnTo>
                <a:lnTo>
                  <a:pt x="129886" y="84665"/>
                </a:lnTo>
                <a:lnTo>
                  <a:pt x="131618" y="91058"/>
                </a:lnTo>
                <a:lnTo>
                  <a:pt x="133350" y="93867"/>
                </a:lnTo>
                <a:lnTo>
                  <a:pt x="135082" y="102504"/>
                </a:lnTo>
                <a:lnTo>
                  <a:pt x="136814" y="103930"/>
                </a:lnTo>
                <a:lnTo>
                  <a:pt x="138545" y="118024"/>
                </a:lnTo>
                <a:lnTo>
                  <a:pt x="140277" y="121825"/>
                </a:lnTo>
                <a:lnTo>
                  <a:pt x="142009" y="123124"/>
                </a:lnTo>
                <a:lnTo>
                  <a:pt x="143741" y="118138"/>
                </a:lnTo>
                <a:lnTo>
                  <a:pt x="145473" y="104057"/>
                </a:lnTo>
                <a:lnTo>
                  <a:pt x="147205" y="86837"/>
                </a:lnTo>
                <a:lnTo>
                  <a:pt x="148936" y="67448"/>
                </a:lnTo>
                <a:lnTo>
                  <a:pt x="150668" y="52443"/>
                </a:lnTo>
                <a:lnTo>
                  <a:pt x="152400" y="37168"/>
                </a:lnTo>
                <a:lnTo>
                  <a:pt x="154132" y="22845"/>
                </a:lnTo>
                <a:lnTo>
                  <a:pt x="155864" y="19835"/>
                </a:lnTo>
                <a:lnTo>
                  <a:pt x="157595" y="13783"/>
                </a:lnTo>
                <a:lnTo>
                  <a:pt x="159327" y="22997"/>
                </a:lnTo>
                <a:lnTo>
                  <a:pt x="161059" y="30989"/>
                </a:lnTo>
                <a:lnTo>
                  <a:pt x="162791" y="30347"/>
                </a:lnTo>
                <a:lnTo>
                  <a:pt x="164523" y="44005"/>
                </a:lnTo>
                <a:lnTo>
                  <a:pt x="166255" y="39143"/>
                </a:lnTo>
                <a:lnTo>
                  <a:pt x="167986" y="43074"/>
                </a:lnTo>
                <a:lnTo>
                  <a:pt x="169718" y="44394"/>
                </a:lnTo>
                <a:lnTo>
                  <a:pt x="171450" y="34429"/>
                </a:lnTo>
              </a:path>
            </a:pathLst>
          </a:custGeom>
          <a:noFill/>
          <a:ln w="13847">
            <a:solidFill>
              <a:srgbClr val="394D93"/>
            </a:solidFill>
            <a:prstDash val="solid"/>
          </a:ln>
        </p:spPr>
      </p:sp>
      <p:sp>
        <p:nvSpPr>
          <p:cNvPr id="125" name="p11_rect_125">
            <a:extLst>
              <a:ext uri="{FF2B5EF4-FFF2-40B4-BE49-F238E27FC236}">
                <a16:creationId xmlns:a16="http://schemas.microsoft.com/office/drawing/2014/main" id="{C949A174-529C-4CCA-88A0-0EA4CA4029C7}"/>
              </a:ext>
            </a:extLst>
          </p:cNvPr>
          <p:cNvSpPr>
            <a:spLocks/>
          </p:cNvSpPr>
          <p:nvPr/>
        </p:nvSpPr>
        <p:spPr>
          <a:xfrm>
            <a:off x="9357781" y="3724164"/>
            <a:ext cx="153048" cy="255080"/>
          </a:xfrm>
          <a:prstGeom prst="roundRect">
            <a:avLst>
              <a:gd name="adj" fmla="val 4762"/>
            </a:avLst>
          </a:prstGeom>
          <a:solidFill>
            <a:srgbClr val="FFFFFF"/>
          </a:solidFill>
          <a:ln w="7288">
            <a:solidFill>
              <a:srgbClr val="394D93"/>
            </a:solidFill>
            <a:prstDash val="solid"/>
          </a:ln>
        </p:spPr>
      </p:sp>
      <p:sp>
        <p:nvSpPr>
          <p:cNvPr id="126" name="p11_path_126">
            <a:extLst>
              <a:ext uri="{FF2B5EF4-FFF2-40B4-BE49-F238E27FC236}">
                <a16:creationId xmlns:a16="http://schemas.microsoft.com/office/drawing/2014/main" id="{A8124507-A05A-44B5-9131-D0C95D63C5AC}"/>
              </a:ext>
            </a:extLst>
          </p:cNvPr>
          <p:cNvSpPr>
            <a:spLocks/>
          </p:cNvSpPr>
          <p:nvPr/>
        </p:nvSpPr>
        <p:spPr>
          <a:xfrm>
            <a:off x="9365069" y="3797146"/>
            <a:ext cx="131184" cy="102625"/>
          </a:xfrm>
          <a:custGeom>
            <a:avLst/>
            <a:gdLst/>
            <a:ahLst/>
            <a:cxnLst/>
            <a:rect l="0" t="0" r="0" b="0"/>
            <a:pathLst>
              <a:path w="171450" h="134126">
                <a:moveTo>
                  <a:pt x="0" y="64046"/>
                </a:moveTo>
                <a:lnTo>
                  <a:pt x="1732" y="86730"/>
                </a:lnTo>
                <a:lnTo>
                  <a:pt x="3464" y="97613"/>
                </a:lnTo>
                <a:lnTo>
                  <a:pt x="5195" y="114578"/>
                </a:lnTo>
                <a:lnTo>
                  <a:pt x="6927" y="118970"/>
                </a:lnTo>
                <a:lnTo>
                  <a:pt x="8659" y="115792"/>
                </a:lnTo>
                <a:lnTo>
                  <a:pt x="10391" y="112857"/>
                </a:lnTo>
                <a:lnTo>
                  <a:pt x="12123" y="103259"/>
                </a:lnTo>
                <a:lnTo>
                  <a:pt x="13855" y="94128"/>
                </a:lnTo>
                <a:lnTo>
                  <a:pt x="15586" y="95810"/>
                </a:lnTo>
                <a:lnTo>
                  <a:pt x="17318" y="84850"/>
                </a:lnTo>
                <a:lnTo>
                  <a:pt x="19050" y="85753"/>
                </a:lnTo>
                <a:lnTo>
                  <a:pt x="20782" y="91725"/>
                </a:lnTo>
                <a:lnTo>
                  <a:pt x="22514" y="97284"/>
                </a:lnTo>
                <a:lnTo>
                  <a:pt x="24245" y="96210"/>
                </a:lnTo>
                <a:lnTo>
                  <a:pt x="25977" y="103974"/>
                </a:lnTo>
                <a:lnTo>
                  <a:pt x="27709" y="97436"/>
                </a:lnTo>
                <a:lnTo>
                  <a:pt x="29441" y="88694"/>
                </a:lnTo>
                <a:lnTo>
                  <a:pt x="31173" y="80725"/>
                </a:lnTo>
                <a:lnTo>
                  <a:pt x="32905" y="57034"/>
                </a:lnTo>
                <a:lnTo>
                  <a:pt x="34636" y="48131"/>
                </a:lnTo>
                <a:lnTo>
                  <a:pt x="36368" y="25731"/>
                </a:lnTo>
                <a:lnTo>
                  <a:pt x="38100" y="16438"/>
                </a:lnTo>
                <a:lnTo>
                  <a:pt x="39832" y="7156"/>
                </a:lnTo>
                <a:lnTo>
                  <a:pt x="41564" y="5215"/>
                </a:lnTo>
                <a:lnTo>
                  <a:pt x="43295" y="7915"/>
                </a:lnTo>
                <a:lnTo>
                  <a:pt x="45027" y="21138"/>
                </a:lnTo>
                <a:lnTo>
                  <a:pt x="46759" y="27011"/>
                </a:lnTo>
                <a:lnTo>
                  <a:pt x="48491" y="38760"/>
                </a:lnTo>
                <a:lnTo>
                  <a:pt x="50223" y="45536"/>
                </a:lnTo>
                <a:lnTo>
                  <a:pt x="51955" y="52424"/>
                </a:lnTo>
                <a:lnTo>
                  <a:pt x="53686" y="60038"/>
                </a:lnTo>
                <a:lnTo>
                  <a:pt x="55418" y="53851"/>
                </a:lnTo>
                <a:lnTo>
                  <a:pt x="57150" y="53916"/>
                </a:lnTo>
                <a:lnTo>
                  <a:pt x="58882" y="57516"/>
                </a:lnTo>
                <a:lnTo>
                  <a:pt x="60614" y="50796"/>
                </a:lnTo>
                <a:lnTo>
                  <a:pt x="62345" y="60956"/>
                </a:lnTo>
                <a:lnTo>
                  <a:pt x="64077" y="63351"/>
                </a:lnTo>
                <a:lnTo>
                  <a:pt x="65809" y="77240"/>
                </a:lnTo>
                <a:lnTo>
                  <a:pt x="67541" y="90277"/>
                </a:lnTo>
                <a:lnTo>
                  <a:pt x="69273" y="111046"/>
                </a:lnTo>
                <a:lnTo>
                  <a:pt x="71005" y="120909"/>
                </a:lnTo>
                <a:lnTo>
                  <a:pt x="72736" y="128702"/>
                </a:lnTo>
                <a:lnTo>
                  <a:pt x="74468" y="134126"/>
                </a:lnTo>
                <a:lnTo>
                  <a:pt x="76200" y="126633"/>
                </a:lnTo>
                <a:lnTo>
                  <a:pt x="77932" y="118720"/>
                </a:lnTo>
                <a:lnTo>
                  <a:pt x="79664" y="105298"/>
                </a:lnTo>
                <a:lnTo>
                  <a:pt x="81395" y="91198"/>
                </a:lnTo>
                <a:lnTo>
                  <a:pt x="83127" y="82978"/>
                </a:lnTo>
                <a:lnTo>
                  <a:pt x="84859" y="66357"/>
                </a:lnTo>
                <a:lnTo>
                  <a:pt x="86591" y="56455"/>
                </a:lnTo>
                <a:lnTo>
                  <a:pt x="88323" y="55940"/>
                </a:lnTo>
                <a:lnTo>
                  <a:pt x="90055" y="52646"/>
                </a:lnTo>
                <a:lnTo>
                  <a:pt x="91786" y="56300"/>
                </a:lnTo>
                <a:lnTo>
                  <a:pt x="93518" y="54802"/>
                </a:lnTo>
                <a:lnTo>
                  <a:pt x="95250" y="61331"/>
                </a:lnTo>
                <a:lnTo>
                  <a:pt x="96982" y="54319"/>
                </a:lnTo>
                <a:lnTo>
                  <a:pt x="98714" y="48256"/>
                </a:lnTo>
                <a:lnTo>
                  <a:pt x="100445" y="40882"/>
                </a:lnTo>
                <a:lnTo>
                  <a:pt x="102177" y="30531"/>
                </a:lnTo>
                <a:lnTo>
                  <a:pt x="103909" y="16014"/>
                </a:lnTo>
                <a:lnTo>
                  <a:pt x="105641" y="9299"/>
                </a:lnTo>
                <a:lnTo>
                  <a:pt x="107373" y="0"/>
                </a:lnTo>
                <a:lnTo>
                  <a:pt x="109105" y="2043"/>
                </a:lnTo>
                <a:lnTo>
                  <a:pt x="110836" y="7997"/>
                </a:lnTo>
                <a:lnTo>
                  <a:pt x="112568" y="25058"/>
                </a:lnTo>
                <a:lnTo>
                  <a:pt x="114300" y="44478"/>
                </a:lnTo>
                <a:lnTo>
                  <a:pt x="116032" y="62026"/>
                </a:lnTo>
                <a:lnTo>
                  <a:pt x="117764" y="69878"/>
                </a:lnTo>
                <a:lnTo>
                  <a:pt x="119495" y="86343"/>
                </a:lnTo>
                <a:lnTo>
                  <a:pt x="121227" y="91284"/>
                </a:lnTo>
                <a:lnTo>
                  <a:pt x="122959" y="97393"/>
                </a:lnTo>
                <a:lnTo>
                  <a:pt x="124691" y="93073"/>
                </a:lnTo>
                <a:lnTo>
                  <a:pt x="126423" y="94994"/>
                </a:lnTo>
                <a:lnTo>
                  <a:pt x="128155" y="92816"/>
                </a:lnTo>
                <a:lnTo>
                  <a:pt x="129886" y="90061"/>
                </a:lnTo>
                <a:lnTo>
                  <a:pt x="131618" y="85968"/>
                </a:lnTo>
                <a:lnTo>
                  <a:pt x="133350" y="92492"/>
                </a:lnTo>
                <a:lnTo>
                  <a:pt x="135082" y="102584"/>
                </a:lnTo>
                <a:lnTo>
                  <a:pt x="136814" y="102296"/>
                </a:lnTo>
                <a:lnTo>
                  <a:pt x="138545" y="115762"/>
                </a:lnTo>
                <a:lnTo>
                  <a:pt x="140277" y="122581"/>
                </a:lnTo>
                <a:lnTo>
                  <a:pt x="142009" y="114802"/>
                </a:lnTo>
                <a:lnTo>
                  <a:pt x="143741" y="114608"/>
                </a:lnTo>
                <a:lnTo>
                  <a:pt x="145473" y="107774"/>
                </a:lnTo>
                <a:lnTo>
                  <a:pt x="147205" y="86281"/>
                </a:lnTo>
                <a:lnTo>
                  <a:pt x="148936" y="74696"/>
                </a:lnTo>
                <a:lnTo>
                  <a:pt x="150668" y="49939"/>
                </a:lnTo>
                <a:lnTo>
                  <a:pt x="152400" y="33426"/>
                </a:lnTo>
                <a:lnTo>
                  <a:pt x="154132" y="29288"/>
                </a:lnTo>
                <a:lnTo>
                  <a:pt x="155864" y="15777"/>
                </a:lnTo>
                <a:lnTo>
                  <a:pt x="157595" y="14207"/>
                </a:lnTo>
                <a:lnTo>
                  <a:pt x="159327" y="23698"/>
                </a:lnTo>
                <a:lnTo>
                  <a:pt x="161059" y="29045"/>
                </a:lnTo>
                <a:lnTo>
                  <a:pt x="162791" y="35631"/>
                </a:lnTo>
                <a:lnTo>
                  <a:pt x="164523" y="43499"/>
                </a:lnTo>
                <a:lnTo>
                  <a:pt x="166255" y="40383"/>
                </a:lnTo>
                <a:lnTo>
                  <a:pt x="167986" y="39140"/>
                </a:lnTo>
                <a:lnTo>
                  <a:pt x="169718" y="42941"/>
                </a:lnTo>
                <a:lnTo>
                  <a:pt x="171450" y="34175"/>
                </a:lnTo>
              </a:path>
            </a:pathLst>
          </a:custGeom>
          <a:noFill/>
          <a:ln w="13847">
            <a:solidFill>
              <a:srgbClr val="394D93"/>
            </a:solidFill>
            <a:prstDash val="solid"/>
          </a:ln>
        </p:spPr>
      </p:sp>
      <p:sp>
        <p:nvSpPr>
          <p:cNvPr id="127" name="p11_rect_127">
            <a:extLst>
              <a:ext uri="{FF2B5EF4-FFF2-40B4-BE49-F238E27FC236}">
                <a16:creationId xmlns:a16="http://schemas.microsoft.com/office/drawing/2014/main" id="{64C55D08-A987-4DB2-8D07-91A7554AC36E}"/>
              </a:ext>
            </a:extLst>
          </p:cNvPr>
          <p:cNvSpPr>
            <a:spLocks/>
          </p:cNvSpPr>
          <p:nvPr/>
        </p:nvSpPr>
        <p:spPr>
          <a:xfrm>
            <a:off x="9561845" y="3724164"/>
            <a:ext cx="153048" cy="255080"/>
          </a:xfrm>
          <a:prstGeom prst="roundRect">
            <a:avLst>
              <a:gd name="adj" fmla="val 4762"/>
            </a:avLst>
          </a:prstGeom>
          <a:solidFill>
            <a:srgbClr val="FFFFFF"/>
          </a:solidFill>
          <a:ln w="7288">
            <a:solidFill>
              <a:srgbClr val="394D93"/>
            </a:solidFill>
            <a:prstDash val="solid"/>
          </a:ln>
        </p:spPr>
      </p:sp>
      <p:sp>
        <p:nvSpPr>
          <p:cNvPr id="128" name="p11_path_128">
            <a:extLst>
              <a:ext uri="{FF2B5EF4-FFF2-40B4-BE49-F238E27FC236}">
                <a16:creationId xmlns:a16="http://schemas.microsoft.com/office/drawing/2014/main" id="{AA1FA072-1B90-42DC-83F5-A45AB6A2EEC7}"/>
              </a:ext>
            </a:extLst>
          </p:cNvPr>
          <p:cNvSpPr>
            <a:spLocks/>
          </p:cNvSpPr>
          <p:nvPr/>
        </p:nvSpPr>
        <p:spPr>
          <a:xfrm>
            <a:off x="9569133" y="3797143"/>
            <a:ext cx="131184" cy="102557"/>
          </a:xfrm>
          <a:custGeom>
            <a:avLst/>
            <a:gdLst/>
            <a:ahLst/>
            <a:cxnLst/>
            <a:rect l="0" t="0" r="0" b="0"/>
            <a:pathLst>
              <a:path w="171450" h="134036">
                <a:moveTo>
                  <a:pt x="0" y="64054"/>
                </a:moveTo>
                <a:lnTo>
                  <a:pt x="1732" y="87598"/>
                </a:lnTo>
                <a:lnTo>
                  <a:pt x="3464" y="104139"/>
                </a:lnTo>
                <a:lnTo>
                  <a:pt x="5195" y="114934"/>
                </a:lnTo>
                <a:lnTo>
                  <a:pt x="6927" y="115797"/>
                </a:lnTo>
                <a:lnTo>
                  <a:pt x="8659" y="113393"/>
                </a:lnTo>
                <a:lnTo>
                  <a:pt x="10391" y="116966"/>
                </a:lnTo>
                <a:lnTo>
                  <a:pt x="12123" y="102465"/>
                </a:lnTo>
                <a:lnTo>
                  <a:pt x="13855" y="98978"/>
                </a:lnTo>
                <a:lnTo>
                  <a:pt x="15586" y="96361"/>
                </a:lnTo>
                <a:lnTo>
                  <a:pt x="17318" y="89176"/>
                </a:lnTo>
                <a:lnTo>
                  <a:pt x="19050" y="92280"/>
                </a:lnTo>
                <a:lnTo>
                  <a:pt x="20782" y="91509"/>
                </a:lnTo>
                <a:lnTo>
                  <a:pt x="22514" y="96830"/>
                </a:lnTo>
                <a:lnTo>
                  <a:pt x="24245" y="98389"/>
                </a:lnTo>
                <a:lnTo>
                  <a:pt x="25977" y="98893"/>
                </a:lnTo>
                <a:lnTo>
                  <a:pt x="27709" y="98899"/>
                </a:lnTo>
                <a:lnTo>
                  <a:pt x="29441" y="88843"/>
                </a:lnTo>
                <a:lnTo>
                  <a:pt x="31173" y="74048"/>
                </a:lnTo>
                <a:lnTo>
                  <a:pt x="32905" y="65485"/>
                </a:lnTo>
                <a:lnTo>
                  <a:pt x="34636" y="45192"/>
                </a:lnTo>
                <a:lnTo>
                  <a:pt x="36368" y="31096"/>
                </a:lnTo>
                <a:lnTo>
                  <a:pt x="38100" y="13301"/>
                </a:lnTo>
                <a:lnTo>
                  <a:pt x="39832" y="7843"/>
                </a:lnTo>
                <a:lnTo>
                  <a:pt x="41564" y="6338"/>
                </a:lnTo>
                <a:lnTo>
                  <a:pt x="43295" y="12128"/>
                </a:lnTo>
                <a:lnTo>
                  <a:pt x="45027" y="17326"/>
                </a:lnTo>
                <a:lnTo>
                  <a:pt x="46759" y="24797"/>
                </a:lnTo>
                <a:lnTo>
                  <a:pt x="48491" y="36953"/>
                </a:lnTo>
                <a:lnTo>
                  <a:pt x="50223" y="51420"/>
                </a:lnTo>
                <a:lnTo>
                  <a:pt x="51955" y="58025"/>
                </a:lnTo>
                <a:lnTo>
                  <a:pt x="53686" y="61520"/>
                </a:lnTo>
                <a:lnTo>
                  <a:pt x="55418" y="53505"/>
                </a:lnTo>
                <a:lnTo>
                  <a:pt x="57150" y="50171"/>
                </a:lnTo>
                <a:lnTo>
                  <a:pt x="58882" y="51780"/>
                </a:lnTo>
                <a:lnTo>
                  <a:pt x="60614" y="50064"/>
                </a:lnTo>
                <a:lnTo>
                  <a:pt x="62345" y="59594"/>
                </a:lnTo>
                <a:lnTo>
                  <a:pt x="64077" y="61660"/>
                </a:lnTo>
                <a:lnTo>
                  <a:pt x="65809" y="76277"/>
                </a:lnTo>
                <a:lnTo>
                  <a:pt x="67541" y="91677"/>
                </a:lnTo>
                <a:lnTo>
                  <a:pt x="69273" y="108502"/>
                </a:lnTo>
                <a:lnTo>
                  <a:pt x="71005" y="119862"/>
                </a:lnTo>
                <a:lnTo>
                  <a:pt x="72736" y="134036"/>
                </a:lnTo>
                <a:lnTo>
                  <a:pt x="74468" y="129906"/>
                </a:lnTo>
                <a:lnTo>
                  <a:pt x="76200" y="132390"/>
                </a:lnTo>
                <a:lnTo>
                  <a:pt x="77932" y="118716"/>
                </a:lnTo>
                <a:lnTo>
                  <a:pt x="79664" y="109083"/>
                </a:lnTo>
                <a:lnTo>
                  <a:pt x="81395" y="98269"/>
                </a:lnTo>
                <a:lnTo>
                  <a:pt x="83127" y="76294"/>
                </a:lnTo>
                <a:lnTo>
                  <a:pt x="84859" y="69734"/>
                </a:lnTo>
                <a:lnTo>
                  <a:pt x="86591" y="58291"/>
                </a:lnTo>
                <a:lnTo>
                  <a:pt x="88323" y="54609"/>
                </a:lnTo>
                <a:lnTo>
                  <a:pt x="90055" y="53131"/>
                </a:lnTo>
                <a:lnTo>
                  <a:pt x="91786" y="54225"/>
                </a:lnTo>
                <a:lnTo>
                  <a:pt x="93518" y="62357"/>
                </a:lnTo>
                <a:lnTo>
                  <a:pt x="95250" y="55726"/>
                </a:lnTo>
                <a:lnTo>
                  <a:pt x="96982" y="53992"/>
                </a:lnTo>
                <a:lnTo>
                  <a:pt x="98714" y="53637"/>
                </a:lnTo>
                <a:lnTo>
                  <a:pt x="100445" y="43797"/>
                </a:lnTo>
                <a:lnTo>
                  <a:pt x="102177" y="27155"/>
                </a:lnTo>
                <a:lnTo>
                  <a:pt x="103909" y="12655"/>
                </a:lnTo>
                <a:lnTo>
                  <a:pt x="105641" y="5099"/>
                </a:lnTo>
                <a:lnTo>
                  <a:pt x="107373" y="0"/>
                </a:lnTo>
                <a:lnTo>
                  <a:pt x="109105" y="3527"/>
                </a:lnTo>
                <a:lnTo>
                  <a:pt x="110836" y="11093"/>
                </a:lnTo>
                <a:lnTo>
                  <a:pt x="112568" y="21807"/>
                </a:lnTo>
                <a:lnTo>
                  <a:pt x="114300" y="41879"/>
                </a:lnTo>
                <a:lnTo>
                  <a:pt x="116032" y="54690"/>
                </a:lnTo>
                <a:lnTo>
                  <a:pt x="117764" y="77249"/>
                </a:lnTo>
                <a:lnTo>
                  <a:pt x="119495" y="83211"/>
                </a:lnTo>
                <a:lnTo>
                  <a:pt x="121227" y="97715"/>
                </a:lnTo>
                <a:lnTo>
                  <a:pt x="122959" y="102303"/>
                </a:lnTo>
                <a:lnTo>
                  <a:pt x="124691" y="96433"/>
                </a:lnTo>
                <a:lnTo>
                  <a:pt x="126423" y="91810"/>
                </a:lnTo>
                <a:lnTo>
                  <a:pt x="128155" y="85820"/>
                </a:lnTo>
                <a:lnTo>
                  <a:pt x="129886" y="85933"/>
                </a:lnTo>
                <a:lnTo>
                  <a:pt x="131618" y="90404"/>
                </a:lnTo>
                <a:lnTo>
                  <a:pt x="133350" y="91117"/>
                </a:lnTo>
                <a:lnTo>
                  <a:pt x="135082" y="102664"/>
                </a:lnTo>
                <a:lnTo>
                  <a:pt x="136814" y="110186"/>
                </a:lnTo>
                <a:lnTo>
                  <a:pt x="138545" y="113500"/>
                </a:lnTo>
                <a:lnTo>
                  <a:pt x="140277" y="123338"/>
                </a:lnTo>
                <a:lnTo>
                  <a:pt x="142009" y="116004"/>
                </a:lnTo>
                <a:lnTo>
                  <a:pt x="143741" y="111078"/>
                </a:lnTo>
                <a:lnTo>
                  <a:pt x="145473" y="101965"/>
                </a:lnTo>
                <a:lnTo>
                  <a:pt x="147205" y="85725"/>
                </a:lnTo>
                <a:lnTo>
                  <a:pt x="148936" y="72418"/>
                </a:lnTo>
                <a:lnTo>
                  <a:pt x="150668" y="47435"/>
                </a:lnTo>
                <a:lnTo>
                  <a:pt x="152400" y="39209"/>
                </a:lnTo>
                <a:lnTo>
                  <a:pt x="154132" y="26205"/>
                </a:lnTo>
                <a:lnTo>
                  <a:pt x="155864" y="21244"/>
                </a:lnTo>
                <a:lnTo>
                  <a:pt x="157595" y="14630"/>
                </a:lnTo>
                <a:lnTo>
                  <a:pt x="159327" y="24399"/>
                </a:lnTo>
                <a:lnTo>
                  <a:pt x="161059" y="27101"/>
                </a:lnTo>
                <a:lnTo>
                  <a:pt x="162791" y="31389"/>
                </a:lnTo>
                <a:lnTo>
                  <a:pt x="164523" y="42993"/>
                </a:lnTo>
                <a:lnTo>
                  <a:pt x="166255" y="41622"/>
                </a:lnTo>
                <a:lnTo>
                  <a:pt x="167986" y="44732"/>
                </a:lnTo>
                <a:lnTo>
                  <a:pt x="169718" y="41488"/>
                </a:lnTo>
                <a:lnTo>
                  <a:pt x="171450" y="33921"/>
                </a:lnTo>
              </a:path>
            </a:pathLst>
          </a:custGeom>
          <a:noFill/>
          <a:ln w="13847">
            <a:solidFill>
              <a:srgbClr val="394D93"/>
            </a:solidFill>
            <a:prstDash val="solid"/>
          </a:ln>
        </p:spPr>
      </p:sp>
      <p:sp>
        <p:nvSpPr>
          <p:cNvPr id="129" name="p11_path_129">
            <a:extLst>
              <a:ext uri="{FF2B5EF4-FFF2-40B4-BE49-F238E27FC236}">
                <a16:creationId xmlns:a16="http://schemas.microsoft.com/office/drawing/2014/main" id="{0F695938-7579-49D6-A05B-6438362CCE56}"/>
              </a:ext>
            </a:extLst>
          </p:cNvPr>
          <p:cNvSpPr>
            <a:spLocks/>
          </p:cNvSpPr>
          <p:nvPr/>
        </p:nvSpPr>
        <p:spPr>
          <a:xfrm>
            <a:off x="9809637" y="3848060"/>
            <a:ext cx="174912" cy="729"/>
          </a:xfrm>
          <a:custGeom>
            <a:avLst/>
            <a:gdLst/>
            <a:ahLst/>
            <a:cxnLst/>
            <a:rect l="0" t="0" r="0" b="0"/>
            <a:pathLst>
              <a:path w="228600" h="953">
                <a:moveTo>
                  <a:pt x="0" y="0"/>
                </a:moveTo>
                <a:lnTo>
                  <a:pt x="228600" y="0"/>
                </a:lnTo>
              </a:path>
            </a:pathLst>
          </a:custGeom>
          <a:noFill/>
          <a:ln w="8746">
            <a:solidFill>
              <a:srgbClr val="394D93"/>
            </a:solidFill>
            <a:prstDash val="solid"/>
          </a:ln>
        </p:spPr>
      </p:sp>
      <p:sp>
        <p:nvSpPr>
          <p:cNvPr id="130" name="p11_path_130">
            <a:extLst>
              <a:ext uri="{FF2B5EF4-FFF2-40B4-BE49-F238E27FC236}">
                <a16:creationId xmlns:a16="http://schemas.microsoft.com/office/drawing/2014/main" id="{A2B447EA-AE3B-497B-8C01-E4D8FB390A8C}"/>
              </a:ext>
            </a:extLst>
          </p:cNvPr>
          <p:cNvSpPr>
            <a:spLocks/>
          </p:cNvSpPr>
          <p:nvPr/>
        </p:nvSpPr>
        <p:spPr>
          <a:xfrm>
            <a:off x="9897092" y="3809579"/>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31" name="p11_rect_131">
            <a:extLst>
              <a:ext uri="{FF2B5EF4-FFF2-40B4-BE49-F238E27FC236}">
                <a16:creationId xmlns:a16="http://schemas.microsoft.com/office/drawing/2014/main" id="{97A937A0-CD5E-4E9A-BECA-CF3529442B9C}"/>
              </a:ext>
            </a:extLst>
          </p:cNvPr>
          <p:cNvSpPr>
            <a:spLocks/>
          </p:cNvSpPr>
          <p:nvPr/>
        </p:nvSpPr>
        <p:spPr>
          <a:xfrm>
            <a:off x="10072004" y="3716876"/>
            <a:ext cx="58304" cy="284232"/>
          </a:xfrm>
          <a:prstGeom prst="roundRect">
            <a:avLst>
              <a:gd name="adj" fmla="val 12500"/>
            </a:avLst>
          </a:prstGeom>
          <a:gradFill>
            <a:gsLst>
              <a:gs pos="0">
                <a:srgbClr val="E5EAF8"/>
              </a:gs>
              <a:gs pos="100000">
                <a:srgbClr val="C4CEEB"/>
              </a:gs>
            </a:gsLst>
            <a:lin ang="5400000"/>
          </a:gradFill>
          <a:ln w="5830">
            <a:solidFill>
              <a:srgbClr val="394D93"/>
            </a:solidFill>
            <a:prstDash val="solid"/>
          </a:ln>
        </p:spPr>
      </p:sp>
      <p:sp>
        <p:nvSpPr>
          <p:cNvPr id="132" name="p11_rect_132">
            <a:extLst>
              <a:ext uri="{FF2B5EF4-FFF2-40B4-BE49-F238E27FC236}">
                <a16:creationId xmlns:a16="http://schemas.microsoft.com/office/drawing/2014/main" id="{D773F45D-2686-4FD2-8450-0B0B11A8F607}"/>
              </a:ext>
            </a:extLst>
          </p:cNvPr>
          <p:cNvSpPr>
            <a:spLocks/>
          </p:cNvSpPr>
          <p:nvPr/>
        </p:nvSpPr>
        <p:spPr>
          <a:xfrm>
            <a:off x="10159460" y="3716876"/>
            <a:ext cx="58304" cy="284232"/>
          </a:xfrm>
          <a:prstGeom prst="roundRect">
            <a:avLst>
              <a:gd name="adj" fmla="val 12500"/>
            </a:avLst>
          </a:prstGeom>
          <a:gradFill>
            <a:gsLst>
              <a:gs pos="0">
                <a:srgbClr val="E5EAF8"/>
              </a:gs>
              <a:gs pos="100000">
                <a:srgbClr val="C4CEEB"/>
              </a:gs>
            </a:gsLst>
            <a:lin ang="5400000"/>
          </a:gradFill>
          <a:ln w="5830">
            <a:solidFill>
              <a:srgbClr val="394D93"/>
            </a:solidFill>
            <a:prstDash val="solid"/>
          </a:ln>
        </p:spPr>
      </p:sp>
      <p:sp>
        <p:nvSpPr>
          <p:cNvPr id="133" name="p11_rect_133">
            <a:extLst>
              <a:ext uri="{FF2B5EF4-FFF2-40B4-BE49-F238E27FC236}">
                <a16:creationId xmlns:a16="http://schemas.microsoft.com/office/drawing/2014/main" id="{5BDBD3A6-660A-4EFB-8CFB-43836EB07EAD}"/>
              </a:ext>
            </a:extLst>
          </p:cNvPr>
          <p:cNvSpPr>
            <a:spLocks/>
          </p:cNvSpPr>
          <p:nvPr/>
        </p:nvSpPr>
        <p:spPr>
          <a:xfrm>
            <a:off x="10246916" y="3716876"/>
            <a:ext cx="58304" cy="284232"/>
          </a:xfrm>
          <a:prstGeom prst="roundRect">
            <a:avLst>
              <a:gd name="adj" fmla="val 12500"/>
            </a:avLst>
          </a:prstGeom>
          <a:gradFill>
            <a:gsLst>
              <a:gs pos="0">
                <a:srgbClr val="E5EAF8"/>
              </a:gs>
              <a:gs pos="100000">
                <a:srgbClr val="C4CEEB"/>
              </a:gs>
            </a:gsLst>
            <a:lin ang="5400000"/>
          </a:gradFill>
          <a:ln w="5830">
            <a:solidFill>
              <a:srgbClr val="394D93"/>
            </a:solidFill>
            <a:prstDash val="solid"/>
          </a:ln>
        </p:spPr>
      </p:sp>
      <p:sp>
        <p:nvSpPr>
          <p:cNvPr id="134" name="p11_rect_134">
            <a:extLst>
              <a:ext uri="{FF2B5EF4-FFF2-40B4-BE49-F238E27FC236}">
                <a16:creationId xmlns:a16="http://schemas.microsoft.com/office/drawing/2014/main" id="{D87E15FA-35BA-44D1-AC54-942D499303E8}"/>
              </a:ext>
            </a:extLst>
          </p:cNvPr>
          <p:cNvSpPr>
            <a:spLocks/>
          </p:cNvSpPr>
          <p:nvPr/>
        </p:nvSpPr>
        <p:spPr>
          <a:xfrm>
            <a:off x="10334372" y="3716876"/>
            <a:ext cx="58304" cy="284232"/>
          </a:xfrm>
          <a:prstGeom prst="roundRect">
            <a:avLst>
              <a:gd name="adj" fmla="val 12500"/>
            </a:avLst>
          </a:prstGeom>
          <a:gradFill>
            <a:gsLst>
              <a:gs pos="0">
                <a:srgbClr val="E5EAF8"/>
              </a:gs>
              <a:gs pos="100000">
                <a:srgbClr val="C4CEEB"/>
              </a:gs>
            </a:gsLst>
            <a:lin ang="5400000"/>
          </a:gradFill>
          <a:ln w="5830">
            <a:solidFill>
              <a:srgbClr val="394D93"/>
            </a:solidFill>
            <a:prstDash val="solid"/>
          </a:ln>
        </p:spPr>
      </p:sp>
      <p:sp>
        <p:nvSpPr>
          <p:cNvPr id="135" name="p11_rect_135">
            <a:extLst>
              <a:ext uri="{FF2B5EF4-FFF2-40B4-BE49-F238E27FC236}">
                <a16:creationId xmlns:a16="http://schemas.microsoft.com/office/drawing/2014/main" id="{BD16DF5D-4740-4538-95F1-E410B14EB45C}"/>
              </a:ext>
            </a:extLst>
          </p:cNvPr>
          <p:cNvSpPr>
            <a:spLocks/>
          </p:cNvSpPr>
          <p:nvPr/>
        </p:nvSpPr>
        <p:spPr>
          <a:xfrm>
            <a:off x="10421828" y="3716876"/>
            <a:ext cx="58304" cy="284232"/>
          </a:xfrm>
          <a:prstGeom prst="roundRect">
            <a:avLst>
              <a:gd name="adj" fmla="val 12500"/>
            </a:avLst>
          </a:prstGeom>
          <a:gradFill>
            <a:gsLst>
              <a:gs pos="0">
                <a:srgbClr val="E5EAF8"/>
              </a:gs>
              <a:gs pos="100000">
                <a:srgbClr val="C4CEEB"/>
              </a:gs>
            </a:gsLst>
            <a:lin ang="5400000"/>
          </a:gradFill>
          <a:ln w="5830">
            <a:solidFill>
              <a:srgbClr val="394D93"/>
            </a:solidFill>
            <a:prstDash val="solid"/>
          </a:ln>
        </p:spPr>
      </p:sp>
      <p:sp>
        <p:nvSpPr>
          <p:cNvPr id="136" name="p11_rect_136">
            <a:extLst>
              <a:ext uri="{FF2B5EF4-FFF2-40B4-BE49-F238E27FC236}">
                <a16:creationId xmlns:a16="http://schemas.microsoft.com/office/drawing/2014/main" id="{2BFAEB82-EB39-4354-BB5A-AF37FD97BC7D}"/>
              </a:ext>
            </a:extLst>
          </p:cNvPr>
          <p:cNvSpPr>
            <a:spLocks/>
          </p:cNvSpPr>
          <p:nvPr/>
        </p:nvSpPr>
        <p:spPr>
          <a:xfrm>
            <a:off x="10509284" y="3716876"/>
            <a:ext cx="58304" cy="284232"/>
          </a:xfrm>
          <a:prstGeom prst="roundRect">
            <a:avLst>
              <a:gd name="adj" fmla="val 12500"/>
            </a:avLst>
          </a:prstGeom>
          <a:gradFill>
            <a:gsLst>
              <a:gs pos="0">
                <a:srgbClr val="E5EAF8"/>
              </a:gs>
              <a:gs pos="100000">
                <a:srgbClr val="C4CEEB"/>
              </a:gs>
            </a:gsLst>
            <a:lin ang="5400000"/>
          </a:gradFill>
          <a:ln w="5830">
            <a:solidFill>
              <a:srgbClr val="394D93"/>
            </a:solidFill>
            <a:prstDash val="solid"/>
          </a:ln>
        </p:spPr>
      </p:sp>
      <p:sp>
        <p:nvSpPr>
          <p:cNvPr id="137" name="p11_rect_137">
            <a:extLst>
              <a:ext uri="{FF2B5EF4-FFF2-40B4-BE49-F238E27FC236}">
                <a16:creationId xmlns:a16="http://schemas.microsoft.com/office/drawing/2014/main" id="{95EB3C6C-EC30-48A1-A0A0-5548EFF365F0}"/>
              </a:ext>
            </a:extLst>
          </p:cNvPr>
          <p:cNvSpPr>
            <a:spLocks/>
          </p:cNvSpPr>
          <p:nvPr/>
        </p:nvSpPr>
        <p:spPr>
          <a:xfrm>
            <a:off x="8840334" y="4234323"/>
            <a:ext cx="3031804" cy="772527"/>
          </a:xfrm>
          <a:prstGeom prst="roundRect">
            <a:avLst>
              <a:gd name="adj" fmla="val 6604"/>
            </a:avLst>
          </a:prstGeom>
          <a:solidFill>
            <a:srgbClr val="FFFFFF"/>
          </a:solidFill>
          <a:ln w="7288">
            <a:solidFill>
              <a:srgbClr val="8599C3"/>
            </a:solidFill>
            <a:prstDash val="solid"/>
          </a:ln>
        </p:spPr>
      </p:sp>
      <p:sp>
        <p:nvSpPr>
          <p:cNvPr id="138" name="p11_rect_138">
            <a:extLst>
              <a:ext uri="{FF2B5EF4-FFF2-40B4-BE49-F238E27FC236}">
                <a16:creationId xmlns:a16="http://schemas.microsoft.com/office/drawing/2014/main" id="{0B019C36-F150-4BC8-8383-0A045546E774}"/>
              </a:ext>
            </a:extLst>
          </p:cNvPr>
          <p:cNvSpPr>
            <a:spLocks/>
          </p:cNvSpPr>
          <p:nvPr/>
        </p:nvSpPr>
        <p:spPr>
          <a:xfrm>
            <a:off x="11077747" y="4358219"/>
            <a:ext cx="670495" cy="510159"/>
          </a:xfrm>
          <a:prstGeom prst="roundRect">
            <a:avLst>
              <a:gd name="adj" fmla="val 8571"/>
            </a:avLst>
          </a:prstGeom>
          <a:gradFill>
            <a:gsLst>
              <a:gs pos="0">
                <a:srgbClr val="E5EAF8"/>
              </a:gs>
              <a:gs pos="100000">
                <a:srgbClr val="C4CEEB"/>
              </a:gs>
            </a:gsLst>
            <a:lin ang="5400000"/>
          </a:gradFill>
          <a:ln w="7288">
            <a:solidFill>
              <a:srgbClr val="8599C3"/>
            </a:solidFill>
            <a:prstDash val="solid"/>
          </a:ln>
        </p:spPr>
      </p:sp>
      <p:sp>
        <p:nvSpPr>
          <p:cNvPr id="139" name="p11_path_139">
            <a:extLst>
              <a:ext uri="{FF2B5EF4-FFF2-40B4-BE49-F238E27FC236}">
                <a16:creationId xmlns:a16="http://schemas.microsoft.com/office/drawing/2014/main" id="{EA9E667B-1181-4EF6-A00B-C92F7ABD6C98}"/>
              </a:ext>
            </a:extLst>
          </p:cNvPr>
          <p:cNvSpPr>
            <a:spLocks/>
          </p:cNvSpPr>
          <p:nvPr/>
        </p:nvSpPr>
        <p:spPr>
          <a:xfrm>
            <a:off x="8956942" y="4670673"/>
            <a:ext cx="634055" cy="155699"/>
          </a:xfrm>
          <a:custGeom>
            <a:avLst/>
            <a:gdLst/>
            <a:ahLst/>
            <a:cxnLst/>
            <a:rect l="0" t="0" r="0" b="0"/>
            <a:pathLst>
              <a:path w="828675" h="203490">
                <a:moveTo>
                  <a:pt x="0" y="64852"/>
                </a:moveTo>
                <a:lnTo>
                  <a:pt x="8370" y="80943"/>
                </a:lnTo>
                <a:lnTo>
                  <a:pt x="16741" y="165382"/>
                </a:lnTo>
                <a:lnTo>
                  <a:pt x="25111" y="191295"/>
                </a:lnTo>
                <a:lnTo>
                  <a:pt x="33482" y="175840"/>
                </a:lnTo>
                <a:lnTo>
                  <a:pt x="41852" y="147433"/>
                </a:lnTo>
                <a:lnTo>
                  <a:pt x="50223" y="80839"/>
                </a:lnTo>
                <a:lnTo>
                  <a:pt x="58593" y="154301"/>
                </a:lnTo>
                <a:lnTo>
                  <a:pt x="66964" y="109728"/>
                </a:lnTo>
                <a:lnTo>
                  <a:pt x="75334" y="45448"/>
                </a:lnTo>
                <a:lnTo>
                  <a:pt x="83705" y="19518"/>
                </a:lnTo>
                <a:lnTo>
                  <a:pt x="92075" y="55433"/>
                </a:lnTo>
                <a:lnTo>
                  <a:pt x="100445" y="88500"/>
                </a:lnTo>
                <a:lnTo>
                  <a:pt x="108816" y="42071"/>
                </a:lnTo>
                <a:lnTo>
                  <a:pt x="117186" y="61011"/>
                </a:lnTo>
                <a:lnTo>
                  <a:pt x="125557" y="99407"/>
                </a:lnTo>
                <a:lnTo>
                  <a:pt x="133927" y="142719"/>
                </a:lnTo>
                <a:lnTo>
                  <a:pt x="142298" y="180717"/>
                </a:lnTo>
                <a:lnTo>
                  <a:pt x="150668" y="203490"/>
                </a:lnTo>
                <a:lnTo>
                  <a:pt x="159039" y="90735"/>
                </a:lnTo>
                <a:lnTo>
                  <a:pt x="167409" y="149500"/>
                </a:lnTo>
                <a:lnTo>
                  <a:pt x="175780" y="117813"/>
                </a:lnTo>
                <a:lnTo>
                  <a:pt x="184150" y="128181"/>
                </a:lnTo>
                <a:lnTo>
                  <a:pt x="192520" y="68901"/>
                </a:lnTo>
                <a:lnTo>
                  <a:pt x="200891" y="78275"/>
                </a:lnTo>
                <a:lnTo>
                  <a:pt x="209261" y="26535"/>
                </a:lnTo>
                <a:lnTo>
                  <a:pt x="217632" y="0"/>
                </a:lnTo>
                <a:lnTo>
                  <a:pt x="226002" y="11721"/>
                </a:lnTo>
                <a:lnTo>
                  <a:pt x="234373" y="56511"/>
                </a:lnTo>
                <a:lnTo>
                  <a:pt x="242743" y="142028"/>
                </a:lnTo>
                <a:lnTo>
                  <a:pt x="251114" y="78372"/>
                </a:lnTo>
                <a:lnTo>
                  <a:pt x="259484" y="196675"/>
                </a:lnTo>
                <a:lnTo>
                  <a:pt x="267855" y="114290"/>
                </a:lnTo>
                <a:lnTo>
                  <a:pt x="276225" y="183851"/>
                </a:lnTo>
                <a:lnTo>
                  <a:pt x="284595" y="165192"/>
                </a:lnTo>
                <a:lnTo>
                  <a:pt x="292966" y="81305"/>
                </a:lnTo>
                <a:lnTo>
                  <a:pt x="301336" y="41946"/>
                </a:lnTo>
                <a:lnTo>
                  <a:pt x="309707" y="71492"/>
                </a:lnTo>
                <a:lnTo>
                  <a:pt x="318077" y="80478"/>
                </a:lnTo>
                <a:lnTo>
                  <a:pt x="326448" y="11549"/>
                </a:lnTo>
                <a:lnTo>
                  <a:pt x="334818" y="57188"/>
                </a:lnTo>
                <a:lnTo>
                  <a:pt x="343189" y="51547"/>
                </a:lnTo>
                <a:lnTo>
                  <a:pt x="351559" y="62201"/>
                </a:lnTo>
                <a:lnTo>
                  <a:pt x="359930" y="99605"/>
                </a:lnTo>
                <a:lnTo>
                  <a:pt x="368300" y="98479"/>
                </a:lnTo>
                <a:lnTo>
                  <a:pt x="376670" y="88196"/>
                </a:lnTo>
                <a:lnTo>
                  <a:pt x="385041" y="181553"/>
                </a:lnTo>
                <a:lnTo>
                  <a:pt x="393411" y="113235"/>
                </a:lnTo>
                <a:lnTo>
                  <a:pt x="401782" y="185053"/>
                </a:lnTo>
                <a:lnTo>
                  <a:pt x="410152" y="172906"/>
                </a:lnTo>
                <a:lnTo>
                  <a:pt x="418523" y="85523"/>
                </a:lnTo>
                <a:lnTo>
                  <a:pt x="426893" y="105962"/>
                </a:lnTo>
                <a:lnTo>
                  <a:pt x="435264" y="64276"/>
                </a:lnTo>
                <a:lnTo>
                  <a:pt x="443634" y="41058"/>
                </a:lnTo>
                <a:lnTo>
                  <a:pt x="452005" y="26702"/>
                </a:lnTo>
                <a:lnTo>
                  <a:pt x="460375" y="72494"/>
                </a:lnTo>
                <a:lnTo>
                  <a:pt x="468745" y="30057"/>
                </a:lnTo>
                <a:lnTo>
                  <a:pt x="477116" y="79211"/>
                </a:lnTo>
                <a:lnTo>
                  <a:pt x="485486" y="135291"/>
                </a:lnTo>
                <a:lnTo>
                  <a:pt x="493857" y="78030"/>
                </a:lnTo>
                <a:lnTo>
                  <a:pt x="502227" y="183607"/>
                </a:lnTo>
                <a:lnTo>
                  <a:pt x="510598" y="177328"/>
                </a:lnTo>
                <a:lnTo>
                  <a:pt x="518968" y="107001"/>
                </a:lnTo>
                <a:lnTo>
                  <a:pt x="527339" y="131031"/>
                </a:lnTo>
                <a:lnTo>
                  <a:pt x="535709" y="162925"/>
                </a:lnTo>
                <a:lnTo>
                  <a:pt x="544080" y="77948"/>
                </a:lnTo>
                <a:lnTo>
                  <a:pt x="552450" y="77288"/>
                </a:lnTo>
                <a:lnTo>
                  <a:pt x="560820" y="9964"/>
                </a:lnTo>
                <a:lnTo>
                  <a:pt x="569191" y="96267"/>
                </a:lnTo>
                <a:lnTo>
                  <a:pt x="577561" y="49505"/>
                </a:lnTo>
                <a:lnTo>
                  <a:pt x="585932" y="30925"/>
                </a:lnTo>
                <a:lnTo>
                  <a:pt x="594302" y="46651"/>
                </a:lnTo>
                <a:lnTo>
                  <a:pt x="602673" y="97512"/>
                </a:lnTo>
                <a:lnTo>
                  <a:pt x="611043" y="121629"/>
                </a:lnTo>
                <a:lnTo>
                  <a:pt x="619414" y="185955"/>
                </a:lnTo>
                <a:lnTo>
                  <a:pt x="627784" y="92263"/>
                </a:lnTo>
                <a:lnTo>
                  <a:pt x="636155" y="191644"/>
                </a:lnTo>
                <a:lnTo>
                  <a:pt x="644525" y="164437"/>
                </a:lnTo>
                <a:lnTo>
                  <a:pt x="652895" y="88863"/>
                </a:lnTo>
                <a:lnTo>
                  <a:pt x="661266" y="98284"/>
                </a:lnTo>
                <a:lnTo>
                  <a:pt x="669636" y="55536"/>
                </a:lnTo>
                <a:lnTo>
                  <a:pt x="678007" y="5290"/>
                </a:lnTo>
                <a:lnTo>
                  <a:pt x="686377" y="37548"/>
                </a:lnTo>
                <a:lnTo>
                  <a:pt x="694748" y="43478"/>
                </a:lnTo>
                <a:lnTo>
                  <a:pt x="703118" y="41480"/>
                </a:lnTo>
                <a:lnTo>
                  <a:pt x="711489" y="82837"/>
                </a:lnTo>
                <a:lnTo>
                  <a:pt x="719859" y="77733"/>
                </a:lnTo>
                <a:lnTo>
                  <a:pt x="728230" y="61019"/>
                </a:lnTo>
                <a:lnTo>
                  <a:pt x="736600" y="133117"/>
                </a:lnTo>
                <a:lnTo>
                  <a:pt x="744970" y="109215"/>
                </a:lnTo>
                <a:lnTo>
                  <a:pt x="753341" y="173311"/>
                </a:lnTo>
                <a:lnTo>
                  <a:pt x="761711" y="127015"/>
                </a:lnTo>
                <a:lnTo>
                  <a:pt x="770082" y="162152"/>
                </a:lnTo>
                <a:lnTo>
                  <a:pt x="778452" y="70939"/>
                </a:lnTo>
                <a:lnTo>
                  <a:pt x="786823" y="99387"/>
                </a:lnTo>
                <a:lnTo>
                  <a:pt x="795193" y="54757"/>
                </a:lnTo>
                <a:lnTo>
                  <a:pt x="803564" y="72892"/>
                </a:lnTo>
                <a:lnTo>
                  <a:pt x="811934" y="90860"/>
                </a:lnTo>
                <a:lnTo>
                  <a:pt x="820305" y="61558"/>
                </a:lnTo>
                <a:lnTo>
                  <a:pt x="828675" y="65695"/>
                </a:lnTo>
              </a:path>
            </a:pathLst>
          </a:custGeom>
          <a:noFill/>
          <a:ln w="13847">
            <a:solidFill>
              <a:srgbClr val="394D93"/>
            </a:solidFill>
            <a:prstDash val="solid"/>
          </a:ln>
        </p:spPr>
      </p:sp>
      <p:sp>
        <p:nvSpPr>
          <p:cNvPr id="140" name="p11_path_140">
            <a:extLst>
              <a:ext uri="{FF2B5EF4-FFF2-40B4-BE49-F238E27FC236}">
                <a16:creationId xmlns:a16="http://schemas.microsoft.com/office/drawing/2014/main" id="{F50590AC-02B7-476B-9B67-013F302409A5}"/>
              </a:ext>
            </a:extLst>
          </p:cNvPr>
          <p:cNvSpPr>
            <a:spLocks/>
          </p:cNvSpPr>
          <p:nvPr/>
        </p:nvSpPr>
        <p:spPr>
          <a:xfrm>
            <a:off x="9649301" y="4729906"/>
            <a:ext cx="174912" cy="729"/>
          </a:xfrm>
          <a:custGeom>
            <a:avLst/>
            <a:gdLst/>
            <a:ahLst/>
            <a:cxnLst/>
            <a:rect l="0" t="0" r="0" b="0"/>
            <a:pathLst>
              <a:path w="228600" h="953">
                <a:moveTo>
                  <a:pt x="0" y="0"/>
                </a:moveTo>
                <a:lnTo>
                  <a:pt x="228600" y="0"/>
                </a:lnTo>
              </a:path>
            </a:pathLst>
          </a:custGeom>
          <a:noFill/>
          <a:ln w="8746">
            <a:solidFill>
              <a:srgbClr val="394D93"/>
            </a:solidFill>
            <a:prstDash val="solid"/>
          </a:ln>
        </p:spPr>
      </p:sp>
      <p:sp>
        <p:nvSpPr>
          <p:cNvPr id="141" name="p11_path_141">
            <a:extLst>
              <a:ext uri="{FF2B5EF4-FFF2-40B4-BE49-F238E27FC236}">
                <a16:creationId xmlns:a16="http://schemas.microsoft.com/office/drawing/2014/main" id="{5228578C-C4FE-4379-AC49-45A039BB6EB1}"/>
              </a:ext>
            </a:extLst>
          </p:cNvPr>
          <p:cNvSpPr>
            <a:spLocks/>
          </p:cNvSpPr>
          <p:nvPr/>
        </p:nvSpPr>
        <p:spPr>
          <a:xfrm>
            <a:off x="9736757" y="4691426"/>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42" name="p11_rect_142">
            <a:extLst>
              <a:ext uri="{FF2B5EF4-FFF2-40B4-BE49-F238E27FC236}">
                <a16:creationId xmlns:a16="http://schemas.microsoft.com/office/drawing/2014/main" id="{BE890282-710E-4372-AF6E-3F06150C7EA8}"/>
              </a:ext>
            </a:extLst>
          </p:cNvPr>
          <p:cNvSpPr>
            <a:spLocks/>
          </p:cNvSpPr>
          <p:nvPr/>
        </p:nvSpPr>
        <p:spPr>
          <a:xfrm>
            <a:off x="9933532" y="4562283"/>
            <a:ext cx="109320" cy="80168"/>
          </a:xfrm>
          <a:prstGeom prst="rect">
            <a:avLst/>
          </a:prstGeom>
          <a:solidFill>
            <a:srgbClr val="C4D0EC"/>
          </a:solidFill>
          <a:ln w="5102">
            <a:solidFill>
              <a:srgbClr val="394D93"/>
            </a:solidFill>
            <a:prstDash val="solid"/>
          </a:ln>
        </p:spPr>
      </p:sp>
      <p:sp>
        <p:nvSpPr>
          <p:cNvPr id="143" name="p11_rect_143">
            <a:extLst>
              <a:ext uri="{FF2B5EF4-FFF2-40B4-BE49-F238E27FC236}">
                <a16:creationId xmlns:a16="http://schemas.microsoft.com/office/drawing/2014/main" id="{3435AFF6-115B-45E8-B2C0-4DBF3D862AEE}"/>
              </a:ext>
            </a:extLst>
          </p:cNvPr>
          <p:cNvSpPr>
            <a:spLocks/>
          </p:cNvSpPr>
          <p:nvPr/>
        </p:nvSpPr>
        <p:spPr>
          <a:xfrm>
            <a:off x="10042852" y="4562283"/>
            <a:ext cx="109320" cy="80168"/>
          </a:xfrm>
          <a:prstGeom prst="rect">
            <a:avLst/>
          </a:prstGeom>
          <a:solidFill>
            <a:srgbClr val="EAF0FC"/>
          </a:solidFill>
          <a:ln w="5102">
            <a:solidFill>
              <a:srgbClr val="394D93"/>
            </a:solidFill>
            <a:prstDash val="solid"/>
          </a:ln>
        </p:spPr>
      </p:sp>
      <p:sp>
        <p:nvSpPr>
          <p:cNvPr id="144" name="p11_rect_144">
            <a:extLst>
              <a:ext uri="{FF2B5EF4-FFF2-40B4-BE49-F238E27FC236}">
                <a16:creationId xmlns:a16="http://schemas.microsoft.com/office/drawing/2014/main" id="{2D33C538-B3C8-4DD9-8482-594410DD54B9}"/>
              </a:ext>
            </a:extLst>
          </p:cNvPr>
          <p:cNvSpPr>
            <a:spLocks/>
          </p:cNvSpPr>
          <p:nvPr/>
        </p:nvSpPr>
        <p:spPr>
          <a:xfrm>
            <a:off x="10152172" y="4562283"/>
            <a:ext cx="109320" cy="80168"/>
          </a:xfrm>
          <a:prstGeom prst="rect">
            <a:avLst/>
          </a:prstGeom>
          <a:solidFill>
            <a:srgbClr val="EAF0FC"/>
          </a:solidFill>
          <a:ln w="5102">
            <a:solidFill>
              <a:srgbClr val="394D93"/>
            </a:solidFill>
            <a:prstDash val="solid"/>
          </a:ln>
        </p:spPr>
      </p:sp>
      <p:sp>
        <p:nvSpPr>
          <p:cNvPr id="145" name="p11_rect_145">
            <a:extLst>
              <a:ext uri="{FF2B5EF4-FFF2-40B4-BE49-F238E27FC236}">
                <a16:creationId xmlns:a16="http://schemas.microsoft.com/office/drawing/2014/main" id="{3AE6DB23-BB35-4D32-A002-3B05579A218E}"/>
              </a:ext>
            </a:extLst>
          </p:cNvPr>
          <p:cNvSpPr>
            <a:spLocks/>
          </p:cNvSpPr>
          <p:nvPr/>
        </p:nvSpPr>
        <p:spPr>
          <a:xfrm>
            <a:off x="10261492" y="4562283"/>
            <a:ext cx="109320" cy="80168"/>
          </a:xfrm>
          <a:prstGeom prst="rect">
            <a:avLst/>
          </a:prstGeom>
          <a:solidFill>
            <a:srgbClr val="C4D0EC"/>
          </a:solidFill>
          <a:ln w="5102">
            <a:solidFill>
              <a:srgbClr val="394D93"/>
            </a:solidFill>
            <a:prstDash val="solid"/>
          </a:ln>
        </p:spPr>
      </p:sp>
      <p:sp>
        <p:nvSpPr>
          <p:cNvPr id="146" name="p11_rect_146">
            <a:extLst>
              <a:ext uri="{FF2B5EF4-FFF2-40B4-BE49-F238E27FC236}">
                <a16:creationId xmlns:a16="http://schemas.microsoft.com/office/drawing/2014/main" id="{E6E0822E-A359-4A18-BB87-5AC5984AF929}"/>
              </a:ext>
            </a:extLst>
          </p:cNvPr>
          <p:cNvSpPr>
            <a:spLocks/>
          </p:cNvSpPr>
          <p:nvPr/>
        </p:nvSpPr>
        <p:spPr>
          <a:xfrm>
            <a:off x="10370812" y="4562283"/>
            <a:ext cx="109320" cy="80168"/>
          </a:xfrm>
          <a:prstGeom prst="rect">
            <a:avLst/>
          </a:prstGeom>
          <a:solidFill>
            <a:srgbClr val="EAF0FC"/>
          </a:solidFill>
          <a:ln w="5102">
            <a:solidFill>
              <a:srgbClr val="394D93"/>
            </a:solidFill>
            <a:prstDash val="solid"/>
          </a:ln>
        </p:spPr>
      </p:sp>
      <p:sp>
        <p:nvSpPr>
          <p:cNvPr id="147" name="p11_rect_147">
            <a:extLst>
              <a:ext uri="{FF2B5EF4-FFF2-40B4-BE49-F238E27FC236}">
                <a16:creationId xmlns:a16="http://schemas.microsoft.com/office/drawing/2014/main" id="{2DA5E6F3-4518-4AFB-8D12-05EE8CF049AA}"/>
              </a:ext>
            </a:extLst>
          </p:cNvPr>
          <p:cNvSpPr>
            <a:spLocks/>
          </p:cNvSpPr>
          <p:nvPr/>
        </p:nvSpPr>
        <p:spPr>
          <a:xfrm>
            <a:off x="10480132" y="4562283"/>
            <a:ext cx="109320" cy="80168"/>
          </a:xfrm>
          <a:prstGeom prst="rect">
            <a:avLst/>
          </a:prstGeom>
          <a:solidFill>
            <a:srgbClr val="EAF0FC"/>
          </a:solidFill>
          <a:ln w="5102">
            <a:solidFill>
              <a:srgbClr val="394D93"/>
            </a:solidFill>
            <a:prstDash val="solid"/>
          </a:ln>
        </p:spPr>
      </p:sp>
      <p:sp>
        <p:nvSpPr>
          <p:cNvPr id="148" name="p11_rect_148">
            <a:extLst>
              <a:ext uri="{FF2B5EF4-FFF2-40B4-BE49-F238E27FC236}">
                <a16:creationId xmlns:a16="http://schemas.microsoft.com/office/drawing/2014/main" id="{83F0F4BE-F330-4250-AEFF-6BD883D358AE}"/>
              </a:ext>
            </a:extLst>
          </p:cNvPr>
          <p:cNvSpPr>
            <a:spLocks/>
          </p:cNvSpPr>
          <p:nvPr/>
        </p:nvSpPr>
        <p:spPr>
          <a:xfrm>
            <a:off x="9933532" y="4642451"/>
            <a:ext cx="109320" cy="80168"/>
          </a:xfrm>
          <a:prstGeom prst="rect">
            <a:avLst/>
          </a:prstGeom>
          <a:solidFill>
            <a:srgbClr val="EAF0FC"/>
          </a:solidFill>
          <a:ln w="5102">
            <a:solidFill>
              <a:srgbClr val="394D93"/>
            </a:solidFill>
            <a:prstDash val="solid"/>
          </a:ln>
        </p:spPr>
      </p:sp>
      <p:sp>
        <p:nvSpPr>
          <p:cNvPr id="149" name="p11_rect_149">
            <a:extLst>
              <a:ext uri="{FF2B5EF4-FFF2-40B4-BE49-F238E27FC236}">
                <a16:creationId xmlns:a16="http://schemas.microsoft.com/office/drawing/2014/main" id="{0D548D7A-7D6F-4296-833A-80FFCDF29BBA}"/>
              </a:ext>
            </a:extLst>
          </p:cNvPr>
          <p:cNvSpPr>
            <a:spLocks/>
          </p:cNvSpPr>
          <p:nvPr/>
        </p:nvSpPr>
        <p:spPr>
          <a:xfrm>
            <a:off x="10042852" y="4642451"/>
            <a:ext cx="109320" cy="80168"/>
          </a:xfrm>
          <a:prstGeom prst="rect">
            <a:avLst/>
          </a:prstGeom>
          <a:solidFill>
            <a:srgbClr val="EAF0FC"/>
          </a:solidFill>
          <a:ln w="5102">
            <a:solidFill>
              <a:srgbClr val="394D93"/>
            </a:solidFill>
            <a:prstDash val="solid"/>
          </a:ln>
        </p:spPr>
      </p:sp>
      <p:sp>
        <p:nvSpPr>
          <p:cNvPr id="150" name="p11_rect_150">
            <a:extLst>
              <a:ext uri="{FF2B5EF4-FFF2-40B4-BE49-F238E27FC236}">
                <a16:creationId xmlns:a16="http://schemas.microsoft.com/office/drawing/2014/main" id="{ACA32E8A-35E6-4721-811F-38A6ADDF7576}"/>
              </a:ext>
            </a:extLst>
          </p:cNvPr>
          <p:cNvSpPr>
            <a:spLocks/>
          </p:cNvSpPr>
          <p:nvPr/>
        </p:nvSpPr>
        <p:spPr>
          <a:xfrm>
            <a:off x="10152172" y="4642451"/>
            <a:ext cx="109320" cy="80168"/>
          </a:xfrm>
          <a:prstGeom prst="rect">
            <a:avLst/>
          </a:prstGeom>
          <a:solidFill>
            <a:srgbClr val="C4D0EC"/>
          </a:solidFill>
          <a:ln w="5102">
            <a:solidFill>
              <a:srgbClr val="394D93"/>
            </a:solidFill>
            <a:prstDash val="solid"/>
          </a:ln>
        </p:spPr>
      </p:sp>
      <p:sp>
        <p:nvSpPr>
          <p:cNvPr id="151" name="p11_rect_151">
            <a:extLst>
              <a:ext uri="{FF2B5EF4-FFF2-40B4-BE49-F238E27FC236}">
                <a16:creationId xmlns:a16="http://schemas.microsoft.com/office/drawing/2014/main" id="{299C386C-6B98-4B68-8AEF-56F2C2560A8A}"/>
              </a:ext>
            </a:extLst>
          </p:cNvPr>
          <p:cNvSpPr>
            <a:spLocks/>
          </p:cNvSpPr>
          <p:nvPr/>
        </p:nvSpPr>
        <p:spPr>
          <a:xfrm>
            <a:off x="10261492" y="4642451"/>
            <a:ext cx="109320" cy="80168"/>
          </a:xfrm>
          <a:prstGeom prst="rect">
            <a:avLst/>
          </a:prstGeom>
          <a:solidFill>
            <a:srgbClr val="EAF0FC"/>
          </a:solidFill>
          <a:ln w="5102">
            <a:solidFill>
              <a:srgbClr val="394D93"/>
            </a:solidFill>
            <a:prstDash val="solid"/>
          </a:ln>
        </p:spPr>
      </p:sp>
      <p:sp>
        <p:nvSpPr>
          <p:cNvPr id="152" name="p11_rect_152">
            <a:extLst>
              <a:ext uri="{FF2B5EF4-FFF2-40B4-BE49-F238E27FC236}">
                <a16:creationId xmlns:a16="http://schemas.microsoft.com/office/drawing/2014/main" id="{D0687D33-0C5D-4984-B3A5-186216CAA0D8}"/>
              </a:ext>
            </a:extLst>
          </p:cNvPr>
          <p:cNvSpPr>
            <a:spLocks/>
          </p:cNvSpPr>
          <p:nvPr/>
        </p:nvSpPr>
        <p:spPr>
          <a:xfrm>
            <a:off x="10370812" y="4642451"/>
            <a:ext cx="109320" cy="80168"/>
          </a:xfrm>
          <a:prstGeom prst="rect">
            <a:avLst/>
          </a:prstGeom>
          <a:solidFill>
            <a:srgbClr val="EAF0FC"/>
          </a:solidFill>
          <a:ln w="5102">
            <a:solidFill>
              <a:srgbClr val="394D93"/>
            </a:solidFill>
            <a:prstDash val="solid"/>
          </a:ln>
        </p:spPr>
      </p:sp>
      <p:sp>
        <p:nvSpPr>
          <p:cNvPr id="153" name="p11_rect_153">
            <a:extLst>
              <a:ext uri="{FF2B5EF4-FFF2-40B4-BE49-F238E27FC236}">
                <a16:creationId xmlns:a16="http://schemas.microsoft.com/office/drawing/2014/main" id="{EB75CA0F-4778-45F1-AFCF-B63C66676D51}"/>
              </a:ext>
            </a:extLst>
          </p:cNvPr>
          <p:cNvSpPr>
            <a:spLocks/>
          </p:cNvSpPr>
          <p:nvPr/>
        </p:nvSpPr>
        <p:spPr>
          <a:xfrm>
            <a:off x="10480132" y="4642451"/>
            <a:ext cx="109320" cy="80168"/>
          </a:xfrm>
          <a:prstGeom prst="rect">
            <a:avLst/>
          </a:prstGeom>
          <a:solidFill>
            <a:srgbClr val="C4D0EC"/>
          </a:solidFill>
          <a:ln w="5102">
            <a:solidFill>
              <a:srgbClr val="394D93"/>
            </a:solidFill>
            <a:prstDash val="solid"/>
          </a:ln>
        </p:spPr>
      </p:sp>
      <p:sp>
        <p:nvSpPr>
          <p:cNvPr id="154" name="p11_rect_154">
            <a:extLst>
              <a:ext uri="{FF2B5EF4-FFF2-40B4-BE49-F238E27FC236}">
                <a16:creationId xmlns:a16="http://schemas.microsoft.com/office/drawing/2014/main" id="{50F1A229-58EE-4F3D-904D-F4E3AAA075FB}"/>
              </a:ext>
            </a:extLst>
          </p:cNvPr>
          <p:cNvSpPr>
            <a:spLocks/>
          </p:cNvSpPr>
          <p:nvPr/>
        </p:nvSpPr>
        <p:spPr>
          <a:xfrm>
            <a:off x="9933532" y="4722618"/>
            <a:ext cx="109320" cy="80168"/>
          </a:xfrm>
          <a:prstGeom prst="rect">
            <a:avLst/>
          </a:prstGeom>
          <a:solidFill>
            <a:srgbClr val="EAF0FC"/>
          </a:solidFill>
          <a:ln w="5102">
            <a:solidFill>
              <a:srgbClr val="394D93"/>
            </a:solidFill>
            <a:prstDash val="solid"/>
          </a:ln>
        </p:spPr>
      </p:sp>
      <p:sp>
        <p:nvSpPr>
          <p:cNvPr id="155" name="p11_rect_155">
            <a:extLst>
              <a:ext uri="{FF2B5EF4-FFF2-40B4-BE49-F238E27FC236}">
                <a16:creationId xmlns:a16="http://schemas.microsoft.com/office/drawing/2014/main" id="{CAE86693-7885-4253-98AA-1614C3B596A0}"/>
              </a:ext>
            </a:extLst>
          </p:cNvPr>
          <p:cNvSpPr>
            <a:spLocks/>
          </p:cNvSpPr>
          <p:nvPr/>
        </p:nvSpPr>
        <p:spPr>
          <a:xfrm>
            <a:off x="10042852" y="4722618"/>
            <a:ext cx="109320" cy="80168"/>
          </a:xfrm>
          <a:prstGeom prst="rect">
            <a:avLst/>
          </a:prstGeom>
          <a:solidFill>
            <a:srgbClr val="C4D0EC"/>
          </a:solidFill>
          <a:ln w="5102">
            <a:solidFill>
              <a:srgbClr val="394D93"/>
            </a:solidFill>
            <a:prstDash val="solid"/>
          </a:ln>
        </p:spPr>
      </p:sp>
      <p:sp>
        <p:nvSpPr>
          <p:cNvPr id="156" name="p11_rect_156">
            <a:extLst>
              <a:ext uri="{FF2B5EF4-FFF2-40B4-BE49-F238E27FC236}">
                <a16:creationId xmlns:a16="http://schemas.microsoft.com/office/drawing/2014/main" id="{8C7451BA-1E24-4D54-9E4F-4B3B3C4E10F0}"/>
              </a:ext>
            </a:extLst>
          </p:cNvPr>
          <p:cNvSpPr>
            <a:spLocks/>
          </p:cNvSpPr>
          <p:nvPr/>
        </p:nvSpPr>
        <p:spPr>
          <a:xfrm>
            <a:off x="10152172" y="4722618"/>
            <a:ext cx="109320" cy="80168"/>
          </a:xfrm>
          <a:prstGeom prst="rect">
            <a:avLst/>
          </a:prstGeom>
          <a:solidFill>
            <a:srgbClr val="EAF0FC"/>
          </a:solidFill>
          <a:ln w="5102">
            <a:solidFill>
              <a:srgbClr val="394D93"/>
            </a:solidFill>
            <a:prstDash val="solid"/>
          </a:ln>
        </p:spPr>
      </p:sp>
      <p:sp>
        <p:nvSpPr>
          <p:cNvPr id="157" name="p11_rect_157">
            <a:extLst>
              <a:ext uri="{FF2B5EF4-FFF2-40B4-BE49-F238E27FC236}">
                <a16:creationId xmlns:a16="http://schemas.microsoft.com/office/drawing/2014/main" id="{53F6BBC2-5E9A-4464-83CF-947EE8603162}"/>
              </a:ext>
            </a:extLst>
          </p:cNvPr>
          <p:cNvSpPr>
            <a:spLocks/>
          </p:cNvSpPr>
          <p:nvPr/>
        </p:nvSpPr>
        <p:spPr>
          <a:xfrm>
            <a:off x="10261492" y="4722618"/>
            <a:ext cx="109320" cy="80168"/>
          </a:xfrm>
          <a:prstGeom prst="rect">
            <a:avLst/>
          </a:prstGeom>
          <a:solidFill>
            <a:srgbClr val="EAF0FC"/>
          </a:solidFill>
          <a:ln w="5102">
            <a:solidFill>
              <a:srgbClr val="394D93"/>
            </a:solidFill>
            <a:prstDash val="solid"/>
          </a:ln>
        </p:spPr>
      </p:sp>
      <p:sp>
        <p:nvSpPr>
          <p:cNvPr id="158" name="p11_rect_158">
            <a:extLst>
              <a:ext uri="{FF2B5EF4-FFF2-40B4-BE49-F238E27FC236}">
                <a16:creationId xmlns:a16="http://schemas.microsoft.com/office/drawing/2014/main" id="{607AF588-121A-48B2-85B6-DCE3C0567E4D}"/>
              </a:ext>
            </a:extLst>
          </p:cNvPr>
          <p:cNvSpPr>
            <a:spLocks/>
          </p:cNvSpPr>
          <p:nvPr/>
        </p:nvSpPr>
        <p:spPr>
          <a:xfrm>
            <a:off x="10370812" y="4722618"/>
            <a:ext cx="109320" cy="80168"/>
          </a:xfrm>
          <a:prstGeom prst="rect">
            <a:avLst/>
          </a:prstGeom>
          <a:solidFill>
            <a:srgbClr val="C4D0EC"/>
          </a:solidFill>
          <a:ln w="5102">
            <a:solidFill>
              <a:srgbClr val="394D93"/>
            </a:solidFill>
            <a:prstDash val="solid"/>
          </a:ln>
        </p:spPr>
      </p:sp>
      <p:sp>
        <p:nvSpPr>
          <p:cNvPr id="159" name="p11_rect_159">
            <a:extLst>
              <a:ext uri="{FF2B5EF4-FFF2-40B4-BE49-F238E27FC236}">
                <a16:creationId xmlns:a16="http://schemas.microsoft.com/office/drawing/2014/main" id="{AA2CDD31-1FD7-460C-91B2-F4D60BC1C7CC}"/>
              </a:ext>
            </a:extLst>
          </p:cNvPr>
          <p:cNvSpPr>
            <a:spLocks/>
          </p:cNvSpPr>
          <p:nvPr/>
        </p:nvSpPr>
        <p:spPr>
          <a:xfrm>
            <a:off x="10480132" y="4722618"/>
            <a:ext cx="109320" cy="80168"/>
          </a:xfrm>
          <a:prstGeom prst="rect">
            <a:avLst/>
          </a:prstGeom>
          <a:solidFill>
            <a:srgbClr val="EAF0FC"/>
          </a:solidFill>
          <a:ln w="5102">
            <a:solidFill>
              <a:srgbClr val="394D93"/>
            </a:solidFill>
            <a:prstDash val="solid"/>
          </a:ln>
        </p:spPr>
      </p:sp>
      <p:sp>
        <p:nvSpPr>
          <p:cNvPr id="160" name="p11_rect_160">
            <a:extLst>
              <a:ext uri="{FF2B5EF4-FFF2-40B4-BE49-F238E27FC236}">
                <a16:creationId xmlns:a16="http://schemas.microsoft.com/office/drawing/2014/main" id="{4925F6D3-1589-40A9-9E95-D5A48B82D3AB}"/>
              </a:ext>
            </a:extLst>
          </p:cNvPr>
          <p:cNvSpPr>
            <a:spLocks/>
          </p:cNvSpPr>
          <p:nvPr/>
        </p:nvSpPr>
        <p:spPr>
          <a:xfrm>
            <a:off x="9933532" y="4802786"/>
            <a:ext cx="109320" cy="80168"/>
          </a:xfrm>
          <a:prstGeom prst="rect">
            <a:avLst/>
          </a:prstGeom>
          <a:solidFill>
            <a:srgbClr val="C4D0EC"/>
          </a:solidFill>
          <a:ln w="5102">
            <a:solidFill>
              <a:srgbClr val="394D93"/>
            </a:solidFill>
            <a:prstDash val="solid"/>
          </a:ln>
        </p:spPr>
      </p:sp>
      <p:sp>
        <p:nvSpPr>
          <p:cNvPr id="161" name="p11_rect_161">
            <a:extLst>
              <a:ext uri="{FF2B5EF4-FFF2-40B4-BE49-F238E27FC236}">
                <a16:creationId xmlns:a16="http://schemas.microsoft.com/office/drawing/2014/main" id="{A35A4696-80F3-4D16-BE4F-E47B875D0DA1}"/>
              </a:ext>
            </a:extLst>
          </p:cNvPr>
          <p:cNvSpPr>
            <a:spLocks/>
          </p:cNvSpPr>
          <p:nvPr/>
        </p:nvSpPr>
        <p:spPr>
          <a:xfrm>
            <a:off x="10042852" y="4802786"/>
            <a:ext cx="109320" cy="80168"/>
          </a:xfrm>
          <a:prstGeom prst="rect">
            <a:avLst/>
          </a:prstGeom>
          <a:solidFill>
            <a:srgbClr val="EAF0FC"/>
          </a:solidFill>
          <a:ln w="5102">
            <a:solidFill>
              <a:srgbClr val="394D93"/>
            </a:solidFill>
            <a:prstDash val="solid"/>
          </a:ln>
        </p:spPr>
      </p:sp>
      <p:sp>
        <p:nvSpPr>
          <p:cNvPr id="162" name="p11_rect_162">
            <a:extLst>
              <a:ext uri="{FF2B5EF4-FFF2-40B4-BE49-F238E27FC236}">
                <a16:creationId xmlns:a16="http://schemas.microsoft.com/office/drawing/2014/main" id="{82F71CAA-6DAD-499F-91DF-EEAED01CCC20}"/>
              </a:ext>
            </a:extLst>
          </p:cNvPr>
          <p:cNvSpPr>
            <a:spLocks/>
          </p:cNvSpPr>
          <p:nvPr/>
        </p:nvSpPr>
        <p:spPr>
          <a:xfrm>
            <a:off x="10152172" y="4802786"/>
            <a:ext cx="109320" cy="80168"/>
          </a:xfrm>
          <a:prstGeom prst="rect">
            <a:avLst/>
          </a:prstGeom>
          <a:solidFill>
            <a:srgbClr val="EAF0FC"/>
          </a:solidFill>
          <a:ln w="5102">
            <a:solidFill>
              <a:srgbClr val="394D93"/>
            </a:solidFill>
            <a:prstDash val="solid"/>
          </a:ln>
        </p:spPr>
      </p:sp>
      <p:sp>
        <p:nvSpPr>
          <p:cNvPr id="163" name="p11_rect_163">
            <a:extLst>
              <a:ext uri="{FF2B5EF4-FFF2-40B4-BE49-F238E27FC236}">
                <a16:creationId xmlns:a16="http://schemas.microsoft.com/office/drawing/2014/main" id="{914FC76B-7AC9-4925-879E-64BA0368FE84}"/>
              </a:ext>
            </a:extLst>
          </p:cNvPr>
          <p:cNvSpPr>
            <a:spLocks/>
          </p:cNvSpPr>
          <p:nvPr/>
        </p:nvSpPr>
        <p:spPr>
          <a:xfrm>
            <a:off x="10261492" y="4802786"/>
            <a:ext cx="109320" cy="80168"/>
          </a:xfrm>
          <a:prstGeom prst="rect">
            <a:avLst/>
          </a:prstGeom>
          <a:solidFill>
            <a:srgbClr val="C4D0EC"/>
          </a:solidFill>
          <a:ln w="5102">
            <a:solidFill>
              <a:srgbClr val="394D93"/>
            </a:solidFill>
            <a:prstDash val="solid"/>
          </a:ln>
        </p:spPr>
      </p:sp>
      <p:sp>
        <p:nvSpPr>
          <p:cNvPr id="164" name="p11_rect_164">
            <a:extLst>
              <a:ext uri="{FF2B5EF4-FFF2-40B4-BE49-F238E27FC236}">
                <a16:creationId xmlns:a16="http://schemas.microsoft.com/office/drawing/2014/main" id="{E32453AC-7217-4D3C-9E32-10E27A035D3A}"/>
              </a:ext>
            </a:extLst>
          </p:cNvPr>
          <p:cNvSpPr>
            <a:spLocks/>
          </p:cNvSpPr>
          <p:nvPr/>
        </p:nvSpPr>
        <p:spPr>
          <a:xfrm>
            <a:off x="10370812" y="4802786"/>
            <a:ext cx="109320" cy="80168"/>
          </a:xfrm>
          <a:prstGeom prst="rect">
            <a:avLst/>
          </a:prstGeom>
          <a:solidFill>
            <a:srgbClr val="EAF0FC"/>
          </a:solidFill>
          <a:ln w="5102">
            <a:solidFill>
              <a:srgbClr val="394D93"/>
            </a:solidFill>
            <a:prstDash val="solid"/>
          </a:ln>
        </p:spPr>
      </p:sp>
      <p:sp>
        <p:nvSpPr>
          <p:cNvPr id="165" name="p11_rect_165">
            <a:extLst>
              <a:ext uri="{FF2B5EF4-FFF2-40B4-BE49-F238E27FC236}">
                <a16:creationId xmlns:a16="http://schemas.microsoft.com/office/drawing/2014/main" id="{60CBC35E-FB60-4BD1-8581-EF6F1A005FE5}"/>
              </a:ext>
            </a:extLst>
          </p:cNvPr>
          <p:cNvSpPr>
            <a:spLocks/>
          </p:cNvSpPr>
          <p:nvPr/>
        </p:nvSpPr>
        <p:spPr>
          <a:xfrm>
            <a:off x="10480132" y="4802786"/>
            <a:ext cx="109320" cy="80168"/>
          </a:xfrm>
          <a:prstGeom prst="rect">
            <a:avLst/>
          </a:prstGeom>
          <a:solidFill>
            <a:srgbClr val="EAF0FC"/>
          </a:solidFill>
          <a:ln w="5102">
            <a:solidFill>
              <a:srgbClr val="394D93"/>
            </a:solidFill>
            <a:prstDash val="solid"/>
          </a:ln>
        </p:spPr>
      </p:sp>
      <p:sp>
        <p:nvSpPr>
          <p:cNvPr id="166" name="p11_rect_166">
            <a:extLst>
              <a:ext uri="{FF2B5EF4-FFF2-40B4-BE49-F238E27FC236}">
                <a16:creationId xmlns:a16="http://schemas.microsoft.com/office/drawing/2014/main" id="{02E42EB9-FE41-4998-81D5-290A36DA07A6}"/>
              </a:ext>
            </a:extLst>
          </p:cNvPr>
          <p:cNvSpPr>
            <a:spLocks/>
          </p:cNvSpPr>
          <p:nvPr/>
        </p:nvSpPr>
        <p:spPr>
          <a:xfrm>
            <a:off x="276944" y="5815817"/>
            <a:ext cx="3782468" cy="757951"/>
          </a:xfrm>
          <a:prstGeom prst="roundRect">
            <a:avLst>
              <a:gd name="adj" fmla="val 9615"/>
            </a:avLst>
          </a:prstGeom>
          <a:gradFill>
            <a:gsLst>
              <a:gs pos="0">
                <a:srgbClr val="FEFEFF"/>
              </a:gs>
              <a:gs pos="100000">
                <a:srgbClr val="EDF0F8"/>
              </a:gs>
            </a:gsLst>
            <a:lin ang="5400000"/>
          </a:gradFill>
          <a:ln w="8746">
            <a:solidFill>
              <a:srgbClr val="8599C3"/>
            </a:solidFill>
            <a:prstDash val="solid"/>
          </a:ln>
        </p:spPr>
      </p:sp>
      <p:sp>
        <p:nvSpPr>
          <p:cNvPr id="167" name="p11_ellipse_167">
            <a:extLst>
              <a:ext uri="{FF2B5EF4-FFF2-40B4-BE49-F238E27FC236}">
                <a16:creationId xmlns:a16="http://schemas.microsoft.com/office/drawing/2014/main" id="{F96B17A7-473F-4345-9A4B-CCBA8F2EEB19}"/>
              </a:ext>
            </a:extLst>
          </p:cNvPr>
          <p:cNvSpPr>
            <a:spLocks/>
          </p:cNvSpPr>
          <p:nvPr/>
        </p:nvSpPr>
        <p:spPr>
          <a:xfrm>
            <a:off x="451855" y="6056321"/>
            <a:ext cx="313384" cy="313384"/>
          </a:xfrm>
          <a:prstGeom prst="ellipse">
            <a:avLst/>
          </a:prstGeom>
          <a:noFill/>
          <a:ln w="14576">
            <a:solidFill>
              <a:srgbClr val="394D93"/>
            </a:solidFill>
            <a:prstDash val="solid"/>
          </a:ln>
        </p:spPr>
      </p:sp>
      <p:sp>
        <p:nvSpPr>
          <p:cNvPr id="168" name="p11_path_168">
            <a:extLst>
              <a:ext uri="{FF2B5EF4-FFF2-40B4-BE49-F238E27FC236}">
                <a16:creationId xmlns:a16="http://schemas.microsoft.com/office/drawing/2014/main" id="{80FF5CA2-1193-4453-9D61-25F611D86450}"/>
              </a:ext>
            </a:extLst>
          </p:cNvPr>
          <p:cNvSpPr>
            <a:spLocks/>
          </p:cNvSpPr>
          <p:nvPr/>
        </p:nvSpPr>
        <p:spPr>
          <a:xfrm>
            <a:off x="473719" y="6092761"/>
            <a:ext cx="255080" cy="247792"/>
          </a:xfrm>
          <a:custGeom>
            <a:avLst/>
            <a:gdLst/>
            <a:ahLst/>
            <a:cxnLst/>
            <a:rect l="0" t="0" r="0" b="0"/>
            <a:pathLst>
              <a:path w="333375" h="323850">
                <a:moveTo>
                  <a:pt x="0" y="0"/>
                </a:moveTo>
                <a:lnTo>
                  <a:pt x="333375" y="323850"/>
                </a:lnTo>
              </a:path>
            </a:pathLst>
          </a:custGeom>
          <a:noFill/>
          <a:ln w="14576">
            <a:solidFill>
              <a:srgbClr val="394D93"/>
            </a:solidFill>
            <a:prstDash val="solid"/>
          </a:ln>
        </p:spPr>
      </p:sp>
      <p:sp>
        <p:nvSpPr>
          <p:cNvPr id="169" name="p11_rect_169">
            <a:extLst>
              <a:ext uri="{FF2B5EF4-FFF2-40B4-BE49-F238E27FC236}">
                <a16:creationId xmlns:a16="http://schemas.microsoft.com/office/drawing/2014/main" id="{05C8681E-49AF-447C-8BBD-530A593C5380}"/>
              </a:ext>
            </a:extLst>
          </p:cNvPr>
          <p:cNvSpPr>
            <a:spLocks/>
          </p:cNvSpPr>
          <p:nvPr/>
        </p:nvSpPr>
        <p:spPr>
          <a:xfrm>
            <a:off x="4270763" y="5815817"/>
            <a:ext cx="3782468" cy="757951"/>
          </a:xfrm>
          <a:prstGeom prst="roundRect">
            <a:avLst>
              <a:gd name="adj" fmla="val 9615"/>
            </a:avLst>
          </a:prstGeom>
          <a:gradFill>
            <a:gsLst>
              <a:gs pos="0">
                <a:srgbClr val="FEFEFF"/>
              </a:gs>
              <a:gs pos="100000">
                <a:srgbClr val="EDF0F8"/>
              </a:gs>
            </a:gsLst>
            <a:lin ang="5400000"/>
          </a:gradFill>
          <a:ln w="8746">
            <a:solidFill>
              <a:srgbClr val="8599C3"/>
            </a:solidFill>
            <a:prstDash val="solid"/>
          </a:ln>
        </p:spPr>
      </p:sp>
      <p:sp>
        <p:nvSpPr>
          <p:cNvPr id="170" name="p11_rect_170">
            <a:extLst>
              <a:ext uri="{FF2B5EF4-FFF2-40B4-BE49-F238E27FC236}">
                <a16:creationId xmlns:a16="http://schemas.microsoft.com/office/drawing/2014/main" id="{07946BB4-2D65-43A1-8D52-3E3391F1FE6B}"/>
              </a:ext>
            </a:extLst>
          </p:cNvPr>
          <p:cNvSpPr>
            <a:spLocks/>
          </p:cNvSpPr>
          <p:nvPr/>
        </p:nvSpPr>
        <p:spPr>
          <a:xfrm>
            <a:off x="4438387" y="6056321"/>
            <a:ext cx="378976" cy="313384"/>
          </a:xfrm>
          <a:prstGeom prst="rect">
            <a:avLst/>
          </a:prstGeom>
          <a:gradFill>
            <a:gsLst>
              <a:gs pos="0">
                <a:srgbClr val="FEFEFF"/>
              </a:gs>
              <a:gs pos="100000">
                <a:srgbClr val="EDF0F8"/>
              </a:gs>
            </a:gsLst>
            <a:lin ang="5400000"/>
          </a:gradFill>
          <a:ln w="12390">
            <a:solidFill>
              <a:srgbClr val="394D93"/>
            </a:solidFill>
            <a:prstDash val="solid"/>
          </a:ln>
        </p:spPr>
      </p:sp>
      <p:sp>
        <p:nvSpPr>
          <p:cNvPr id="171" name="p11_ellipse_171">
            <a:extLst>
              <a:ext uri="{FF2B5EF4-FFF2-40B4-BE49-F238E27FC236}">
                <a16:creationId xmlns:a16="http://schemas.microsoft.com/office/drawing/2014/main" id="{4EC5AAA6-F8E0-4949-9CA2-5DBB7A9415AC}"/>
              </a:ext>
            </a:extLst>
          </p:cNvPr>
          <p:cNvSpPr>
            <a:spLocks/>
          </p:cNvSpPr>
          <p:nvPr/>
        </p:nvSpPr>
        <p:spPr>
          <a:xfrm>
            <a:off x="4438387" y="6282249"/>
            <a:ext cx="378976" cy="174912"/>
          </a:xfrm>
          <a:prstGeom prst="ellipse">
            <a:avLst/>
          </a:prstGeom>
          <a:gradFill>
            <a:gsLst>
              <a:gs pos="0">
                <a:srgbClr val="FEFEFF"/>
              </a:gs>
              <a:gs pos="100000">
                <a:srgbClr val="EDF0F8"/>
              </a:gs>
            </a:gsLst>
            <a:lin ang="5400000"/>
          </a:gradFill>
          <a:ln w="10932">
            <a:solidFill>
              <a:srgbClr val="394D93"/>
            </a:solidFill>
            <a:prstDash val="solid"/>
          </a:ln>
        </p:spPr>
      </p:sp>
      <p:sp>
        <p:nvSpPr>
          <p:cNvPr id="172" name="p11_path_172">
            <a:extLst>
              <a:ext uri="{FF2B5EF4-FFF2-40B4-BE49-F238E27FC236}">
                <a16:creationId xmlns:a16="http://schemas.microsoft.com/office/drawing/2014/main" id="{C1E7E0E8-64C0-4AA8-97EB-CB8C5FDB9057}"/>
              </a:ext>
            </a:extLst>
          </p:cNvPr>
          <p:cNvSpPr>
            <a:spLocks/>
          </p:cNvSpPr>
          <p:nvPr/>
        </p:nvSpPr>
        <p:spPr>
          <a:xfrm>
            <a:off x="4438387" y="6165641"/>
            <a:ext cx="378976" cy="87456"/>
          </a:xfrm>
          <a:custGeom>
            <a:avLst/>
            <a:gdLst/>
            <a:ahLst/>
            <a:cxnLst/>
            <a:rect l="0" t="0" r="0" b="0"/>
            <a:pathLst>
              <a:path w="495300" h="114300">
                <a:moveTo>
                  <a:pt x="0" y="0"/>
                </a:moveTo>
                <a:cubicBezTo>
                  <a:pt x="84201" y="114300"/>
                  <a:pt x="411099" y="114300"/>
                  <a:pt x="495300" y="0"/>
                </a:cubicBezTo>
              </a:path>
            </a:pathLst>
          </a:custGeom>
          <a:noFill/>
          <a:ln w="10203">
            <a:solidFill>
              <a:srgbClr val="394D93"/>
            </a:solidFill>
            <a:prstDash val="solid"/>
          </a:ln>
        </p:spPr>
      </p:sp>
      <p:sp>
        <p:nvSpPr>
          <p:cNvPr id="173" name="p11_path_173">
            <a:extLst>
              <a:ext uri="{FF2B5EF4-FFF2-40B4-BE49-F238E27FC236}">
                <a16:creationId xmlns:a16="http://schemas.microsoft.com/office/drawing/2014/main" id="{16443C29-6D32-4CB6-951A-5B7A023CA495}"/>
              </a:ext>
            </a:extLst>
          </p:cNvPr>
          <p:cNvSpPr>
            <a:spLocks/>
          </p:cNvSpPr>
          <p:nvPr/>
        </p:nvSpPr>
        <p:spPr>
          <a:xfrm>
            <a:off x="4438387" y="6267673"/>
            <a:ext cx="378976" cy="87456"/>
          </a:xfrm>
          <a:custGeom>
            <a:avLst/>
            <a:gdLst/>
            <a:ahLst/>
            <a:cxnLst/>
            <a:rect l="0" t="0" r="0" b="0"/>
            <a:pathLst>
              <a:path w="495300" h="114300">
                <a:moveTo>
                  <a:pt x="0" y="0"/>
                </a:moveTo>
                <a:cubicBezTo>
                  <a:pt x="84201" y="114300"/>
                  <a:pt x="411099" y="114300"/>
                  <a:pt x="495300" y="0"/>
                </a:cubicBezTo>
              </a:path>
            </a:pathLst>
          </a:custGeom>
          <a:noFill/>
          <a:ln w="10203">
            <a:solidFill>
              <a:srgbClr val="394D93"/>
            </a:solidFill>
            <a:prstDash val="solid"/>
          </a:ln>
        </p:spPr>
      </p:sp>
      <p:sp>
        <p:nvSpPr>
          <p:cNvPr id="174" name="p11_ellipse_174">
            <a:extLst>
              <a:ext uri="{FF2B5EF4-FFF2-40B4-BE49-F238E27FC236}">
                <a16:creationId xmlns:a16="http://schemas.microsoft.com/office/drawing/2014/main" id="{DC13E92B-F387-4409-9B3E-885CDB609FC3}"/>
              </a:ext>
            </a:extLst>
          </p:cNvPr>
          <p:cNvSpPr>
            <a:spLocks/>
          </p:cNvSpPr>
          <p:nvPr/>
        </p:nvSpPr>
        <p:spPr>
          <a:xfrm>
            <a:off x="4438387" y="5968865"/>
            <a:ext cx="378976" cy="174912"/>
          </a:xfrm>
          <a:prstGeom prst="ellipse">
            <a:avLst/>
          </a:prstGeom>
          <a:gradFill>
            <a:gsLst>
              <a:gs pos="0">
                <a:srgbClr val="FEFEFF"/>
              </a:gs>
              <a:gs pos="100000">
                <a:srgbClr val="EDF0F8"/>
              </a:gs>
            </a:gsLst>
            <a:lin ang="5400000"/>
          </a:gradFill>
          <a:ln w="10932">
            <a:solidFill>
              <a:srgbClr val="394D93"/>
            </a:solidFill>
            <a:prstDash val="solid"/>
          </a:ln>
        </p:spPr>
      </p:sp>
      <p:sp>
        <p:nvSpPr>
          <p:cNvPr id="175" name="p11_rect_175">
            <a:extLst>
              <a:ext uri="{FF2B5EF4-FFF2-40B4-BE49-F238E27FC236}">
                <a16:creationId xmlns:a16="http://schemas.microsoft.com/office/drawing/2014/main" id="{85937B58-1EDB-47D8-9FCF-6389FE12477B}"/>
              </a:ext>
            </a:extLst>
          </p:cNvPr>
          <p:cNvSpPr>
            <a:spLocks/>
          </p:cNvSpPr>
          <p:nvPr/>
        </p:nvSpPr>
        <p:spPr>
          <a:xfrm>
            <a:off x="8264582" y="5815817"/>
            <a:ext cx="3782468" cy="757951"/>
          </a:xfrm>
          <a:prstGeom prst="roundRect">
            <a:avLst>
              <a:gd name="adj" fmla="val 9615"/>
            </a:avLst>
          </a:prstGeom>
          <a:gradFill>
            <a:gsLst>
              <a:gs pos="0">
                <a:srgbClr val="FEFEFF"/>
              </a:gs>
              <a:gs pos="100000">
                <a:srgbClr val="EDF0F8"/>
              </a:gs>
            </a:gsLst>
            <a:lin ang="5400000"/>
          </a:gradFill>
          <a:ln w="8746">
            <a:solidFill>
              <a:srgbClr val="8599C3"/>
            </a:solidFill>
            <a:prstDash val="solid"/>
          </a:ln>
        </p:spPr>
      </p:sp>
      <p:sp>
        <p:nvSpPr>
          <p:cNvPr id="176" name="p11_path_176">
            <a:extLst>
              <a:ext uri="{FF2B5EF4-FFF2-40B4-BE49-F238E27FC236}">
                <a16:creationId xmlns:a16="http://schemas.microsoft.com/office/drawing/2014/main" id="{12808C9A-0466-45D1-8C6A-448A8B3EBB84}"/>
              </a:ext>
            </a:extLst>
          </p:cNvPr>
          <p:cNvSpPr>
            <a:spLocks/>
          </p:cNvSpPr>
          <p:nvPr/>
        </p:nvSpPr>
        <p:spPr>
          <a:xfrm>
            <a:off x="8439494" y="6032125"/>
            <a:ext cx="29152" cy="126520"/>
          </a:xfrm>
          <a:custGeom>
            <a:avLst/>
            <a:gdLst/>
            <a:ahLst/>
            <a:cxnLst/>
            <a:rect l="0" t="0" r="0" b="0"/>
            <a:pathLst>
              <a:path w="38100" h="165354">
                <a:moveTo>
                  <a:pt x="38100" y="0"/>
                </a:moveTo>
                <a:lnTo>
                  <a:pt x="0" y="165354"/>
                </a:lnTo>
              </a:path>
            </a:pathLst>
          </a:custGeom>
          <a:noFill/>
          <a:ln w="10932">
            <a:solidFill>
              <a:srgbClr val="394D93"/>
            </a:solidFill>
            <a:prstDash val="solid"/>
          </a:ln>
        </p:spPr>
      </p:sp>
      <p:sp>
        <p:nvSpPr>
          <p:cNvPr id="177" name="p11_path_177">
            <a:extLst>
              <a:ext uri="{FF2B5EF4-FFF2-40B4-BE49-F238E27FC236}">
                <a16:creationId xmlns:a16="http://schemas.microsoft.com/office/drawing/2014/main" id="{E42A2A3A-D2E8-4B97-87D3-804FC6496C8C}"/>
              </a:ext>
            </a:extLst>
          </p:cNvPr>
          <p:cNvSpPr>
            <a:spLocks/>
          </p:cNvSpPr>
          <p:nvPr/>
        </p:nvSpPr>
        <p:spPr>
          <a:xfrm>
            <a:off x="8468646" y="6032125"/>
            <a:ext cx="33816" cy="126520"/>
          </a:xfrm>
          <a:custGeom>
            <a:avLst/>
            <a:gdLst/>
            <a:ahLst/>
            <a:cxnLst/>
            <a:rect l="0" t="0" r="0" b="0"/>
            <a:pathLst>
              <a:path w="44196" h="165354">
                <a:moveTo>
                  <a:pt x="0" y="0"/>
                </a:moveTo>
                <a:lnTo>
                  <a:pt x="44196" y="165354"/>
                </a:lnTo>
              </a:path>
            </a:pathLst>
          </a:custGeom>
          <a:noFill/>
          <a:ln w="10932">
            <a:solidFill>
              <a:srgbClr val="394D93"/>
            </a:solidFill>
            <a:prstDash val="solid"/>
          </a:ln>
        </p:spPr>
      </p:sp>
      <p:sp>
        <p:nvSpPr>
          <p:cNvPr id="178" name="p11_path_178">
            <a:extLst>
              <a:ext uri="{FF2B5EF4-FFF2-40B4-BE49-F238E27FC236}">
                <a16:creationId xmlns:a16="http://schemas.microsoft.com/office/drawing/2014/main" id="{B392D4A2-0EAA-4258-A20E-575FC37467F0}"/>
              </a:ext>
            </a:extLst>
          </p:cNvPr>
          <p:cNvSpPr>
            <a:spLocks/>
          </p:cNvSpPr>
          <p:nvPr/>
        </p:nvSpPr>
        <p:spPr>
          <a:xfrm>
            <a:off x="8419671" y="6158644"/>
            <a:ext cx="19823" cy="138763"/>
          </a:xfrm>
          <a:custGeom>
            <a:avLst/>
            <a:gdLst/>
            <a:ahLst/>
            <a:cxnLst/>
            <a:rect l="0" t="0" r="0" b="0"/>
            <a:pathLst>
              <a:path w="25908" h="181356">
                <a:moveTo>
                  <a:pt x="25908" y="0"/>
                </a:moveTo>
                <a:lnTo>
                  <a:pt x="0" y="181356"/>
                </a:lnTo>
              </a:path>
            </a:pathLst>
          </a:custGeom>
          <a:noFill/>
          <a:ln w="10932">
            <a:solidFill>
              <a:srgbClr val="394D93"/>
            </a:solidFill>
            <a:prstDash val="solid"/>
          </a:ln>
        </p:spPr>
      </p:sp>
      <p:sp>
        <p:nvSpPr>
          <p:cNvPr id="179" name="p11_path_179">
            <a:extLst>
              <a:ext uri="{FF2B5EF4-FFF2-40B4-BE49-F238E27FC236}">
                <a16:creationId xmlns:a16="http://schemas.microsoft.com/office/drawing/2014/main" id="{105F447B-3804-4543-8A52-19F0219D0C84}"/>
              </a:ext>
            </a:extLst>
          </p:cNvPr>
          <p:cNvSpPr>
            <a:spLocks/>
          </p:cNvSpPr>
          <p:nvPr/>
        </p:nvSpPr>
        <p:spPr>
          <a:xfrm>
            <a:off x="8439494" y="6158644"/>
            <a:ext cx="16325" cy="138763"/>
          </a:xfrm>
          <a:custGeom>
            <a:avLst/>
            <a:gdLst/>
            <a:ahLst/>
            <a:cxnLst/>
            <a:rect l="0" t="0" r="0" b="0"/>
            <a:pathLst>
              <a:path w="21336" h="181356">
                <a:moveTo>
                  <a:pt x="0" y="0"/>
                </a:moveTo>
                <a:lnTo>
                  <a:pt x="21336" y="181356"/>
                </a:lnTo>
              </a:path>
            </a:pathLst>
          </a:custGeom>
          <a:noFill/>
          <a:ln w="10932">
            <a:solidFill>
              <a:srgbClr val="394D93"/>
            </a:solidFill>
            <a:prstDash val="solid"/>
          </a:ln>
        </p:spPr>
      </p:sp>
      <p:sp>
        <p:nvSpPr>
          <p:cNvPr id="180" name="p11_path_180">
            <a:extLst>
              <a:ext uri="{FF2B5EF4-FFF2-40B4-BE49-F238E27FC236}">
                <a16:creationId xmlns:a16="http://schemas.microsoft.com/office/drawing/2014/main" id="{10E6D1C8-DDC1-4123-B743-0C3827110EF7}"/>
              </a:ext>
            </a:extLst>
          </p:cNvPr>
          <p:cNvSpPr>
            <a:spLocks/>
          </p:cNvSpPr>
          <p:nvPr/>
        </p:nvSpPr>
        <p:spPr>
          <a:xfrm>
            <a:off x="8488469" y="6158644"/>
            <a:ext cx="13993" cy="138763"/>
          </a:xfrm>
          <a:custGeom>
            <a:avLst/>
            <a:gdLst/>
            <a:ahLst/>
            <a:cxnLst/>
            <a:rect l="0" t="0" r="0" b="0"/>
            <a:pathLst>
              <a:path w="18288" h="181356">
                <a:moveTo>
                  <a:pt x="18288" y="0"/>
                </a:moveTo>
                <a:lnTo>
                  <a:pt x="0" y="181356"/>
                </a:lnTo>
              </a:path>
            </a:pathLst>
          </a:custGeom>
          <a:noFill/>
          <a:ln w="10932">
            <a:solidFill>
              <a:srgbClr val="394D93"/>
            </a:solidFill>
            <a:prstDash val="solid"/>
          </a:ln>
        </p:spPr>
      </p:sp>
      <p:sp>
        <p:nvSpPr>
          <p:cNvPr id="181" name="p11_path_181">
            <a:extLst>
              <a:ext uri="{FF2B5EF4-FFF2-40B4-BE49-F238E27FC236}">
                <a16:creationId xmlns:a16="http://schemas.microsoft.com/office/drawing/2014/main" id="{9E9C0E7B-094E-4801-87CE-65554BD9BB5B}"/>
              </a:ext>
            </a:extLst>
          </p:cNvPr>
          <p:cNvSpPr>
            <a:spLocks/>
          </p:cNvSpPr>
          <p:nvPr/>
        </p:nvSpPr>
        <p:spPr>
          <a:xfrm>
            <a:off x="8502462" y="6158644"/>
            <a:ext cx="16325" cy="138763"/>
          </a:xfrm>
          <a:custGeom>
            <a:avLst/>
            <a:gdLst/>
            <a:ahLst/>
            <a:cxnLst/>
            <a:rect l="0" t="0" r="0" b="0"/>
            <a:pathLst>
              <a:path w="21336" h="181356">
                <a:moveTo>
                  <a:pt x="0" y="0"/>
                </a:moveTo>
                <a:lnTo>
                  <a:pt x="21336" y="181356"/>
                </a:lnTo>
              </a:path>
            </a:pathLst>
          </a:custGeom>
          <a:noFill/>
          <a:ln w="10932">
            <a:solidFill>
              <a:srgbClr val="394D93"/>
            </a:solidFill>
            <a:prstDash val="solid"/>
          </a:ln>
        </p:spPr>
      </p:sp>
      <p:sp>
        <p:nvSpPr>
          <p:cNvPr id="182" name="p11_path_182">
            <a:extLst>
              <a:ext uri="{FF2B5EF4-FFF2-40B4-BE49-F238E27FC236}">
                <a16:creationId xmlns:a16="http://schemas.microsoft.com/office/drawing/2014/main" id="{4B0AEF9E-8DC2-440D-A620-4530226A58E8}"/>
              </a:ext>
            </a:extLst>
          </p:cNvPr>
          <p:cNvSpPr>
            <a:spLocks/>
          </p:cNvSpPr>
          <p:nvPr/>
        </p:nvSpPr>
        <p:spPr>
          <a:xfrm>
            <a:off x="8441826" y="6297408"/>
            <a:ext cx="13993" cy="110194"/>
          </a:xfrm>
          <a:custGeom>
            <a:avLst/>
            <a:gdLst/>
            <a:ahLst/>
            <a:cxnLst/>
            <a:rect l="0" t="0" r="0" b="0"/>
            <a:pathLst>
              <a:path w="18288" h="144018">
                <a:moveTo>
                  <a:pt x="18288" y="0"/>
                </a:moveTo>
                <a:lnTo>
                  <a:pt x="0" y="144018"/>
                </a:lnTo>
              </a:path>
            </a:pathLst>
          </a:custGeom>
          <a:noFill/>
          <a:ln w="10932">
            <a:solidFill>
              <a:srgbClr val="394D93"/>
            </a:solidFill>
            <a:prstDash val="solid"/>
          </a:ln>
        </p:spPr>
      </p:sp>
      <p:sp>
        <p:nvSpPr>
          <p:cNvPr id="183" name="p11_path_183">
            <a:extLst>
              <a:ext uri="{FF2B5EF4-FFF2-40B4-BE49-F238E27FC236}">
                <a16:creationId xmlns:a16="http://schemas.microsoft.com/office/drawing/2014/main" id="{3E2E795C-910F-44FA-9750-C3CD92F74E76}"/>
              </a:ext>
            </a:extLst>
          </p:cNvPr>
          <p:cNvSpPr>
            <a:spLocks/>
          </p:cNvSpPr>
          <p:nvPr/>
        </p:nvSpPr>
        <p:spPr>
          <a:xfrm>
            <a:off x="8455819" y="6297408"/>
            <a:ext cx="12827" cy="110194"/>
          </a:xfrm>
          <a:custGeom>
            <a:avLst/>
            <a:gdLst/>
            <a:ahLst/>
            <a:cxnLst/>
            <a:rect l="0" t="0" r="0" b="0"/>
            <a:pathLst>
              <a:path w="16764" h="144018">
                <a:moveTo>
                  <a:pt x="0" y="0"/>
                </a:moveTo>
                <a:lnTo>
                  <a:pt x="16764" y="144018"/>
                </a:lnTo>
              </a:path>
            </a:pathLst>
          </a:custGeom>
          <a:noFill/>
          <a:ln w="10932">
            <a:solidFill>
              <a:srgbClr val="394D93"/>
            </a:solidFill>
            <a:prstDash val="solid"/>
          </a:ln>
        </p:spPr>
      </p:sp>
      <p:sp>
        <p:nvSpPr>
          <p:cNvPr id="184" name="p11_ellipse_184">
            <a:extLst>
              <a:ext uri="{FF2B5EF4-FFF2-40B4-BE49-F238E27FC236}">
                <a16:creationId xmlns:a16="http://schemas.microsoft.com/office/drawing/2014/main" id="{AE032788-B255-43CB-9E2D-880EE46C63D2}"/>
              </a:ext>
            </a:extLst>
          </p:cNvPr>
          <p:cNvSpPr>
            <a:spLocks/>
          </p:cNvSpPr>
          <p:nvPr/>
        </p:nvSpPr>
        <p:spPr>
          <a:xfrm>
            <a:off x="8439494" y="6002973"/>
            <a:ext cx="58304" cy="58304"/>
          </a:xfrm>
          <a:prstGeom prst="ellipse">
            <a:avLst/>
          </a:prstGeom>
          <a:solidFill>
            <a:srgbClr val="CAD4EF"/>
          </a:solidFill>
          <a:ln w="9474">
            <a:solidFill>
              <a:srgbClr val="394D93"/>
            </a:solidFill>
            <a:prstDash val="solid"/>
          </a:ln>
        </p:spPr>
      </p:sp>
      <p:sp>
        <p:nvSpPr>
          <p:cNvPr id="185" name="p11_ellipse_185">
            <a:extLst>
              <a:ext uri="{FF2B5EF4-FFF2-40B4-BE49-F238E27FC236}">
                <a16:creationId xmlns:a16="http://schemas.microsoft.com/office/drawing/2014/main" id="{90569409-3C35-4E3B-AD30-240ADCC2BE42}"/>
              </a:ext>
            </a:extLst>
          </p:cNvPr>
          <p:cNvSpPr>
            <a:spLocks/>
          </p:cNvSpPr>
          <p:nvPr/>
        </p:nvSpPr>
        <p:spPr>
          <a:xfrm>
            <a:off x="8410342" y="6129492"/>
            <a:ext cx="58304" cy="58304"/>
          </a:xfrm>
          <a:prstGeom prst="ellipse">
            <a:avLst/>
          </a:prstGeom>
          <a:solidFill>
            <a:srgbClr val="CAD4EF"/>
          </a:solidFill>
          <a:ln w="9474">
            <a:solidFill>
              <a:srgbClr val="394D93"/>
            </a:solidFill>
            <a:prstDash val="solid"/>
          </a:ln>
        </p:spPr>
      </p:sp>
      <p:sp>
        <p:nvSpPr>
          <p:cNvPr id="186" name="p11_ellipse_186">
            <a:extLst>
              <a:ext uri="{FF2B5EF4-FFF2-40B4-BE49-F238E27FC236}">
                <a16:creationId xmlns:a16="http://schemas.microsoft.com/office/drawing/2014/main" id="{050A5EC5-B1E6-4118-A4B8-88D5EACE4939}"/>
              </a:ext>
            </a:extLst>
          </p:cNvPr>
          <p:cNvSpPr>
            <a:spLocks/>
          </p:cNvSpPr>
          <p:nvPr/>
        </p:nvSpPr>
        <p:spPr>
          <a:xfrm>
            <a:off x="8473310" y="6129492"/>
            <a:ext cx="58304" cy="58304"/>
          </a:xfrm>
          <a:prstGeom prst="ellipse">
            <a:avLst/>
          </a:prstGeom>
          <a:solidFill>
            <a:srgbClr val="CAD4EF"/>
          </a:solidFill>
          <a:ln w="9474">
            <a:solidFill>
              <a:srgbClr val="394D93"/>
            </a:solidFill>
            <a:prstDash val="solid"/>
          </a:ln>
        </p:spPr>
      </p:sp>
      <p:sp>
        <p:nvSpPr>
          <p:cNvPr id="187" name="p11_ellipse_187">
            <a:extLst>
              <a:ext uri="{FF2B5EF4-FFF2-40B4-BE49-F238E27FC236}">
                <a16:creationId xmlns:a16="http://schemas.microsoft.com/office/drawing/2014/main" id="{2F5BBA78-A6CC-4BAE-A035-592A865AE54B}"/>
              </a:ext>
            </a:extLst>
          </p:cNvPr>
          <p:cNvSpPr>
            <a:spLocks/>
          </p:cNvSpPr>
          <p:nvPr/>
        </p:nvSpPr>
        <p:spPr>
          <a:xfrm>
            <a:off x="8390519" y="6268256"/>
            <a:ext cx="58304" cy="58304"/>
          </a:xfrm>
          <a:prstGeom prst="ellipse">
            <a:avLst/>
          </a:prstGeom>
          <a:solidFill>
            <a:srgbClr val="CAD4EF"/>
          </a:solidFill>
          <a:ln w="9474">
            <a:solidFill>
              <a:srgbClr val="394D93"/>
            </a:solidFill>
            <a:prstDash val="solid"/>
          </a:ln>
        </p:spPr>
      </p:sp>
      <p:sp>
        <p:nvSpPr>
          <p:cNvPr id="188" name="p11_ellipse_188">
            <a:extLst>
              <a:ext uri="{FF2B5EF4-FFF2-40B4-BE49-F238E27FC236}">
                <a16:creationId xmlns:a16="http://schemas.microsoft.com/office/drawing/2014/main" id="{3046FEBA-6B0A-4715-8AFE-55873B3B637D}"/>
              </a:ext>
            </a:extLst>
          </p:cNvPr>
          <p:cNvSpPr>
            <a:spLocks/>
          </p:cNvSpPr>
          <p:nvPr/>
        </p:nvSpPr>
        <p:spPr>
          <a:xfrm>
            <a:off x="8426667" y="6268256"/>
            <a:ext cx="58304" cy="58304"/>
          </a:xfrm>
          <a:prstGeom prst="ellipse">
            <a:avLst/>
          </a:prstGeom>
          <a:solidFill>
            <a:srgbClr val="CAD4EF"/>
          </a:solidFill>
          <a:ln w="9474">
            <a:solidFill>
              <a:srgbClr val="394D93"/>
            </a:solidFill>
            <a:prstDash val="solid"/>
          </a:ln>
        </p:spPr>
      </p:sp>
      <p:sp>
        <p:nvSpPr>
          <p:cNvPr id="189" name="p11_ellipse_189">
            <a:extLst>
              <a:ext uri="{FF2B5EF4-FFF2-40B4-BE49-F238E27FC236}">
                <a16:creationId xmlns:a16="http://schemas.microsoft.com/office/drawing/2014/main" id="{055482E2-9E73-415E-80AA-747C1BB9780E}"/>
              </a:ext>
            </a:extLst>
          </p:cNvPr>
          <p:cNvSpPr>
            <a:spLocks/>
          </p:cNvSpPr>
          <p:nvPr/>
        </p:nvSpPr>
        <p:spPr>
          <a:xfrm>
            <a:off x="8459317" y="6268256"/>
            <a:ext cx="58304" cy="58304"/>
          </a:xfrm>
          <a:prstGeom prst="ellipse">
            <a:avLst/>
          </a:prstGeom>
          <a:solidFill>
            <a:srgbClr val="FFFFFF"/>
          </a:solidFill>
          <a:ln w="9474">
            <a:solidFill>
              <a:srgbClr val="394D93"/>
            </a:solidFill>
            <a:prstDash val="solid"/>
          </a:ln>
        </p:spPr>
      </p:sp>
      <p:sp>
        <p:nvSpPr>
          <p:cNvPr id="190" name="p11_ellipse_190">
            <a:extLst>
              <a:ext uri="{FF2B5EF4-FFF2-40B4-BE49-F238E27FC236}">
                <a16:creationId xmlns:a16="http://schemas.microsoft.com/office/drawing/2014/main" id="{43E7B4BA-A7FB-429F-BAD8-90A8BF4BB520}"/>
              </a:ext>
            </a:extLst>
          </p:cNvPr>
          <p:cNvSpPr>
            <a:spLocks/>
          </p:cNvSpPr>
          <p:nvPr/>
        </p:nvSpPr>
        <p:spPr>
          <a:xfrm>
            <a:off x="8489636" y="6268256"/>
            <a:ext cx="58304" cy="58304"/>
          </a:xfrm>
          <a:prstGeom prst="ellipse">
            <a:avLst/>
          </a:prstGeom>
          <a:solidFill>
            <a:srgbClr val="FFFFFF"/>
          </a:solidFill>
          <a:ln w="9474">
            <a:solidFill>
              <a:srgbClr val="394D93"/>
            </a:solidFill>
            <a:prstDash val="solid"/>
          </a:ln>
        </p:spPr>
      </p:sp>
      <p:sp>
        <p:nvSpPr>
          <p:cNvPr id="191" name="p11_ellipse_191">
            <a:extLst>
              <a:ext uri="{FF2B5EF4-FFF2-40B4-BE49-F238E27FC236}">
                <a16:creationId xmlns:a16="http://schemas.microsoft.com/office/drawing/2014/main" id="{B2EECD18-7333-477B-AC76-44860A7D42A2}"/>
              </a:ext>
            </a:extLst>
          </p:cNvPr>
          <p:cNvSpPr>
            <a:spLocks/>
          </p:cNvSpPr>
          <p:nvPr/>
        </p:nvSpPr>
        <p:spPr>
          <a:xfrm>
            <a:off x="8412674" y="6378450"/>
            <a:ext cx="58304" cy="58304"/>
          </a:xfrm>
          <a:prstGeom prst="ellipse">
            <a:avLst/>
          </a:prstGeom>
          <a:solidFill>
            <a:srgbClr val="FFFFFF"/>
          </a:solidFill>
          <a:ln w="9474">
            <a:solidFill>
              <a:srgbClr val="394D93"/>
            </a:solidFill>
            <a:prstDash val="solid"/>
          </a:ln>
        </p:spPr>
      </p:sp>
      <p:sp>
        <p:nvSpPr>
          <p:cNvPr id="192" name="p11_ellipse_192">
            <a:extLst>
              <a:ext uri="{FF2B5EF4-FFF2-40B4-BE49-F238E27FC236}">
                <a16:creationId xmlns:a16="http://schemas.microsoft.com/office/drawing/2014/main" id="{1DA7D758-C49C-4760-856B-AFBC66EC2505}"/>
              </a:ext>
            </a:extLst>
          </p:cNvPr>
          <p:cNvSpPr>
            <a:spLocks/>
          </p:cNvSpPr>
          <p:nvPr/>
        </p:nvSpPr>
        <p:spPr>
          <a:xfrm>
            <a:off x="8439494" y="6378450"/>
            <a:ext cx="58304" cy="58304"/>
          </a:xfrm>
          <a:prstGeom prst="ellipse">
            <a:avLst/>
          </a:prstGeom>
          <a:solidFill>
            <a:srgbClr val="FFFFFF"/>
          </a:solidFill>
          <a:ln w="9474">
            <a:solidFill>
              <a:srgbClr val="394D93"/>
            </a:solidFill>
            <a:prstDash val="solid"/>
          </a:ln>
        </p:spPr>
      </p:sp>
      <p:sp>
        <p:nvSpPr>
          <p:cNvPr id="193" name="p11_path_193">
            <a:extLst>
              <a:ext uri="{FF2B5EF4-FFF2-40B4-BE49-F238E27FC236}">
                <a16:creationId xmlns:a16="http://schemas.microsoft.com/office/drawing/2014/main" id="{D1EB3C7A-FCEA-405E-9156-DE69481F4662}"/>
              </a:ext>
            </a:extLst>
          </p:cNvPr>
          <p:cNvSpPr>
            <a:spLocks/>
          </p:cNvSpPr>
          <p:nvPr/>
        </p:nvSpPr>
        <p:spPr>
          <a:xfrm>
            <a:off x="8605077" y="6032125"/>
            <a:ext cx="36148" cy="126520"/>
          </a:xfrm>
          <a:custGeom>
            <a:avLst/>
            <a:gdLst/>
            <a:ahLst/>
            <a:cxnLst/>
            <a:rect l="0" t="0" r="0" b="0"/>
            <a:pathLst>
              <a:path w="47244" h="165354">
                <a:moveTo>
                  <a:pt x="47244" y="0"/>
                </a:moveTo>
                <a:lnTo>
                  <a:pt x="0" y="165354"/>
                </a:lnTo>
              </a:path>
            </a:pathLst>
          </a:custGeom>
          <a:noFill/>
          <a:ln w="10932">
            <a:solidFill>
              <a:srgbClr val="394D93"/>
            </a:solidFill>
            <a:prstDash val="solid"/>
          </a:ln>
        </p:spPr>
      </p:sp>
      <p:sp>
        <p:nvSpPr>
          <p:cNvPr id="194" name="p11_path_194">
            <a:extLst>
              <a:ext uri="{FF2B5EF4-FFF2-40B4-BE49-F238E27FC236}">
                <a16:creationId xmlns:a16="http://schemas.microsoft.com/office/drawing/2014/main" id="{2049DF89-A2FC-41D5-A8C4-E16471515EBC}"/>
              </a:ext>
            </a:extLst>
          </p:cNvPr>
          <p:cNvSpPr>
            <a:spLocks/>
          </p:cNvSpPr>
          <p:nvPr/>
        </p:nvSpPr>
        <p:spPr>
          <a:xfrm>
            <a:off x="8641226" y="6032125"/>
            <a:ext cx="29152" cy="126520"/>
          </a:xfrm>
          <a:custGeom>
            <a:avLst/>
            <a:gdLst/>
            <a:ahLst/>
            <a:cxnLst/>
            <a:rect l="0" t="0" r="0" b="0"/>
            <a:pathLst>
              <a:path w="38100" h="165354">
                <a:moveTo>
                  <a:pt x="0" y="0"/>
                </a:moveTo>
                <a:lnTo>
                  <a:pt x="38100" y="165354"/>
                </a:lnTo>
              </a:path>
            </a:pathLst>
          </a:custGeom>
          <a:noFill/>
          <a:ln w="10932">
            <a:solidFill>
              <a:srgbClr val="394D93"/>
            </a:solidFill>
            <a:prstDash val="solid"/>
          </a:ln>
        </p:spPr>
      </p:sp>
      <p:sp>
        <p:nvSpPr>
          <p:cNvPr id="195" name="p11_path_195">
            <a:extLst>
              <a:ext uri="{FF2B5EF4-FFF2-40B4-BE49-F238E27FC236}">
                <a16:creationId xmlns:a16="http://schemas.microsoft.com/office/drawing/2014/main" id="{A8FADFD3-13DD-4872-9D46-A0559EC5F6EF}"/>
              </a:ext>
            </a:extLst>
          </p:cNvPr>
          <p:cNvSpPr>
            <a:spLocks/>
          </p:cNvSpPr>
          <p:nvPr/>
        </p:nvSpPr>
        <p:spPr>
          <a:xfrm>
            <a:off x="8589918" y="6158644"/>
            <a:ext cx="15159" cy="151007"/>
          </a:xfrm>
          <a:custGeom>
            <a:avLst/>
            <a:gdLst/>
            <a:ahLst/>
            <a:cxnLst/>
            <a:rect l="0" t="0" r="0" b="0"/>
            <a:pathLst>
              <a:path w="19812" h="197358">
                <a:moveTo>
                  <a:pt x="19812" y="0"/>
                </a:moveTo>
                <a:lnTo>
                  <a:pt x="0" y="197358"/>
                </a:lnTo>
              </a:path>
            </a:pathLst>
          </a:custGeom>
          <a:noFill/>
          <a:ln w="10932">
            <a:solidFill>
              <a:srgbClr val="394D93"/>
            </a:solidFill>
            <a:prstDash val="solid"/>
          </a:ln>
        </p:spPr>
      </p:sp>
      <p:sp>
        <p:nvSpPr>
          <p:cNvPr id="196" name="p11_path_196">
            <a:extLst>
              <a:ext uri="{FF2B5EF4-FFF2-40B4-BE49-F238E27FC236}">
                <a16:creationId xmlns:a16="http://schemas.microsoft.com/office/drawing/2014/main" id="{8F1A63C7-60C6-4C9C-9B4A-EA2D0DA427C5}"/>
              </a:ext>
            </a:extLst>
          </p:cNvPr>
          <p:cNvSpPr>
            <a:spLocks/>
          </p:cNvSpPr>
          <p:nvPr/>
        </p:nvSpPr>
        <p:spPr>
          <a:xfrm>
            <a:off x="8605077" y="6158644"/>
            <a:ext cx="15159" cy="151007"/>
          </a:xfrm>
          <a:custGeom>
            <a:avLst/>
            <a:gdLst/>
            <a:ahLst/>
            <a:cxnLst/>
            <a:rect l="0" t="0" r="0" b="0"/>
            <a:pathLst>
              <a:path w="19812" h="197358">
                <a:moveTo>
                  <a:pt x="0" y="0"/>
                </a:moveTo>
                <a:lnTo>
                  <a:pt x="19812" y="197358"/>
                </a:lnTo>
              </a:path>
            </a:pathLst>
          </a:custGeom>
          <a:noFill/>
          <a:ln w="10932">
            <a:solidFill>
              <a:srgbClr val="394D93"/>
            </a:solidFill>
            <a:prstDash val="solid"/>
          </a:ln>
        </p:spPr>
      </p:sp>
      <p:sp>
        <p:nvSpPr>
          <p:cNvPr id="197" name="p11_path_197">
            <a:extLst>
              <a:ext uri="{FF2B5EF4-FFF2-40B4-BE49-F238E27FC236}">
                <a16:creationId xmlns:a16="http://schemas.microsoft.com/office/drawing/2014/main" id="{090930FD-9F95-490F-9EB4-930DDF710687}"/>
              </a:ext>
            </a:extLst>
          </p:cNvPr>
          <p:cNvSpPr>
            <a:spLocks/>
          </p:cNvSpPr>
          <p:nvPr/>
        </p:nvSpPr>
        <p:spPr>
          <a:xfrm>
            <a:off x="8651720" y="6158644"/>
            <a:ext cx="18657" cy="118357"/>
          </a:xfrm>
          <a:custGeom>
            <a:avLst/>
            <a:gdLst/>
            <a:ahLst/>
            <a:cxnLst/>
            <a:rect l="0" t="0" r="0" b="0"/>
            <a:pathLst>
              <a:path w="24384" h="154686">
                <a:moveTo>
                  <a:pt x="24384" y="0"/>
                </a:moveTo>
                <a:lnTo>
                  <a:pt x="0" y="154686"/>
                </a:lnTo>
              </a:path>
            </a:pathLst>
          </a:custGeom>
          <a:noFill/>
          <a:ln w="10932">
            <a:solidFill>
              <a:srgbClr val="394D93"/>
            </a:solidFill>
            <a:prstDash val="solid"/>
          </a:ln>
        </p:spPr>
      </p:sp>
      <p:sp>
        <p:nvSpPr>
          <p:cNvPr id="198" name="p11_path_198">
            <a:extLst>
              <a:ext uri="{FF2B5EF4-FFF2-40B4-BE49-F238E27FC236}">
                <a16:creationId xmlns:a16="http://schemas.microsoft.com/office/drawing/2014/main" id="{03D56C1C-970D-4DE0-AED3-5E6763CF83E4}"/>
              </a:ext>
            </a:extLst>
          </p:cNvPr>
          <p:cNvSpPr>
            <a:spLocks/>
          </p:cNvSpPr>
          <p:nvPr/>
        </p:nvSpPr>
        <p:spPr>
          <a:xfrm>
            <a:off x="8670378" y="6158644"/>
            <a:ext cx="19823" cy="118357"/>
          </a:xfrm>
          <a:custGeom>
            <a:avLst/>
            <a:gdLst/>
            <a:ahLst/>
            <a:cxnLst/>
            <a:rect l="0" t="0" r="0" b="0"/>
            <a:pathLst>
              <a:path w="25908" h="154686">
                <a:moveTo>
                  <a:pt x="0" y="0"/>
                </a:moveTo>
                <a:lnTo>
                  <a:pt x="25908" y="154686"/>
                </a:lnTo>
              </a:path>
            </a:pathLst>
          </a:custGeom>
          <a:noFill/>
          <a:ln w="10932">
            <a:solidFill>
              <a:srgbClr val="394D93"/>
            </a:solidFill>
            <a:prstDash val="solid"/>
          </a:ln>
        </p:spPr>
      </p:sp>
      <p:sp>
        <p:nvSpPr>
          <p:cNvPr id="199" name="p11_path_199">
            <a:extLst>
              <a:ext uri="{FF2B5EF4-FFF2-40B4-BE49-F238E27FC236}">
                <a16:creationId xmlns:a16="http://schemas.microsoft.com/office/drawing/2014/main" id="{A3853836-8925-4526-B6E7-A599EA2EC26C}"/>
              </a:ext>
            </a:extLst>
          </p:cNvPr>
          <p:cNvSpPr>
            <a:spLocks/>
          </p:cNvSpPr>
          <p:nvPr/>
        </p:nvSpPr>
        <p:spPr>
          <a:xfrm>
            <a:off x="8637728" y="6277001"/>
            <a:ext cx="13993" cy="130601"/>
          </a:xfrm>
          <a:custGeom>
            <a:avLst/>
            <a:gdLst/>
            <a:ahLst/>
            <a:cxnLst/>
            <a:rect l="0" t="0" r="0" b="0"/>
            <a:pathLst>
              <a:path w="18288" h="170688">
                <a:moveTo>
                  <a:pt x="18288" y="0"/>
                </a:moveTo>
                <a:lnTo>
                  <a:pt x="0" y="170688"/>
                </a:lnTo>
              </a:path>
            </a:pathLst>
          </a:custGeom>
          <a:noFill/>
          <a:ln w="10932">
            <a:solidFill>
              <a:srgbClr val="394D93"/>
            </a:solidFill>
            <a:prstDash val="solid"/>
          </a:ln>
        </p:spPr>
      </p:sp>
      <p:sp>
        <p:nvSpPr>
          <p:cNvPr id="200" name="p11_path_200">
            <a:extLst>
              <a:ext uri="{FF2B5EF4-FFF2-40B4-BE49-F238E27FC236}">
                <a16:creationId xmlns:a16="http://schemas.microsoft.com/office/drawing/2014/main" id="{CA05137B-42B2-4346-A9E2-7D6A484C4F52}"/>
              </a:ext>
            </a:extLst>
          </p:cNvPr>
          <p:cNvSpPr>
            <a:spLocks/>
          </p:cNvSpPr>
          <p:nvPr/>
        </p:nvSpPr>
        <p:spPr>
          <a:xfrm>
            <a:off x="8651720" y="6277001"/>
            <a:ext cx="12827" cy="130601"/>
          </a:xfrm>
          <a:custGeom>
            <a:avLst/>
            <a:gdLst/>
            <a:ahLst/>
            <a:cxnLst/>
            <a:rect l="0" t="0" r="0" b="0"/>
            <a:pathLst>
              <a:path w="16764" h="170688">
                <a:moveTo>
                  <a:pt x="0" y="0"/>
                </a:moveTo>
                <a:lnTo>
                  <a:pt x="16764" y="170688"/>
                </a:lnTo>
              </a:path>
            </a:pathLst>
          </a:custGeom>
          <a:noFill/>
          <a:ln w="10932">
            <a:solidFill>
              <a:srgbClr val="394D93"/>
            </a:solidFill>
            <a:prstDash val="solid"/>
          </a:ln>
        </p:spPr>
      </p:sp>
      <p:sp>
        <p:nvSpPr>
          <p:cNvPr id="201" name="p11_ellipse_201">
            <a:extLst>
              <a:ext uri="{FF2B5EF4-FFF2-40B4-BE49-F238E27FC236}">
                <a16:creationId xmlns:a16="http://schemas.microsoft.com/office/drawing/2014/main" id="{039C6A92-3974-4A71-9853-4EE1F5B4985E}"/>
              </a:ext>
            </a:extLst>
          </p:cNvPr>
          <p:cNvSpPr>
            <a:spLocks/>
          </p:cNvSpPr>
          <p:nvPr/>
        </p:nvSpPr>
        <p:spPr>
          <a:xfrm>
            <a:off x="8612074" y="6002973"/>
            <a:ext cx="58304" cy="58304"/>
          </a:xfrm>
          <a:prstGeom prst="ellipse">
            <a:avLst/>
          </a:prstGeom>
          <a:solidFill>
            <a:srgbClr val="CAD4EF"/>
          </a:solidFill>
          <a:ln w="9474">
            <a:solidFill>
              <a:srgbClr val="394D93"/>
            </a:solidFill>
            <a:prstDash val="solid"/>
          </a:ln>
        </p:spPr>
      </p:sp>
      <p:sp>
        <p:nvSpPr>
          <p:cNvPr id="202" name="p11_ellipse_202">
            <a:extLst>
              <a:ext uri="{FF2B5EF4-FFF2-40B4-BE49-F238E27FC236}">
                <a16:creationId xmlns:a16="http://schemas.microsoft.com/office/drawing/2014/main" id="{BB51AE87-44CB-4CC0-87BA-25F3A048CA8A}"/>
              </a:ext>
            </a:extLst>
          </p:cNvPr>
          <p:cNvSpPr>
            <a:spLocks/>
          </p:cNvSpPr>
          <p:nvPr/>
        </p:nvSpPr>
        <p:spPr>
          <a:xfrm>
            <a:off x="8575925" y="6129492"/>
            <a:ext cx="58304" cy="58304"/>
          </a:xfrm>
          <a:prstGeom prst="ellipse">
            <a:avLst/>
          </a:prstGeom>
          <a:solidFill>
            <a:srgbClr val="CAD4EF"/>
          </a:solidFill>
          <a:ln w="9474">
            <a:solidFill>
              <a:srgbClr val="394D93"/>
            </a:solidFill>
            <a:prstDash val="solid"/>
          </a:ln>
        </p:spPr>
      </p:sp>
      <p:sp>
        <p:nvSpPr>
          <p:cNvPr id="203" name="p11_ellipse_203">
            <a:extLst>
              <a:ext uri="{FF2B5EF4-FFF2-40B4-BE49-F238E27FC236}">
                <a16:creationId xmlns:a16="http://schemas.microsoft.com/office/drawing/2014/main" id="{AE97E092-5342-49F1-939E-B9722BA57647}"/>
              </a:ext>
            </a:extLst>
          </p:cNvPr>
          <p:cNvSpPr>
            <a:spLocks/>
          </p:cNvSpPr>
          <p:nvPr/>
        </p:nvSpPr>
        <p:spPr>
          <a:xfrm>
            <a:off x="8641226" y="6129492"/>
            <a:ext cx="58304" cy="58304"/>
          </a:xfrm>
          <a:prstGeom prst="ellipse">
            <a:avLst/>
          </a:prstGeom>
          <a:solidFill>
            <a:srgbClr val="CAD4EF"/>
          </a:solidFill>
          <a:ln w="9474">
            <a:solidFill>
              <a:srgbClr val="394D93"/>
            </a:solidFill>
            <a:prstDash val="solid"/>
          </a:ln>
        </p:spPr>
      </p:sp>
      <p:sp>
        <p:nvSpPr>
          <p:cNvPr id="204" name="p11_ellipse_204">
            <a:extLst>
              <a:ext uri="{FF2B5EF4-FFF2-40B4-BE49-F238E27FC236}">
                <a16:creationId xmlns:a16="http://schemas.microsoft.com/office/drawing/2014/main" id="{D34C000B-8733-44F4-88AC-7171808BAAD0}"/>
              </a:ext>
            </a:extLst>
          </p:cNvPr>
          <p:cNvSpPr>
            <a:spLocks/>
          </p:cNvSpPr>
          <p:nvPr/>
        </p:nvSpPr>
        <p:spPr>
          <a:xfrm>
            <a:off x="8560766" y="6280500"/>
            <a:ext cx="58304" cy="58304"/>
          </a:xfrm>
          <a:prstGeom prst="ellipse">
            <a:avLst/>
          </a:prstGeom>
          <a:solidFill>
            <a:srgbClr val="CAD4EF"/>
          </a:solidFill>
          <a:ln w="9474">
            <a:solidFill>
              <a:srgbClr val="394D93"/>
            </a:solidFill>
            <a:prstDash val="solid"/>
          </a:ln>
        </p:spPr>
      </p:sp>
      <p:sp>
        <p:nvSpPr>
          <p:cNvPr id="205" name="p11_ellipse_205">
            <a:extLst>
              <a:ext uri="{FF2B5EF4-FFF2-40B4-BE49-F238E27FC236}">
                <a16:creationId xmlns:a16="http://schemas.microsoft.com/office/drawing/2014/main" id="{FF122138-5121-4908-AE31-9ED491029878}"/>
              </a:ext>
            </a:extLst>
          </p:cNvPr>
          <p:cNvSpPr>
            <a:spLocks/>
          </p:cNvSpPr>
          <p:nvPr/>
        </p:nvSpPr>
        <p:spPr>
          <a:xfrm>
            <a:off x="8591084" y="6280500"/>
            <a:ext cx="58304" cy="58304"/>
          </a:xfrm>
          <a:prstGeom prst="ellipse">
            <a:avLst/>
          </a:prstGeom>
          <a:solidFill>
            <a:srgbClr val="CAD4EF"/>
          </a:solidFill>
          <a:ln w="9474">
            <a:solidFill>
              <a:srgbClr val="394D93"/>
            </a:solidFill>
            <a:prstDash val="solid"/>
          </a:ln>
        </p:spPr>
      </p:sp>
      <p:sp>
        <p:nvSpPr>
          <p:cNvPr id="206" name="p11_ellipse_206">
            <a:extLst>
              <a:ext uri="{FF2B5EF4-FFF2-40B4-BE49-F238E27FC236}">
                <a16:creationId xmlns:a16="http://schemas.microsoft.com/office/drawing/2014/main" id="{A67F9C76-4250-4B87-821F-6634C3601B8F}"/>
              </a:ext>
            </a:extLst>
          </p:cNvPr>
          <p:cNvSpPr>
            <a:spLocks/>
          </p:cNvSpPr>
          <p:nvPr/>
        </p:nvSpPr>
        <p:spPr>
          <a:xfrm>
            <a:off x="8622569" y="6247849"/>
            <a:ext cx="58304" cy="58304"/>
          </a:xfrm>
          <a:prstGeom prst="ellipse">
            <a:avLst/>
          </a:prstGeom>
          <a:solidFill>
            <a:srgbClr val="FFFFFF"/>
          </a:solidFill>
          <a:ln w="9474">
            <a:solidFill>
              <a:srgbClr val="394D93"/>
            </a:solidFill>
            <a:prstDash val="solid"/>
          </a:ln>
        </p:spPr>
      </p:sp>
      <p:sp>
        <p:nvSpPr>
          <p:cNvPr id="207" name="p11_ellipse_207">
            <a:extLst>
              <a:ext uri="{FF2B5EF4-FFF2-40B4-BE49-F238E27FC236}">
                <a16:creationId xmlns:a16="http://schemas.microsoft.com/office/drawing/2014/main" id="{206A73BE-23C3-4E7A-A4D0-B2D63019C9D5}"/>
              </a:ext>
            </a:extLst>
          </p:cNvPr>
          <p:cNvSpPr>
            <a:spLocks/>
          </p:cNvSpPr>
          <p:nvPr/>
        </p:nvSpPr>
        <p:spPr>
          <a:xfrm>
            <a:off x="8661049" y="6247849"/>
            <a:ext cx="58304" cy="58304"/>
          </a:xfrm>
          <a:prstGeom prst="ellipse">
            <a:avLst/>
          </a:prstGeom>
          <a:solidFill>
            <a:srgbClr val="FFFFFF"/>
          </a:solidFill>
          <a:ln w="9474">
            <a:solidFill>
              <a:srgbClr val="394D93"/>
            </a:solidFill>
            <a:prstDash val="solid"/>
          </a:ln>
        </p:spPr>
      </p:sp>
      <p:sp>
        <p:nvSpPr>
          <p:cNvPr id="208" name="p11_ellipse_208">
            <a:extLst>
              <a:ext uri="{FF2B5EF4-FFF2-40B4-BE49-F238E27FC236}">
                <a16:creationId xmlns:a16="http://schemas.microsoft.com/office/drawing/2014/main" id="{4B6BEEAC-DA80-4B78-958A-CC90ECA046B8}"/>
              </a:ext>
            </a:extLst>
          </p:cNvPr>
          <p:cNvSpPr>
            <a:spLocks/>
          </p:cNvSpPr>
          <p:nvPr/>
        </p:nvSpPr>
        <p:spPr>
          <a:xfrm>
            <a:off x="8608576" y="6378450"/>
            <a:ext cx="58304" cy="58304"/>
          </a:xfrm>
          <a:prstGeom prst="ellipse">
            <a:avLst/>
          </a:prstGeom>
          <a:solidFill>
            <a:srgbClr val="FFFFFF"/>
          </a:solidFill>
          <a:ln w="9474">
            <a:solidFill>
              <a:srgbClr val="394D93"/>
            </a:solidFill>
            <a:prstDash val="solid"/>
          </a:ln>
        </p:spPr>
      </p:sp>
      <p:sp>
        <p:nvSpPr>
          <p:cNvPr id="209" name="p11_ellipse_209">
            <a:extLst>
              <a:ext uri="{FF2B5EF4-FFF2-40B4-BE49-F238E27FC236}">
                <a16:creationId xmlns:a16="http://schemas.microsoft.com/office/drawing/2014/main" id="{98190D7D-D0A1-4717-92D9-710FAF5F6A9A}"/>
              </a:ext>
            </a:extLst>
          </p:cNvPr>
          <p:cNvSpPr>
            <a:spLocks/>
          </p:cNvSpPr>
          <p:nvPr/>
        </p:nvSpPr>
        <p:spPr>
          <a:xfrm>
            <a:off x="8635395" y="6378450"/>
            <a:ext cx="58304" cy="58304"/>
          </a:xfrm>
          <a:prstGeom prst="ellipse">
            <a:avLst/>
          </a:prstGeom>
          <a:solidFill>
            <a:srgbClr val="FFFFFF"/>
          </a:solidFill>
          <a:ln w="9474">
            <a:solidFill>
              <a:srgbClr val="394D93"/>
            </a:solidFill>
            <a:prstDash val="solid"/>
          </a:ln>
        </p:spPr>
      </p:sp>
      <p:sp>
        <p:nvSpPr>
          <p:cNvPr id="210" name="p11_path_210">
            <a:extLst>
              <a:ext uri="{FF2B5EF4-FFF2-40B4-BE49-F238E27FC236}">
                <a16:creationId xmlns:a16="http://schemas.microsoft.com/office/drawing/2014/main" id="{CCD5D775-B2F2-49E6-8967-73117D061CF4}"/>
              </a:ext>
            </a:extLst>
          </p:cNvPr>
          <p:cNvSpPr>
            <a:spLocks/>
          </p:cNvSpPr>
          <p:nvPr/>
        </p:nvSpPr>
        <p:spPr>
          <a:xfrm>
            <a:off x="8783487" y="6032125"/>
            <a:ext cx="31484" cy="122438"/>
          </a:xfrm>
          <a:custGeom>
            <a:avLst/>
            <a:gdLst/>
            <a:ahLst/>
            <a:cxnLst/>
            <a:rect l="0" t="0" r="0" b="0"/>
            <a:pathLst>
              <a:path w="41148" h="160020">
                <a:moveTo>
                  <a:pt x="41148" y="0"/>
                </a:moveTo>
                <a:lnTo>
                  <a:pt x="0" y="160020"/>
                </a:lnTo>
              </a:path>
            </a:pathLst>
          </a:custGeom>
          <a:noFill/>
          <a:ln w="10932">
            <a:solidFill>
              <a:srgbClr val="394D93"/>
            </a:solidFill>
            <a:prstDash val="solid"/>
          </a:ln>
        </p:spPr>
      </p:sp>
      <p:sp>
        <p:nvSpPr>
          <p:cNvPr id="211" name="p11_path_211">
            <a:extLst>
              <a:ext uri="{FF2B5EF4-FFF2-40B4-BE49-F238E27FC236}">
                <a16:creationId xmlns:a16="http://schemas.microsoft.com/office/drawing/2014/main" id="{5540D9CA-6FC4-4A85-9859-8178F6236CC6}"/>
              </a:ext>
            </a:extLst>
          </p:cNvPr>
          <p:cNvSpPr>
            <a:spLocks/>
          </p:cNvSpPr>
          <p:nvPr/>
        </p:nvSpPr>
        <p:spPr>
          <a:xfrm>
            <a:off x="8814971" y="6032125"/>
            <a:ext cx="38481" cy="122438"/>
          </a:xfrm>
          <a:custGeom>
            <a:avLst/>
            <a:gdLst/>
            <a:ahLst/>
            <a:cxnLst/>
            <a:rect l="0" t="0" r="0" b="0"/>
            <a:pathLst>
              <a:path w="50292" h="160020">
                <a:moveTo>
                  <a:pt x="0" y="0"/>
                </a:moveTo>
                <a:lnTo>
                  <a:pt x="50292" y="160020"/>
                </a:lnTo>
              </a:path>
            </a:pathLst>
          </a:custGeom>
          <a:noFill/>
          <a:ln w="10932">
            <a:solidFill>
              <a:srgbClr val="394D93"/>
            </a:solidFill>
            <a:prstDash val="solid"/>
          </a:ln>
        </p:spPr>
      </p:sp>
      <p:sp>
        <p:nvSpPr>
          <p:cNvPr id="212" name="p11_path_212">
            <a:extLst>
              <a:ext uri="{FF2B5EF4-FFF2-40B4-BE49-F238E27FC236}">
                <a16:creationId xmlns:a16="http://schemas.microsoft.com/office/drawing/2014/main" id="{5FA66AC7-CBF0-4A41-82E9-FC325B2653CF}"/>
              </a:ext>
            </a:extLst>
          </p:cNvPr>
          <p:cNvSpPr>
            <a:spLocks/>
          </p:cNvSpPr>
          <p:nvPr/>
        </p:nvSpPr>
        <p:spPr>
          <a:xfrm>
            <a:off x="8768328" y="6154563"/>
            <a:ext cx="15159" cy="122438"/>
          </a:xfrm>
          <a:custGeom>
            <a:avLst/>
            <a:gdLst/>
            <a:ahLst/>
            <a:cxnLst/>
            <a:rect l="0" t="0" r="0" b="0"/>
            <a:pathLst>
              <a:path w="19812" h="160020">
                <a:moveTo>
                  <a:pt x="19812" y="0"/>
                </a:moveTo>
                <a:lnTo>
                  <a:pt x="0" y="160020"/>
                </a:lnTo>
              </a:path>
            </a:pathLst>
          </a:custGeom>
          <a:noFill/>
          <a:ln w="10932">
            <a:solidFill>
              <a:srgbClr val="394D93"/>
            </a:solidFill>
            <a:prstDash val="solid"/>
          </a:ln>
        </p:spPr>
      </p:sp>
      <p:sp>
        <p:nvSpPr>
          <p:cNvPr id="213" name="p11_path_213">
            <a:extLst>
              <a:ext uri="{FF2B5EF4-FFF2-40B4-BE49-F238E27FC236}">
                <a16:creationId xmlns:a16="http://schemas.microsoft.com/office/drawing/2014/main" id="{626BBAB1-0A0C-40D4-93A6-896F47E5EC4A}"/>
              </a:ext>
            </a:extLst>
          </p:cNvPr>
          <p:cNvSpPr>
            <a:spLocks/>
          </p:cNvSpPr>
          <p:nvPr/>
        </p:nvSpPr>
        <p:spPr>
          <a:xfrm>
            <a:off x="8783487" y="6154563"/>
            <a:ext cx="19823" cy="122438"/>
          </a:xfrm>
          <a:custGeom>
            <a:avLst/>
            <a:gdLst/>
            <a:ahLst/>
            <a:cxnLst/>
            <a:rect l="0" t="0" r="0" b="0"/>
            <a:pathLst>
              <a:path w="25908" h="160020">
                <a:moveTo>
                  <a:pt x="0" y="0"/>
                </a:moveTo>
                <a:lnTo>
                  <a:pt x="25908" y="160020"/>
                </a:lnTo>
              </a:path>
            </a:pathLst>
          </a:custGeom>
          <a:noFill/>
          <a:ln w="10932">
            <a:solidFill>
              <a:srgbClr val="394D93"/>
            </a:solidFill>
            <a:prstDash val="solid"/>
          </a:ln>
        </p:spPr>
      </p:sp>
      <p:sp>
        <p:nvSpPr>
          <p:cNvPr id="214" name="p11_path_214">
            <a:extLst>
              <a:ext uri="{FF2B5EF4-FFF2-40B4-BE49-F238E27FC236}">
                <a16:creationId xmlns:a16="http://schemas.microsoft.com/office/drawing/2014/main" id="{21A72278-033A-4E13-9C7E-57D9367E2B08}"/>
              </a:ext>
            </a:extLst>
          </p:cNvPr>
          <p:cNvSpPr>
            <a:spLocks/>
          </p:cNvSpPr>
          <p:nvPr/>
        </p:nvSpPr>
        <p:spPr>
          <a:xfrm>
            <a:off x="8837127" y="6154563"/>
            <a:ext cx="16325" cy="134682"/>
          </a:xfrm>
          <a:custGeom>
            <a:avLst/>
            <a:gdLst/>
            <a:ahLst/>
            <a:cxnLst/>
            <a:rect l="0" t="0" r="0" b="0"/>
            <a:pathLst>
              <a:path w="21336" h="176022">
                <a:moveTo>
                  <a:pt x="21336" y="0"/>
                </a:moveTo>
                <a:lnTo>
                  <a:pt x="0" y="176022"/>
                </a:lnTo>
              </a:path>
            </a:pathLst>
          </a:custGeom>
          <a:noFill/>
          <a:ln w="10932">
            <a:solidFill>
              <a:srgbClr val="394D93"/>
            </a:solidFill>
            <a:prstDash val="solid"/>
          </a:ln>
        </p:spPr>
      </p:sp>
      <p:sp>
        <p:nvSpPr>
          <p:cNvPr id="215" name="p11_path_215">
            <a:extLst>
              <a:ext uri="{FF2B5EF4-FFF2-40B4-BE49-F238E27FC236}">
                <a16:creationId xmlns:a16="http://schemas.microsoft.com/office/drawing/2014/main" id="{C69843D7-7538-45AB-9B67-5413C4DC22E3}"/>
              </a:ext>
            </a:extLst>
          </p:cNvPr>
          <p:cNvSpPr>
            <a:spLocks/>
          </p:cNvSpPr>
          <p:nvPr/>
        </p:nvSpPr>
        <p:spPr>
          <a:xfrm>
            <a:off x="8853452" y="6154563"/>
            <a:ext cx="16325" cy="134682"/>
          </a:xfrm>
          <a:custGeom>
            <a:avLst/>
            <a:gdLst/>
            <a:ahLst/>
            <a:cxnLst/>
            <a:rect l="0" t="0" r="0" b="0"/>
            <a:pathLst>
              <a:path w="21336" h="176022">
                <a:moveTo>
                  <a:pt x="0" y="0"/>
                </a:moveTo>
                <a:lnTo>
                  <a:pt x="21336" y="176022"/>
                </a:lnTo>
              </a:path>
            </a:pathLst>
          </a:custGeom>
          <a:noFill/>
          <a:ln w="10932">
            <a:solidFill>
              <a:srgbClr val="394D93"/>
            </a:solidFill>
            <a:prstDash val="solid"/>
          </a:ln>
        </p:spPr>
      </p:sp>
      <p:sp>
        <p:nvSpPr>
          <p:cNvPr id="216" name="p11_path_216">
            <a:extLst>
              <a:ext uri="{FF2B5EF4-FFF2-40B4-BE49-F238E27FC236}">
                <a16:creationId xmlns:a16="http://schemas.microsoft.com/office/drawing/2014/main" id="{6EC17147-4864-4725-AC5D-ED00F1065AA7}"/>
              </a:ext>
            </a:extLst>
          </p:cNvPr>
          <p:cNvSpPr>
            <a:spLocks/>
          </p:cNvSpPr>
          <p:nvPr/>
        </p:nvSpPr>
        <p:spPr>
          <a:xfrm>
            <a:off x="8789318" y="6277001"/>
            <a:ext cx="13993" cy="130601"/>
          </a:xfrm>
          <a:custGeom>
            <a:avLst/>
            <a:gdLst/>
            <a:ahLst/>
            <a:cxnLst/>
            <a:rect l="0" t="0" r="0" b="0"/>
            <a:pathLst>
              <a:path w="18288" h="170688">
                <a:moveTo>
                  <a:pt x="18288" y="0"/>
                </a:moveTo>
                <a:lnTo>
                  <a:pt x="0" y="170688"/>
                </a:lnTo>
              </a:path>
            </a:pathLst>
          </a:custGeom>
          <a:noFill/>
          <a:ln w="10932">
            <a:solidFill>
              <a:srgbClr val="394D93"/>
            </a:solidFill>
            <a:prstDash val="solid"/>
          </a:ln>
        </p:spPr>
      </p:sp>
      <p:sp>
        <p:nvSpPr>
          <p:cNvPr id="217" name="p11_path_217">
            <a:extLst>
              <a:ext uri="{FF2B5EF4-FFF2-40B4-BE49-F238E27FC236}">
                <a16:creationId xmlns:a16="http://schemas.microsoft.com/office/drawing/2014/main" id="{C0D3150F-E0E2-41B0-9C22-8FACEC37B600}"/>
              </a:ext>
            </a:extLst>
          </p:cNvPr>
          <p:cNvSpPr>
            <a:spLocks/>
          </p:cNvSpPr>
          <p:nvPr/>
        </p:nvSpPr>
        <p:spPr>
          <a:xfrm>
            <a:off x="8803311" y="6277001"/>
            <a:ext cx="10495" cy="130601"/>
          </a:xfrm>
          <a:custGeom>
            <a:avLst/>
            <a:gdLst/>
            <a:ahLst/>
            <a:cxnLst/>
            <a:rect l="0" t="0" r="0" b="0"/>
            <a:pathLst>
              <a:path w="13716" h="170688">
                <a:moveTo>
                  <a:pt x="0" y="0"/>
                </a:moveTo>
                <a:lnTo>
                  <a:pt x="13716" y="170688"/>
                </a:lnTo>
              </a:path>
            </a:pathLst>
          </a:custGeom>
          <a:noFill/>
          <a:ln w="10932">
            <a:solidFill>
              <a:srgbClr val="394D93"/>
            </a:solidFill>
            <a:prstDash val="solid"/>
          </a:ln>
        </p:spPr>
      </p:sp>
      <p:sp>
        <p:nvSpPr>
          <p:cNvPr id="218" name="p11_ellipse_218">
            <a:extLst>
              <a:ext uri="{FF2B5EF4-FFF2-40B4-BE49-F238E27FC236}">
                <a16:creationId xmlns:a16="http://schemas.microsoft.com/office/drawing/2014/main" id="{3692F8F6-FB97-47F9-A127-ECDDF3B852BB}"/>
              </a:ext>
            </a:extLst>
          </p:cNvPr>
          <p:cNvSpPr>
            <a:spLocks/>
          </p:cNvSpPr>
          <p:nvPr/>
        </p:nvSpPr>
        <p:spPr>
          <a:xfrm>
            <a:off x="8785820" y="6002973"/>
            <a:ext cx="58304" cy="58304"/>
          </a:xfrm>
          <a:prstGeom prst="ellipse">
            <a:avLst/>
          </a:prstGeom>
          <a:solidFill>
            <a:srgbClr val="CAD4EF"/>
          </a:solidFill>
          <a:ln w="9474">
            <a:solidFill>
              <a:srgbClr val="394D93"/>
            </a:solidFill>
            <a:prstDash val="solid"/>
          </a:ln>
        </p:spPr>
      </p:sp>
      <p:sp>
        <p:nvSpPr>
          <p:cNvPr id="219" name="p11_ellipse_219">
            <a:extLst>
              <a:ext uri="{FF2B5EF4-FFF2-40B4-BE49-F238E27FC236}">
                <a16:creationId xmlns:a16="http://schemas.microsoft.com/office/drawing/2014/main" id="{90CD9F41-4EA4-40C7-920A-80B82E48A007}"/>
              </a:ext>
            </a:extLst>
          </p:cNvPr>
          <p:cNvSpPr>
            <a:spLocks/>
          </p:cNvSpPr>
          <p:nvPr/>
        </p:nvSpPr>
        <p:spPr>
          <a:xfrm>
            <a:off x="8754335" y="6125411"/>
            <a:ext cx="58304" cy="58304"/>
          </a:xfrm>
          <a:prstGeom prst="ellipse">
            <a:avLst/>
          </a:prstGeom>
          <a:solidFill>
            <a:srgbClr val="CAD4EF"/>
          </a:solidFill>
          <a:ln w="9474">
            <a:solidFill>
              <a:srgbClr val="394D93"/>
            </a:solidFill>
            <a:prstDash val="solid"/>
          </a:ln>
        </p:spPr>
      </p:sp>
      <p:sp>
        <p:nvSpPr>
          <p:cNvPr id="220" name="p11_ellipse_220">
            <a:extLst>
              <a:ext uri="{FF2B5EF4-FFF2-40B4-BE49-F238E27FC236}">
                <a16:creationId xmlns:a16="http://schemas.microsoft.com/office/drawing/2014/main" id="{623776EE-89D3-47BA-BA2D-7A97AEE3D4D1}"/>
              </a:ext>
            </a:extLst>
          </p:cNvPr>
          <p:cNvSpPr>
            <a:spLocks/>
          </p:cNvSpPr>
          <p:nvPr/>
        </p:nvSpPr>
        <p:spPr>
          <a:xfrm>
            <a:off x="8824300" y="6125411"/>
            <a:ext cx="58304" cy="58304"/>
          </a:xfrm>
          <a:prstGeom prst="ellipse">
            <a:avLst/>
          </a:prstGeom>
          <a:solidFill>
            <a:srgbClr val="CAD4EF"/>
          </a:solidFill>
          <a:ln w="9474">
            <a:solidFill>
              <a:srgbClr val="394D93"/>
            </a:solidFill>
            <a:prstDash val="solid"/>
          </a:ln>
        </p:spPr>
      </p:sp>
      <p:sp>
        <p:nvSpPr>
          <p:cNvPr id="221" name="p11_ellipse_221">
            <a:extLst>
              <a:ext uri="{FF2B5EF4-FFF2-40B4-BE49-F238E27FC236}">
                <a16:creationId xmlns:a16="http://schemas.microsoft.com/office/drawing/2014/main" id="{B1E34548-D5C3-4293-BA0A-6A5662B7283E}"/>
              </a:ext>
            </a:extLst>
          </p:cNvPr>
          <p:cNvSpPr>
            <a:spLocks/>
          </p:cNvSpPr>
          <p:nvPr/>
        </p:nvSpPr>
        <p:spPr>
          <a:xfrm>
            <a:off x="8739176" y="6247849"/>
            <a:ext cx="58304" cy="58304"/>
          </a:xfrm>
          <a:prstGeom prst="ellipse">
            <a:avLst/>
          </a:prstGeom>
          <a:solidFill>
            <a:srgbClr val="CAD4EF"/>
          </a:solidFill>
          <a:ln w="9474">
            <a:solidFill>
              <a:srgbClr val="394D93"/>
            </a:solidFill>
            <a:prstDash val="solid"/>
          </a:ln>
        </p:spPr>
      </p:sp>
      <p:sp>
        <p:nvSpPr>
          <p:cNvPr id="222" name="p11_ellipse_222">
            <a:extLst>
              <a:ext uri="{FF2B5EF4-FFF2-40B4-BE49-F238E27FC236}">
                <a16:creationId xmlns:a16="http://schemas.microsoft.com/office/drawing/2014/main" id="{26BBC2D3-76F3-4DDB-9766-79005DF2DEB4}"/>
              </a:ext>
            </a:extLst>
          </p:cNvPr>
          <p:cNvSpPr>
            <a:spLocks/>
          </p:cNvSpPr>
          <p:nvPr/>
        </p:nvSpPr>
        <p:spPr>
          <a:xfrm>
            <a:off x="8774159" y="6247849"/>
            <a:ext cx="58304" cy="58304"/>
          </a:xfrm>
          <a:prstGeom prst="ellipse">
            <a:avLst/>
          </a:prstGeom>
          <a:solidFill>
            <a:srgbClr val="CAD4EF"/>
          </a:solidFill>
          <a:ln w="9474">
            <a:solidFill>
              <a:srgbClr val="394D93"/>
            </a:solidFill>
            <a:prstDash val="solid"/>
          </a:ln>
        </p:spPr>
      </p:sp>
      <p:sp>
        <p:nvSpPr>
          <p:cNvPr id="223" name="p11_ellipse_223">
            <a:extLst>
              <a:ext uri="{FF2B5EF4-FFF2-40B4-BE49-F238E27FC236}">
                <a16:creationId xmlns:a16="http://schemas.microsoft.com/office/drawing/2014/main" id="{C01813BB-BDD8-43AD-B4AF-190FCB9BA9D9}"/>
              </a:ext>
            </a:extLst>
          </p:cNvPr>
          <p:cNvSpPr>
            <a:spLocks/>
          </p:cNvSpPr>
          <p:nvPr/>
        </p:nvSpPr>
        <p:spPr>
          <a:xfrm>
            <a:off x="8807975" y="6260093"/>
            <a:ext cx="58304" cy="58304"/>
          </a:xfrm>
          <a:prstGeom prst="ellipse">
            <a:avLst/>
          </a:prstGeom>
          <a:solidFill>
            <a:srgbClr val="FFFFFF"/>
          </a:solidFill>
          <a:ln w="9474">
            <a:solidFill>
              <a:srgbClr val="394D93"/>
            </a:solidFill>
            <a:prstDash val="solid"/>
          </a:ln>
        </p:spPr>
      </p:sp>
      <p:sp>
        <p:nvSpPr>
          <p:cNvPr id="224" name="p11_ellipse_224">
            <a:extLst>
              <a:ext uri="{FF2B5EF4-FFF2-40B4-BE49-F238E27FC236}">
                <a16:creationId xmlns:a16="http://schemas.microsoft.com/office/drawing/2014/main" id="{5EFC77FF-352D-4E3F-9419-DF31FD820B21}"/>
              </a:ext>
            </a:extLst>
          </p:cNvPr>
          <p:cNvSpPr>
            <a:spLocks/>
          </p:cNvSpPr>
          <p:nvPr/>
        </p:nvSpPr>
        <p:spPr>
          <a:xfrm>
            <a:off x="8840625" y="6260093"/>
            <a:ext cx="58304" cy="58304"/>
          </a:xfrm>
          <a:prstGeom prst="ellipse">
            <a:avLst/>
          </a:prstGeom>
          <a:solidFill>
            <a:srgbClr val="FFFFFF"/>
          </a:solidFill>
          <a:ln w="9474">
            <a:solidFill>
              <a:srgbClr val="394D93"/>
            </a:solidFill>
            <a:prstDash val="solid"/>
          </a:ln>
        </p:spPr>
      </p:sp>
      <p:sp>
        <p:nvSpPr>
          <p:cNvPr id="225" name="p11_ellipse_225">
            <a:extLst>
              <a:ext uri="{FF2B5EF4-FFF2-40B4-BE49-F238E27FC236}">
                <a16:creationId xmlns:a16="http://schemas.microsoft.com/office/drawing/2014/main" id="{9B503094-6B9F-4FC5-BA7F-0ED28C5D7481}"/>
              </a:ext>
            </a:extLst>
          </p:cNvPr>
          <p:cNvSpPr>
            <a:spLocks/>
          </p:cNvSpPr>
          <p:nvPr/>
        </p:nvSpPr>
        <p:spPr>
          <a:xfrm>
            <a:off x="8760166" y="6378450"/>
            <a:ext cx="58304" cy="58304"/>
          </a:xfrm>
          <a:prstGeom prst="ellipse">
            <a:avLst/>
          </a:prstGeom>
          <a:solidFill>
            <a:srgbClr val="FFFFFF"/>
          </a:solidFill>
          <a:ln w="9474">
            <a:solidFill>
              <a:srgbClr val="394D93"/>
            </a:solidFill>
            <a:prstDash val="solid"/>
          </a:ln>
        </p:spPr>
      </p:sp>
      <p:sp>
        <p:nvSpPr>
          <p:cNvPr id="226" name="p11_ellipse_226">
            <a:extLst>
              <a:ext uri="{FF2B5EF4-FFF2-40B4-BE49-F238E27FC236}">
                <a16:creationId xmlns:a16="http://schemas.microsoft.com/office/drawing/2014/main" id="{04BBE1CC-420F-4BC2-8DAA-936B3D31E075}"/>
              </a:ext>
            </a:extLst>
          </p:cNvPr>
          <p:cNvSpPr>
            <a:spLocks/>
          </p:cNvSpPr>
          <p:nvPr/>
        </p:nvSpPr>
        <p:spPr>
          <a:xfrm>
            <a:off x="8784653" y="6378450"/>
            <a:ext cx="58304" cy="58304"/>
          </a:xfrm>
          <a:prstGeom prst="ellipse">
            <a:avLst/>
          </a:prstGeom>
          <a:solidFill>
            <a:srgbClr val="FFFFFF"/>
          </a:solidFill>
          <a:ln w="9474">
            <a:solidFill>
              <a:srgbClr val="394D93"/>
            </a:solidFill>
            <a:prstDash val="solid"/>
          </a:ln>
        </p:spPr>
      </p:sp>
      <p:sp>
        <p:nvSpPr>
          <p:cNvPr id="227" name="p11_label_1">
            <a:extLst>
              <a:ext uri="{FF2B5EF4-FFF2-40B4-BE49-F238E27FC236}">
                <a16:creationId xmlns:a16="http://schemas.microsoft.com/office/drawing/2014/main" id="{517204C5-EBD0-44DF-B669-683AAD595F4F}"/>
              </a:ext>
            </a:extLst>
          </p:cNvPr>
          <p:cNvSpPr>
            <a:spLocks/>
          </p:cNvSpPr>
          <p:nvPr/>
        </p:nvSpPr>
        <p:spPr>
          <a:xfrm>
            <a:off x="174912" y="58304"/>
            <a:ext cx="10421828" cy="444567"/>
          </a:xfrm>
          <a:prstGeom prst="rect">
            <a:avLst/>
          </a:prstGeom>
          <a:noFill/>
          <a:ln w="0">
            <a:noFill/>
          </a:ln>
        </p:spPr>
        <p:txBody>
          <a:bodyPr wrap="square" lIns="0" tIns="0" rIns="0" bIns="0" anchor="t">
            <a:noAutofit/>
          </a:bodyPr>
          <a:lstStyle>
            <a:defPPr algn="l">
              <a:defRPr sz="2640" b="1">
                <a:solidFill>
                  <a:srgbClr val="172956"/>
                </a:solidFill>
                <a:latin typeface="Source Han Serif SC Heavy"/>
                <a:ea typeface="Source Han Serif SC Heavy"/>
                <a:cs typeface="Source Han Serif SC Heavy"/>
              </a:defRPr>
            </a:defPPr>
          </a:lstStyle>
          <a:p>
            <a:pPr algn="l">
              <a:defRPr sz="2640" b="1">
                <a:solidFill>
                  <a:srgbClr val="172956"/>
                </a:solidFill>
                <a:latin typeface="Source Han Serif SC Heavy"/>
                <a:ea typeface="Source Han Serif SC Heavy"/>
                <a:cs typeface="Source Han Serif SC Heavy"/>
              </a:defRPr>
            </a:pPr>
            <a:r>
              <a:rPr sz="2640" b="1">
                <a:solidFill>
                  <a:srgbClr val="172956"/>
                </a:solidFill>
                <a:latin typeface="Source Han Serif SC Heavy"/>
                <a:ea typeface="Source Han Serif SC Heavy"/>
                <a:cs typeface="Source Han Serif SC Heavy"/>
              </a:rPr>
              <a:t>RQ1：时序特征能否预测候选模型的适应性？</a:t>
            </a:r>
          </a:p>
        </p:txBody>
      </p:sp>
      <p:sp>
        <p:nvSpPr>
          <p:cNvPr id="228" name="p11_label_2">
            <a:extLst>
              <a:ext uri="{FF2B5EF4-FFF2-40B4-BE49-F238E27FC236}">
                <a16:creationId xmlns:a16="http://schemas.microsoft.com/office/drawing/2014/main" id="{E74E499D-242F-4B4D-AE46-ED9DDE337E4A}"/>
              </a:ext>
            </a:extLst>
          </p:cNvPr>
          <p:cNvSpPr>
            <a:spLocks/>
          </p:cNvSpPr>
          <p:nvPr/>
        </p:nvSpPr>
        <p:spPr>
          <a:xfrm>
            <a:off x="204064" y="510159"/>
            <a:ext cx="10859107" cy="233216"/>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历史任务学习性能映射；新任务只输入可获得的时序特征与候选配置</a:t>
            </a:r>
          </a:p>
        </p:txBody>
      </p:sp>
      <p:sp>
        <p:nvSpPr>
          <p:cNvPr id="229" name="p11_label_3">
            <a:extLst>
              <a:ext uri="{FF2B5EF4-FFF2-40B4-BE49-F238E27FC236}">
                <a16:creationId xmlns:a16="http://schemas.microsoft.com/office/drawing/2014/main" id="{C59FFFAD-B6EB-4C14-BA8A-8087205F0D7E}"/>
              </a:ext>
            </a:extLst>
          </p:cNvPr>
          <p:cNvSpPr>
            <a:spLocks/>
          </p:cNvSpPr>
          <p:nvPr/>
        </p:nvSpPr>
        <p:spPr>
          <a:xfrm>
            <a:off x="11004867" y="94744"/>
            <a:ext cx="1020319" cy="233216"/>
          </a:xfrm>
          <a:prstGeom prst="rect">
            <a:avLst/>
          </a:prstGeom>
          <a:noFill/>
          <a:ln w="0">
            <a:noFill/>
          </a:ln>
        </p:spPr>
        <p:txBody>
          <a:bodyPr wrap="square" lIns="0" tIns="0" rIns="0" bIns="0" anchor="t">
            <a:noAutofit/>
          </a:bodyPr>
          <a:lstStyle>
            <a:defPPr algn="r">
              <a:defRPr sz="1205" b="0">
                <a:solidFill>
                  <a:srgbClr val="52617D"/>
                </a:solidFill>
                <a:latin typeface="Noto Sans SC"/>
                <a:ea typeface="Noto Sans SC"/>
                <a:cs typeface="Noto Sans SC"/>
              </a:defRPr>
            </a:defPPr>
          </a:lstStyle>
          <a:p>
            <a:pPr algn="r">
              <a:defRPr sz="1205" b="0">
                <a:solidFill>
                  <a:srgbClr val="52617D"/>
                </a:solidFill>
                <a:latin typeface="Noto Sans SC"/>
                <a:ea typeface="Noto Sans SC"/>
                <a:cs typeface="Noto Sans SC"/>
              </a:defRPr>
            </a:pPr>
            <a:r>
              <a:rPr sz="1205" b="0">
                <a:solidFill>
                  <a:srgbClr val="52617D"/>
                </a:solidFill>
                <a:latin typeface="Noto Sans SC"/>
                <a:ea typeface="Noto Sans SC"/>
                <a:cs typeface="Noto Sans SC"/>
              </a:rPr>
              <a:t>04 研究问题</a:t>
            </a:r>
          </a:p>
        </p:txBody>
      </p:sp>
      <p:sp>
        <p:nvSpPr>
          <p:cNvPr id="230" name="p11_label_4">
            <a:extLst>
              <a:ext uri="{FF2B5EF4-FFF2-40B4-BE49-F238E27FC236}">
                <a16:creationId xmlns:a16="http://schemas.microsoft.com/office/drawing/2014/main" id="{1CDEA4EE-D478-416A-A7E0-E9B91415E027}"/>
              </a:ext>
            </a:extLst>
          </p:cNvPr>
          <p:cNvSpPr>
            <a:spLocks/>
          </p:cNvSpPr>
          <p:nvPr/>
        </p:nvSpPr>
        <p:spPr>
          <a:xfrm>
            <a:off x="298808" y="1800134"/>
            <a:ext cx="2281141"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跨任务模型实验</a:t>
            </a:r>
          </a:p>
        </p:txBody>
      </p:sp>
      <p:sp>
        <p:nvSpPr>
          <p:cNvPr id="231" name="p11_label_5">
            <a:extLst>
              <a:ext uri="{FF2B5EF4-FFF2-40B4-BE49-F238E27FC236}">
                <a16:creationId xmlns:a16="http://schemas.microsoft.com/office/drawing/2014/main" id="{87AEF7B4-CEF1-47E8-87FC-E681F10A5C13}"/>
              </a:ext>
            </a:extLst>
          </p:cNvPr>
          <p:cNvSpPr>
            <a:spLocks/>
          </p:cNvSpPr>
          <p:nvPr/>
        </p:nvSpPr>
        <p:spPr>
          <a:xfrm>
            <a:off x="298808" y="2106230"/>
            <a:ext cx="2281141" cy="233216"/>
          </a:xfrm>
          <a:prstGeom prst="rect">
            <a:avLst/>
          </a:prstGeom>
          <a:noFill/>
          <a:ln w="0">
            <a:noFill/>
          </a:ln>
        </p:spPr>
        <p:txBody>
          <a:bodyPr wrap="square" lIns="0" tIns="0" rIns="0" bIns="0" anchor="t">
            <a:noAutofit/>
          </a:bodyPr>
          <a:lstStyle>
            <a:defPPr algn="l">
              <a:defRPr sz="1194" b="0">
                <a:solidFill>
                  <a:srgbClr val="52617D"/>
                </a:solidFill>
                <a:latin typeface="Noto Sans SC"/>
                <a:ea typeface="Noto Sans SC"/>
                <a:cs typeface="Noto Sans SC"/>
              </a:defRPr>
            </a:defPPr>
          </a:lstStyle>
          <a:p>
            <a:pPr algn="l">
              <a:defRPr sz="1194" b="0">
                <a:solidFill>
                  <a:srgbClr val="52617D"/>
                </a:solidFill>
                <a:latin typeface="Noto Sans SC"/>
                <a:ea typeface="Noto Sans SC"/>
                <a:cs typeface="Noto Sans SC"/>
              </a:defRPr>
            </a:pPr>
            <a:r>
              <a:rPr sz="1194" b="0">
                <a:solidFill>
                  <a:srgbClr val="52617D"/>
                </a:solidFill>
                <a:latin typeface="Noto Sans SC"/>
                <a:ea typeface="Noto Sans SC"/>
                <a:cs typeface="Noto Sans SC"/>
              </a:rPr>
              <a:t>历史训练样本：任务—配置—误差</a:t>
            </a:r>
          </a:p>
        </p:txBody>
      </p:sp>
      <p:sp>
        <p:nvSpPr>
          <p:cNvPr id="232" name="p11_label_6">
            <a:extLst>
              <a:ext uri="{FF2B5EF4-FFF2-40B4-BE49-F238E27FC236}">
                <a16:creationId xmlns:a16="http://schemas.microsoft.com/office/drawing/2014/main" id="{FEAC25B9-57E1-4C74-8552-55A66036F78A}"/>
              </a:ext>
            </a:extLst>
          </p:cNvPr>
          <p:cNvSpPr>
            <a:spLocks/>
          </p:cNvSpPr>
          <p:nvPr/>
        </p:nvSpPr>
        <p:spPr>
          <a:xfrm>
            <a:off x="364400" y="2397749"/>
            <a:ext cx="808967" cy="189488"/>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ETTh1</a:t>
            </a:r>
          </a:p>
        </p:txBody>
      </p:sp>
      <p:sp>
        <p:nvSpPr>
          <p:cNvPr id="233" name="p11_label_7">
            <a:extLst>
              <a:ext uri="{FF2B5EF4-FFF2-40B4-BE49-F238E27FC236}">
                <a16:creationId xmlns:a16="http://schemas.microsoft.com/office/drawing/2014/main" id="{B39AEABC-2AA6-4B6B-A04C-CE243D63A11B}"/>
              </a:ext>
            </a:extLst>
          </p:cNvPr>
          <p:cNvSpPr>
            <a:spLocks/>
          </p:cNvSpPr>
          <p:nvPr/>
        </p:nvSpPr>
        <p:spPr>
          <a:xfrm>
            <a:off x="364400" y="2922485"/>
            <a:ext cx="808967" cy="189488"/>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电力负荷</a:t>
            </a:r>
          </a:p>
        </p:txBody>
      </p:sp>
      <p:sp>
        <p:nvSpPr>
          <p:cNvPr id="234" name="p11_label_8">
            <a:extLst>
              <a:ext uri="{FF2B5EF4-FFF2-40B4-BE49-F238E27FC236}">
                <a16:creationId xmlns:a16="http://schemas.microsoft.com/office/drawing/2014/main" id="{64315A7D-5F82-4909-A88A-C4E1D1092542}"/>
              </a:ext>
            </a:extLst>
          </p:cNvPr>
          <p:cNvSpPr>
            <a:spLocks/>
          </p:cNvSpPr>
          <p:nvPr/>
        </p:nvSpPr>
        <p:spPr>
          <a:xfrm>
            <a:off x="364400" y="3447220"/>
            <a:ext cx="808967" cy="189488"/>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交通流量</a:t>
            </a:r>
          </a:p>
        </p:txBody>
      </p:sp>
      <p:sp>
        <p:nvSpPr>
          <p:cNvPr id="235" name="p11_label_9">
            <a:extLst>
              <a:ext uri="{FF2B5EF4-FFF2-40B4-BE49-F238E27FC236}">
                <a16:creationId xmlns:a16="http://schemas.microsoft.com/office/drawing/2014/main" id="{F85A64C0-69AE-4C90-86E4-EABC59CB7D9B}"/>
              </a:ext>
            </a:extLst>
          </p:cNvPr>
          <p:cNvSpPr>
            <a:spLocks/>
          </p:cNvSpPr>
          <p:nvPr/>
        </p:nvSpPr>
        <p:spPr>
          <a:xfrm>
            <a:off x="320672" y="4008395"/>
            <a:ext cx="2244701" cy="196776"/>
          </a:xfrm>
          <a:prstGeom prst="rect">
            <a:avLst/>
          </a:prstGeom>
          <a:noFill/>
          <a:ln w="0">
            <a:noFill/>
          </a:ln>
        </p:spPr>
        <p:txBody>
          <a:bodyPr wrap="square" lIns="0" tIns="0" rIns="0" bIns="0" anchor="t">
            <a:noAutofit/>
          </a:bodyPr>
          <a:lstStyle>
            <a:defPPr algn="ctr">
              <a:defRPr sz="1033" b="0">
                <a:solidFill>
                  <a:srgbClr val="172956"/>
                </a:solidFill>
                <a:latin typeface="Arial"/>
                <a:ea typeface="Arial"/>
                <a:cs typeface="Arial"/>
              </a:defRPr>
            </a:defPPr>
          </a:lstStyle>
          <a:p>
            <a:pPr algn="ctr">
              <a:defRPr sz="1033" b="0">
                <a:solidFill>
                  <a:srgbClr val="172956"/>
                </a:solidFill>
                <a:latin typeface="Arial"/>
                <a:ea typeface="Arial"/>
                <a:cs typeface="Arial"/>
              </a:defRPr>
            </a:pPr>
            <a:r>
              <a:rPr sz="1033" b="0">
                <a:solidFill>
                  <a:srgbClr val="172956"/>
                </a:solidFill>
                <a:latin typeface="Arial"/>
                <a:ea typeface="Arial"/>
                <a:cs typeface="Arial"/>
              </a:rPr>
              <a:t>zᵢ + φ(m) → 验证误差 eᵢ,ₘ</a:t>
            </a:r>
          </a:p>
        </p:txBody>
      </p:sp>
      <p:sp>
        <p:nvSpPr>
          <p:cNvPr id="236" name="p11_label_10">
            <a:extLst>
              <a:ext uri="{FF2B5EF4-FFF2-40B4-BE49-F238E27FC236}">
                <a16:creationId xmlns:a16="http://schemas.microsoft.com/office/drawing/2014/main" id="{621B4F4C-F1C2-4056-9443-955F622EEB2C}"/>
              </a:ext>
            </a:extLst>
          </p:cNvPr>
          <p:cNvSpPr>
            <a:spLocks/>
          </p:cNvSpPr>
          <p:nvPr/>
        </p:nvSpPr>
        <p:spPr>
          <a:xfrm>
            <a:off x="298808" y="4598723"/>
            <a:ext cx="2623677"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当前新任务</a:t>
            </a:r>
          </a:p>
        </p:txBody>
      </p:sp>
      <p:sp>
        <p:nvSpPr>
          <p:cNvPr id="237" name="p11_label_11">
            <a:extLst>
              <a:ext uri="{FF2B5EF4-FFF2-40B4-BE49-F238E27FC236}">
                <a16:creationId xmlns:a16="http://schemas.microsoft.com/office/drawing/2014/main" id="{B67A6914-39AB-49FD-BDBF-0386E6140F22}"/>
              </a:ext>
            </a:extLst>
          </p:cNvPr>
          <p:cNvSpPr>
            <a:spLocks/>
          </p:cNvSpPr>
          <p:nvPr/>
        </p:nvSpPr>
        <p:spPr>
          <a:xfrm>
            <a:off x="298808" y="4904818"/>
            <a:ext cx="2623677"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不读取未执行候选的真实性能</a:t>
            </a:r>
          </a:p>
        </p:txBody>
      </p:sp>
      <p:sp>
        <p:nvSpPr>
          <p:cNvPr id="238" name="p11_label_12">
            <a:extLst>
              <a:ext uri="{FF2B5EF4-FFF2-40B4-BE49-F238E27FC236}">
                <a16:creationId xmlns:a16="http://schemas.microsoft.com/office/drawing/2014/main" id="{FEBE74BE-8571-45A7-98B4-278C5545C34B}"/>
              </a:ext>
            </a:extLst>
          </p:cNvPr>
          <p:cNvSpPr>
            <a:spLocks/>
          </p:cNvSpPr>
          <p:nvPr/>
        </p:nvSpPr>
        <p:spPr>
          <a:xfrm>
            <a:off x="1800134" y="5130746"/>
            <a:ext cx="1034895" cy="204064"/>
          </a:xfrm>
          <a:prstGeom prst="rect">
            <a:avLst/>
          </a:prstGeom>
          <a:noFill/>
          <a:ln w="0">
            <a:noFill/>
          </a:ln>
        </p:spPr>
        <p:txBody>
          <a:bodyPr wrap="square" lIns="0" tIns="0" rIns="0" bIns="0" anchor="t">
            <a:noAutofit/>
          </a:bodyPr>
          <a:lstStyle>
            <a:defPPr algn="l">
              <a:defRPr sz="1090" b="1">
                <a:solidFill>
                  <a:srgbClr val="172956"/>
                </a:solidFill>
                <a:latin typeface="Noto Sans SC"/>
                <a:ea typeface="Noto Sans SC"/>
                <a:cs typeface="Noto Sans SC"/>
              </a:defRPr>
            </a:defPPr>
          </a:lstStyle>
          <a:p>
            <a:pPr algn="l">
              <a:defRPr sz="1090" b="1">
                <a:solidFill>
                  <a:srgbClr val="172956"/>
                </a:solidFill>
                <a:latin typeface="Noto Sans SC"/>
                <a:ea typeface="Noto Sans SC"/>
                <a:cs typeface="Noto Sans SC"/>
              </a:defRPr>
            </a:pPr>
            <a:r>
              <a:rPr sz="1090" b="1">
                <a:solidFill>
                  <a:srgbClr val="172956"/>
                </a:solidFill>
                <a:latin typeface="Noto Sans SC"/>
                <a:ea typeface="Noto Sans SC"/>
                <a:cs typeface="Noto Sans SC"/>
              </a:rPr>
              <a:t>提取任务特征 z</a:t>
            </a:r>
          </a:p>
        </p:txBody>
      </p:sp>
      <p:sp>
        <p:nvSpPr>
          <p:cNvPr id="239" name="p11_label_13">
            <a:extLst>
              <a:ext uri="{FF2B5EF4-FFF2-40B4-BE49-F238E27FC236}">
                <a16:creationId xmlns:a16="http://schemas.microsoft.com/office/drawing/2014/main" id="{CE662743-2CCF-48A0-94FA-C9F0608F88AB}"/>
              </a:ext>
            </a:extLst>
          </p:cNvPr>
          <p:cNvSpPr>
            <a:spLocks/>
          </p:cNvSpPr>
          <p:nvPr/>
        </p:nvSpPr>
        <p:spPr>
          <a:xfrm>
            <a:off x="3920939" y="1362854"/>
            <a:ext cx="3979243"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时序特征与 RandomForest</a:t>
            </a:r>
          </a:p>
        </p:txBody>
      </p:sp>
      <p:sp>
        <p:nvSpPr>
          <p:cNvPr id="240" name="p11_label_14">
            <a:extLst>
              <a:ext uri="{FF2B5EF4-FFF2-40B4-BE49-F238E27FC236}">
                <a16:creationId xmlns:a16="http://schemas.microsoft.com/office/drawing/2014/main" id="{1D8AC2A1-76D1-41F0-89FD-05579C870DDB}"/>
              </a:ext>
            </a:extLst>
          </p:cNvPr>
          <p:cNvSpPr>
            <a:spLocks/>
          </p:cNvSpPr>
          <p:nvPr/>
        </p:nvSpPr>
        <p:spPr>
          <a:xfrm>
            <a:off x="3920939" y="1668950"/>
            <a:ext cx="3979243"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学习任务表示、候选配置与性能之间的关系</a:t>
            </a:r>
          </a:p>
        </p:txBody>
      </p:sp>
      <p:sp>
        <p:nvSpPr>
          <p:cNvPr id="241" name="p11_label_15">
            <a:extLst>
              <a:ext uri="{FF2B5EF4-FFF2-40B4-BE49-F238E27FC236}">
                <a16:creationId xmlns:a16="http://schemas.microsoft.com/office/drawing/2014/main" id="{10C0E72A-1A76-4F0F-9919-17E5743BF6A1}"/>
              </a:ext>
            </a:extLst>
          </p:cNvPr>
          <p:cNvSpPr>
            <a:spLocks/>
          </p:cNvSpPr>
          <p:nvPr/>
        </p:nvSpPr>
        <p:spPr>
          <a:xfrm>
            <a:off x="4015683" y="2091654"/>
            <a:ext cx="1156361" cy="196776"/>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趋势</a:t>
            </a:r>
          </a:p>
        </p:txBody>
      </p:sp>
      <p:sp>
        <p:nvSpPr>
          <p:cNvPr id="242" name="p11_label_16">
            <a:extLst>
              <a:ext uri="{FF2B5EF4-FFF2-40B4-BE49-F238E27FC236}">
                <a16:creationId xmlns:a16="http://schemas.microsoft.com/office/drawing/2014/main" id="{36D7DCE5-20B9-401F-8F3B-9F9E2684E719}"/>
              </a:ext>
            </a:extLst>
          </p:cNvPr>
          <p:cNvSpPr>
            <a:spLocks/>
          </p:cNvSpPr>
          <p:nvPr/>
        </p:nvSpPr>
        <p:spPr>
          <a:xfrm>
            <a:off x="5317804" y="2091654"/>
            <a:ext cx="1156361" cy="196776"/>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自相关</a:t>
            </a:r>
          </a:p>
        </p:txBody>
      </p:sp>
      <p:sp>
        <p:nvSpPr>
          <p:cNvPr id="243" name="p11_label_17">
            <a:extLst>
              <a:ext uri="{FF2B5EF4-FFF2-40B4-BE49-F238E27FC236}">
                <a16:creationId xmlns:a16="http://schemas.microsoft.com/office/drawing/2014/main" id="{827A5D23-B455-4CB9-888E-033503E2364C}"/>
              </a:ext>
            </a:extLst>
          </p:cNvPr>
          <p:cNvSpPr>
            <a:spLocks/>
          </p:cNvSpPr>
          <p:nvPr/>
        </p:nvSpPr>
        <p:spPr>
          <a:xfrm>
            <a:off x="6619926" y="2091654"/>
            <a:ext cx="1156361" cy="196776"/>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频域</a:t>
            </a:r>
          </a:p>
        </p:txBody>
      </p:sp>
      <p:sp>
        <p:nvSpPr>
          <p:cNvPr id="244" name="p11_label_18">
            <a:extLst>
              <a:ext uri="{FF2B5EF4-FFF2-40B4-BE49-F238E27FC236}">
                <a16:creationId xmlns:a16="http://schemas.microsoft.com/office/drawing/2014/main" id="{AD35B15D-0830-4F8A-B41A-8C06104B35F1}"/>
              </a:ext>
            </a:extLst>
          </p:cNvPr>
          <p:cNvSpPr>
            <a:spLocks/>
          </p:cNvSpPr>
          <p:nvPr/>
        </p:nvSpPr>
        <p:spPr>
          <a:xfrm>
            <a:off x="4015683" y="3162988"/>
            <a:ext cx="1166079" cy="211352"/>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a:solidFill>
                  <a:srgbClr val="172956"/>
                </a:solidFill>
                <a:latin typeface="Noto Sans SC"/>
                <a:ea typeface="Noto Sans SC"/>
                <a:cs typeface="Noto Sans SC"/>
              </a:rPr>
              <a:t>任务特征 z</a:t>
            </a:r>
          </a:p>
        </p:txBody>
      </p:sp>
      <p:sp>
        <p:nvSpPr>
          <p:cNvPr id="245" name="p11_label_19">
            <a:extLst>
              <a:ext uri="{FF2B5EF4-FFF2-40B4-BE49-F238E27FC236}">
                <a16:creationId xmlns:a16="http://schemas.microsoft.com/office/drawing/2014/main" id="{734B1DF9-BDFD-49D2-85A8-77695977B7F5}"/>
              </a:ext>
            </a:extLst>
          </p:cNvPr>
          <p:cNvSpPr>
            <a:spLocks/>
          </p:cNvSpPr>
          <p:nvPr/>
        </p:nvSpPr>
        <p:spPr>
          <a:xfrm>
            <a:off x="5363962" y="3162988"/>
            <a:ext cx="1166079" cy="211352"/>
          </a:xfrm>
          <a:prstGeom prst="rect">
            <a:avLst/>
          </a:prstGeom>
          <a:noFill/>
          <a:ln w="0">
            <a:noFill/>
          </a:ln>
        </p:spPr>
        <p:txBody>
          <a:bodyPr wrap="square" lIns="0" tIns="0" rIns="0" bIns="0" anchor="t">
            <a:noAutofit/>
          </a:bodyPr>
          <a:lstStyle>
            <a:defPPr algn="l">
              <a:defRPr sz="1148" b="1">
                <a:solidFill>
                  <a:srgbClr val="172956"/>
                </a:solidFill>
                <a:latin typeface="Noto Sans SC"/>
                <a:ea typeface="Noto Sans SC"/>
                <a:cs typeface="Noto Sans SC"/>
              </a:defRPr>
            </a:defPPr>
          </a:lstStyle>
          <a:p>
            <a:pPr algn="l">
              <a:defRPr sz="1148" b="1">
                <a:solidFill>
                  <a:srgbClr val="172956"/>
                </a:solidFill>
                <a:latin typeface="Noto Sans SC"/>
                <a:ea typeface="Noto Sans SC"/>
                <a:cs typeface="Noto Sans SC"/>
              </a:defRPr>
            </a:pPr>
            <a:r>
              <a:rPr sz="1148" b="1" dirty="0" err="1">
                <a:solidFill>
                  <a:srgbClr val="172956"/>
                </a:solidFill>
                <a:latin typeface="Noto Sans SC"/>
                <a:ea typeface="Noto Sans SC"/>
                <a:cs typeface="Noto Sans SC"/>
              </a:rPr>
              <a:t>候选配置</a:t>
            </a:r>
            <a:r>
              <a:rPr sz="1148" b="1" dirty="0">
                <a:solidFill>
                  <a:srgbClr val="172956"/>
                </a:solidFill>
                <a:latin typeface="Noto Sans SC"/>
                <a:ea typeface="Noto Sans SC"/>
                <a:cs typeface="Noto Sans SC"/>
              </a:rPr>
              <a:t> φ(m)</a:t>
            </a:r>
          </a:p>
        </p:txBody>
      </p:sp>
      <p:sp>
        <p:nvSpPr>
          <p:cNvPr id="246" name="p11_label_20">
            <a:extLst>
              <a:ext uri="{FF2B5EF4-FFF2-40B4-BE49-F238E27FC236}">
                <a16:creationId xmlns:a16="http://schemas.microsoft.com/office/drawing/2014/main" id="{7943B2EB-DDB3-4754-8227-355D00488ED4}"/>
              </a:ext>
            </a:extLst>
          </p:cNvPr>
          <p:cNvSpPr>
            <a:spLocks/>
          </p:cNvSpPr>
          <p:nvPr/>
        </p:nvSpPr>
        <p:spPr>
          <a:xfrm>
            <a:off x="6712240" y="3162988"/>
            <a:ext cx="1085911" cy="211352"/>
          </a:xfrm>
          <a:prstGeom prst="rect">
            <a:avLst/>
          </a:prstGeom>
          <a:noFill/>
          <a:ln w="0">
            <a:noFill/>
          </a:ln>
        </p:spPr>
        <p:txBody>
          <a:bodyPr wrap="square" lIns="0" tIns="0" rIns="0" bIns="0" anchor="t">
            <a:noAutofit/>
          </a:bodyPr>
          <a:lstStyle>
            <a:defPPr algn="l">
              <a:defRPr sz="1005" b="1">
                <a:solidFill>
                  <a:srgbClr val="172956"/>
                </a:solidFill>
                <a:latin typeface="Noto Sans SC"/>
                <a:ea typeface="Noto Sans SC"/>
                <a:cs typeface="Noto Sans SC"/>
              </a:defRPr>
            </a:defPPr>
          </a:lstStyle>
          <a:p>
            <a:pPr algn="l">
              <a:defRPr sz="1005" b="1">
                <a:solidFill>
                  <a:srgbClr val="172956"/>
                </a:solidFill>
                <a:latin typeface="Noto Sans SC"/>
                <a:ea typeface="Noto Sans SC"/>
                <a:cs typeface="Noto Sans SC"/>
              </a:defRPr>
            </a:pPr>
            <a:r>
              <a:rPr sz="1005" b="1">
                <a:solidFill>
                  <a:srgbClr val="172956"/>
                </a:solidFill>
                <a:latin typeface="Noto Sans SC"/>
                <a:ea typeface="Noto Sans SC"/>
                <a:cs typeface="Noto Sans SC"/>
              </a:rPr>
              <a:t>误差标签（训练）</a:t>
            </a:r>
          </a:p>
        </p:txBody>
      </p:sp>
      <p:sp>
        <p:nvSpPr>
          <p:cNvPr id="247" name="p11_label_21">
            <a:extLst>
              <a:ext uri="{FF2B5EF4-FFF2-40B4-BE49-F238E27FC236}">
                <a16:creationId xmlns:a16="http://schemas.microsoft.com/office/drawing/2014/main" id="{B4C91980-DD40-400E-97BC-4D43BEDD52B7}"/>
              </a:ext>
            </a:extLst>
          </p:cNvPr>
          <p:cNvSpPr>
            <a:spLocks/>
          </p:cNvSpPr>
          <p:nvPr/>
        </p:nvSpPr>
        <p:spPr>
          <a:xfrm>
            <a:off x="4052123" y="3687724"/>
            <a:ext cx="772527" cy="211352"/>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特征编码</a:t>
            </a:r>
          </a:p>
        </p:txBody>
      </p:sp>
      <p:sp>
        <p:nvSpPr>
          <p:cNvPr id="248" name="p11_label_22">
            <a:extLst>
              <a:ext uri="{FF2B5EF4-FFF2-40B4-BE49-F238E27FC236}">
                <a16:creationId xmlns:a16="http://schemas.microsoft.com/office/drawing/2014/main" id="{4BF8F86F-7EA5-46AE-B381-28A8D989D581}"/>
              </a:ext>
            </a:extLst>
          </p:cNvPr>
          <p:cNvSpPr>
            <a:spLocks/>
          </p:cNvSpPr>
          <p:nvPr/>
        </p:nvSpPr>
        <p:spPr>
          <a:xfrm>
            <a:off x="5414978" y="3687724"/>
            <a:ext cx="1836574" cy="211352"/>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随机森林回归集成</a:t>
            </a:r>
          </a:p>
        </p:txBody>
      </p:sp>
      <p:sp>
        <p:nvSpPr>
          <p:cNvPr id="249" name="p11_label_23">
            <a:extLst>
              <a:ext uri="{FF2B5EF4-FFF2-40B4-BE49-F238E27FC236}">
                <a16:creationId xmlns:a16="http://schemas.microsoft.com/office/drawing/2014/main" id="{0B2346D0-7AF4-450A-BDDD-C73ADE8C3241}"/>
              </a:ext>
            </a:extLst>
          </p:cNvPr>
          <p:cNvSpPr>
            <a:spLocks/>
          </p:cNvSpPr>
          <p:nvPr/>
        </p:nvSpPr>
        <p:spPr>
          <a:xfrm>
            <a:off x="7637815" y="4022971"/>
            <a:ext cx="204064" cy="284232"/>
          </a:xfrm>
          <a:prstGeom prst="rect">
            <a:avLst/>
          </a:prstGeom>
          <a:noFill/>
          <a:ln w="0">
            <a:noFill/>
          </a:ln>
        </p:spPr>
        <p:txBody>
          <a:bodyPr wrap="square" lIns="0" tIns="0" rIns="0" bIns="0" anchor="t">
            <a:noAutofit/>
          </a:bodyPr>
          <a:lstStyle>
            <a:defPPr algn="ctr">
              <a:defRPr sz="1435" b="1">
                <a:solidFill>
                  <a:srgbClr val="172956"/>
                </a:solidFill>
                <a:latin typeface="Arial"/>
                <a:ea typeface="Arial"/>
                <a:cs typeface="Arial"/>
              </a:defRPr>
            </a:defPPr>
          </a:lstStyle>
          <a:p>
            <a:pPr algn="ctr">
              <a:defRPr sz="1435" b="1">
                <a:solidFill>
                  <a:srgbClr val="172956"/>
                </a:solidFill>
                <a:latin typeface="Arial"/>
                <a:ea typeface="Arial"/>
                <a:cs typeface="Arial"/>
              </a:defRPr>
            </a:pPr>
            <a:r>
              <a:rPr sz="1435" b="1">
                <a:solidFill>
                  <a:srgbClr val="172956"/>
                </a:solidFill>
                <a:latin typeface="Arial"/>
                <a:ea typeface="Arial"/>
                <a:cs typeface="Arial"/>
              </a:rPr>
              <a:t>ê</a:t>
            </a:r>
          </a:p>
        </p:txBody>
      </p:sp>
      <p:sp>
        <p:nvSpPr>
          <p:cNvPr id="250" name="p11_label_24">
            <a:extLst>
              <a:ext uri="{FF2B5EF4-FFF2-40B4-BE49-F238E27FC236}">
                <a16:creationId xmlns:a16="http://schemas.microsoft.com/office/drawing/2014/main" id="{6214D4F7-8344-4B17-AFD0-4B626E7B8CEA}"/>
              </a:ext>
            </a:extLst>
          </p:cNvPr>
          <p:cNvSpPr>
            <a:spLocks/>
          </p:cNvSpPr>
          <p:nvPr/>
        </p:nvSpPr>
        <p:spPr>
          <a:xfrm>
            <a:off x="3993819" y="4868378"/>
            <a:ext cx="3789756" cy="255080"/>
          </a:xfrm>
          <a:prstGeom prst="rect">
            <a:avLst/>
          </a:prstGeom>
          <a:noFill/>
          <a:ln w="0">
            <a:noFill/>
          </a:ln>
        </p:spPr>
        <p:txBody>
          <a:bodyPr wrap="square" lIns="0" tIns="0" rIns="0" bIns="0" anchor="t">
            <a:noAutofit/>
          </a:bodyPr>
          <a:lstStyle>
            <a:defPPr algn="ctr">
              <a:defRPr sz="1607" b="1">
                <a:solidFill>
                  <a:srgbClr val="172956"/>
                </a:solidFill>
                <a:latin typeface="Arial"/>
                <a:ea typeface="Arial"/>
                <a:cs typeface="Arial"/>
              </a:defRPr>
            </a:defPPr>
          </a:lstStyle>
          <a:p>
            <a:pPr algn="ctr">
              <a:defRPr sz="1607" b="1">
                <a:solidFill>
                  <a:srgbClr val="172956"/>
                </a:solidFill>
                <a:latin typeface="Arial"/>
                <a:ea typeface="Arial"/>
                <a:cs typeface="Arial"/>
              </a:defRPr>
            </a:pPr>
            <a:r>
              <a:rPr sz="1607" b="1">
                <a:solidFill>
                  <a:srgbClr val="172956"/>
                </a:solidFill>
                <a:latin typeface="Arial"/>
                <a:ea typeface="Arial"/>
                <a:cs typeface="Arial"/>
              </a:rPr>
              <a:t>ê(m | z) = RF(z, φ(m))</a:t>
            </a:r>
          </a:p>
        </p:txBody>
      </p:sp>
      <p:sp>
        <p:nvSpPr>
          <p:cNvPr id="251" name="p11_label_25">
            <a:extLst>
              <a:ext uri="{FF2B5EF4-FFF2-40B4-BE49-F238E27FC236}">
                <a16:creationId xmlns:a16="http://schemas.microsoft.com/office/drawing/2014/main" id="{D9FFFB5D-9430-4829-A99B-9D32F11423A8}"/>
              </a:ext>
            </a:extLst>
          </p:cNvPr>
          <p:cNvSpPr>
            <a:spLocks/>
          </p:cNvSpPr>
          <p:nvPr/>
        </p:nvSpPr>
        <p:spPr>
          <a:xfrm>
            <a:off x="4001107" y="5218202"/>
            <a:ext cx="3767892" cy="182200"/>
          </a:xfrm>
          <a:prstGeom prst="rect">
            <a:avLst/>
          </a:prstGeom>
          <a:noFill/>
          <a:ln w="0">
            <a:noFill/>
          </a:ln>
        </p:spPr>
        <p:txBody>
          <a:bodyPr wrap="square" lIns="0" tIns="0" rIns="0" bIns="0" anchor="t">
            <a:noAutofit/>
          </a:bodyPr>
          <a:lstStyle>
            <a:defPPr algn="ctr">
              <a:defRPr sz="1033" b="0">
                <a:solidFill>
                  <a:srgbClr val="9C3E76"/>
                </a:solidFill>
                <a:latin typeface="Noto Sans SC"/>
                <a:ea typeface="Noto Sans SC"/>
                <a:cs typeface="Noto Sans SC"/>
              </a:defRPr>
            </a:defPPr>
          </a:lstStyle>
          <a:p>
            <a:pPr algn="ctr">
              <a:defRPr sz="1033" b="0">
                <a:solidFill>
                  <a:srgbClr val="9C3E76"/>
                </a:solidFill>
                <a:latin typeface="Noto Sans SC"/>
                <a:ea typeface="Noto Sans SC"/>
                <a:cs typeface="Noto Sans SC"/>
              </a:defRPr>
            </a:pPr>
            <a:r>
              <a:rPr sz="1033" b="0">
                <a:solidFill>
                  <a:srgbClr val="9C3E76"/>
                </a:solidFill>
                <a:latin typeface="Noto Sans SC"/>
                <a:ea typeface="Noto Sans SC"/>
                <a:cs typeface="Noto Sans SC"/>
              </a:rPr>
              <a:t>误差标签仅用于历史训练，不作为新任务输入</a:t>
            </a:r>
          </a:p>
        </p:txBody>
      </p:sp>
      <p:sp>
        <p:nvSpPr>
          <p:cNvPr id="252" name="p11_label_26">
            <a:extLst>
              <a:ext uri="{FF2B5EF4-FFF2-40B4-BE49-F238E27FC236}">
                <a16:creationId xmlns:a16="http://schemas.microsoft.com/office/drawing/2014/main" id="{EA2B5663-13C2-48AC-8B2C-CCB07B10B26A}"/>
              </a:ext>
            </a:extLst>
          </p:cNvPr>
          <p:cNvSpPr>
            <a:spLocks/>
          </p:cNvSpPr>
          <p:nvPr/>
        </p:nvSpPr>
        <p:spPr>
          <a:xfrm>
            <a:off x="3126548" y="2091654"/>
            <a:ext cx="648631" cy="247792"/>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离线训练</a:t>
            </a:r>
          </a:p>
        </p:txBody>
      </p:sp>
      <p:sp>
        <p:nvSpPr>
          <p:cNvPr id="253" name="p11_label_27">
            <a:extLst>
              <a:ext uri="{FF2B5EF4-FFF2-40B4-BE49-F238E27FC236}">
                <a16:creationId xmlns:a16="http://schemas.microsoft.com/office/drawing/2014/main" id="{F6A87C35-05B3-4C25-AAE6-E7A84EE86222}"/>
              </a:ext>
            </a:extLst>
          </p:cNvPr>
          <p:cNvSpPr>
            <a:spLocks/>
          </p:cNvSpPr>
          <p:nvPr/>
        </p:nvSpPr>
        <p:spPr>
          <a:xfrm>
            <a:off x="3126548" y="2295717"/>
            <a:ext cx="648631" cy="247792"/>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历史样本</a:t>
            </a:r>
          </a:p>
        </p:txBody>
      </p:sp>
      <p:sp>
        <p:nvSpPr>
          <p:cNvPr id="254" name="p11_label_28">
            <a:extLst>
              <a:ext uri="{FF2B5EF4-FFF2-40B4-BE49-F238E27FC236}">
                <a16:creationId xmlns:a16="http://schemas.microsoft.com/office/drawing/2014/main" id="{33C1D82B-CEC7-4D80-B91C-FA96E6F2E4FA}"/>
              </a:ext>
            </a:extLst>
          </p:cNvPr>
          <p:cNvSpPr>
            <a:spLocks/>
          </p:cNvSpPr>
          <p:nvPr/>
        </p:nvSpPr>
        <p:spPr>
          <a:xfrm>
            <a:off x="3133836" y="4606011"/>
            <a:ext cx="313384" cy="240504"/>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在线</a:t>
            </a:r>
          </a:p>
        </p:txBody>
      </p:sp>
      <p:sp>
        <p:nvSpPr>
          <p:cNvPr id="255" name="p11_label_29">
            <a:extLst>
              <a:ext uri="{FF2B5EF4-FFF2-40B4-BE49-F238E27FC236}">
                <a16:creationId xmlns:a16="http://schemas.microsoft.com/office/drawing/2014/main" id="{68213065-EB98-4A02-9819-6B8BC404AA7E}"/>
              </a:ext>
            </a:extLst>
          </p:cNvPr>
          <p:cNvSpPr>
            <a:spLocks/>
          </p:cNvSpPr>
          <p:nvPr/>
        </p:nvSpPr>
        <p:spPr>
          <a:xfrm>
            <a:off x="3133836" y="4802786"/>
            <a:ext cx="313384" cy="240504"/>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估计</a:t>
            </a:r>
          </a:p>
        </p:txBody>
      </p:sp>
      <p:sp>
        <p:nvSpPr>
          <p:cNvPr id="256" name="p11_label_30">
            <a:extLst>
              <a:ext uri="{FF2B5EF4-FFF2-40B4-BE49-F238E27FC236}">
                <a16:creationId xmlns:a16="http://schemas.microsoft.com/office/drawing/2014/main" id="{A1C69314-9ECD-4953-AF6A-1E29EE7C0BE2}"/>
              </a:ext>
            </a:extLst>
          </p:cNvPr>
          <p:cNvSpPr>
            <a:spLocks/>
          </p:cNvSpPr>
          <p:nvPr/>
        </p:nvSpPr>
        <p:spPr>
          <a:xfrm>
            <a:off x="8126111" y="3483660"/>
            <a:ext cx="524735" cy="262368"/>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估计</a:t>
            </a:r>
          </a:p>
        </p:txBody>
      </p:sp>
      <p:sp>
        <p:nvSpPr>
          <p:cNvPr id="257" name="p11_label_31">
            <a:extLst>
              <a:ext uri="{FF2B5EF4-FFF2-40B4-BE49-F238E27FC236}">
                <a16:creationId xmlns:a16="http://schemas.microsoft.com/office/drawing/2014/main" id="{9C26796F-A84F-4C5B-B941-98F11D241D12}"/>
              </a:ext>
            </a:extLst>
          </p:cNvPr>
          <p:cNvSpPr>
            <a:spLocks/>
          </p:cNvSpPr>
          <p:nvPr/>
        </p:nvSpPr>
        <p:spPr>
          <a:xfrm>
            <a:off x="8126111" y="3702300"/>
            <a:ext cx="524735" cy="262368"/>
          </a:xfrm>
          <a:prstGeom prst="rect">
            <a:avLst/>
          </a:prstGeom>
          <a:noFill/>
          <a:ln w="0">
            <a:noFill/>
          </a:ln>
        </p:spPr>
        <p:txBody>
          <a:bodyPr wrap="square" lIns="0" tIns="0" rIns="0" bIns="0" anchor="t">
            <a:noAutofit/>
          </a:bodyPr>
          <a:lstStyle>
            <a:defPPr algn="l">
              <a:defRPr sz="971" b="0">
                <a:solidFill>
                  <a:srgbClr val="172956"/>
                </a:solidFill>
                <a:latin typeface="Noto Sans SC"/>
                <a:ea typeface="Noto Sans SC"/>
                <a:cs typeface="Noto Sans SC"/>
              </a:defRPr>
            </a:defPPr>
          </a:lstStyle>
          <a:p>
            <a:pPr algn="l">
              <a:defRPr sz="971" b="0">
                <a:solidFill>
                  <a:srgbClr val="172956"/>
                </a:solidFill>
                <a:latin typeface="Noto Sans SC"/>
                <a:ea typeface="Noto Sans SC"/>
                <a:cs typeface="Noto Sans SC"/>
              </a:defRPr>
            </a:pPr>
            <a:r>
              <a:rPr sz="971" b="0">
                <a:solidFill>
                  <a:srgbClr val="172956"/>
                </a:solidFill>
                <a:latin typeface="Noto Sans SC"/>
                <a:ea typeface="Noto Sans SC"/>
                <a:cs typeface="Noto Sans SC"/>
              </a:rPr>
              <a:t>候选表现</a:t>
            </a:r>
          </a:p>
        </p:txBody>
      </p:sp>
      <p:sp>
        <p:nvSpPr>
          <p:cNvPr id="258" name="p11_label_32">
            <a:extLst>
              <a:ext uri="{FF2B5EF4-FFF2-40B4-BE49-F238E27FC236}">
                <a16:creationId xmlns:a16="http://schemas.microsoft.com/office/drawing/2014/main" id="{C037046C-9076-45FC-A494-B8EFD69FAC2A}"/>
              </a:ext>
            </a:extLst>
          </p:cNvPr>
          <p:cNvSpPr>
            <a:spLocks/>
          </p:cNvSpPr>
          <p:nvPr/>
        </p:nvSpPr>
        <p:spPr>
          <a:xfrm>
            <a:off x="8825758" y="1800134"/>
            <a:ext cx="3060956"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候选适应性估计</a:t>
            </a:r>
          </a:p>
        </p:txBody>
      </p:sp>
      <p:sp>
        <p:nvSpPr>
          <p:cNvPr id="259" name="p11_label_33">
            <a:extLst>
              <a:ext uri="{FF2B5EF4-FFF2-40B4-BE49-F238E27FC236}">
                <a16:creationId xmlns:a16="http://schemas.microsoft.com/office/drawing/2014/main" id="{B5FCCB51-34F7-43DE-AFA5-79D5EE25E141}"/>
              </a:ext>
            </a:extLst>
          </p:cNvPr>
          <p:cNvSpPr>
            <a:spLocks/>
          </p:cNvSpPr>
          <p:nvPr/>
        </p:nvSpPr>
        <p:spPr>
          <a:xfrm>
            <a:off x="8825758" y="2106230"/>
            <a:ext cx="3060956"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逐个输入候选配置，再按估计误差排序</a:t>
            </a:r>
          </a:p>
        </p:txBody>
      </p:sp>
      <p:sp>
        <p:nvSpPr>
          <p:cNvPr id="260" name="p11_label_34">
            <a:extLst>
              <a:ext uri="{FF2B5EF4-FFF2-40B4-BE49-F238E27FC236}">
                <a16:creationId xmlns:a16="http://schemas.microsoft.com/office/drawing/2014/main" id="{C19ACC07-E003-4A26-8D7F-111D30B98468}"/>
              </a:ext>
            </a:extLst>
          </p:cNvPr>
          <p:cNvSpPr>
            <a:spLocks/>
          </p:cNvSpPr>
          <p:nvPr/>
        </p:nvSpPr>
        <p:spPr>
          <a:xfrm>
            <a:off x="8942366" y="2521645"/>
            <a:ext cx="1712678" cy="218640"/>
          </a:xfrm>
          <a:prstGeom prst="rect">
            <a:avLst/>
          </a:prstGeom>
          <a:noFill/>
          <a:ln w="0">
            <a:noFill/>
          </a:ln>
        </p:spPr>
        <p:txBody>
          <a:bodyPr wrap="square" lIns="0" tIns="0" rIns="0" bIns="0" anchor="t">
            <a:noAutofit/>
          </a:bodyPr>
          <a:lstStyle>
            <a:defPPr algn="l">
              <a:defRPr sz="1377" b="1">
                <a:solidFill>
                  <a:srgbClr val="172956"/>
                </a:solidFill>
                <a:latin typeface="Arial"/>
                <a:ea typeface="Arial"/>
                <a:cs typeface="Arial"/>
              </a:defRPr>
            </a:defPPr>
          </a:lstStyle>
          <a:p>
            <a:pPr algn="l">
              <a:defRPr sz="1377" b="1">
                <a:solidFill>
                  <a:srgbClr val="172956"/>
                </a:solidFill>
                <a:latin typeface="Arial"/>
                <a:ea typeface="Arial"/>
                <a:cs typeface="Arial"/>
              </a:defRPr>
            </a:pPr>
            <a:r>
              <a:rPr sz="1377" b="1">
                <a:solidFill>
                  <a:srgbClr val="172956"/>
                </a:solidFill>
                <a:latin typeface="Arial"/>
                <a:ea typeface="Arial"/>
                <a:cs typeface="Arial"/>
              </a:rPr>
              <a:t>DLinear</a:t>
            </a:r>
          </a:p>
        </p:txBody>
      </p:sp>
      <p:sp>
        <p:nvSpPr>
          <p:cNvPr id="261" name="p11_label_35">
            <a:extLst>
              <a:ext uri="{FF2B5EF4-FFF2-40B4-BE49-F238E27FC236}">
                <a16:creationId xmlns:a16="http://schemas.microsoft.com/office/drawing/2014/main" id="{3085207C-F20E-419A-829C-E3D798BBBED9}"/>
              </a:ext>
            </a:extLst>
          </p:cNvPr>
          <p:cNvSpPr>
            <a:spLocks/>
          </p:cNvSpPr>
          <p:nvPr/>
        </p:nvSpPr>
        <p:spPr>
          <a:xfrm>
            <a:off x="11136051" y="2696557"/>
            <a:ext cx="553887" cy="298808"/>
          </a:xfrm>
          <a:prstGeom prst="rect">
            <a:avLst/>
          </a:prstGeom>
          <a:noFill/>
          <a:ln w="0">
            <a:noFill/>
          </a:ln>
        </p:spPr>
        <p:txBody>
          <a:bodyPr wrap="square" lIns="0" tIns="0" rIns="0" bIns="0" anchor="t">
            <a:noAutofit/>
          </a:bodyPr>
          <a:lstStyle>
            <a:defPPr algn="ctr">
              <a:defRPr sz="1435" b="1">
                <a:solidFill>
                  <a:srgbClr val="172956"/>
                </a:solidFill>
                <a:latin typeface="Arial"/>
                <a:ea typeface="Arial"/>
                <a:cs typeface="Arial"/>
              </a:defRPr>
            </a:defPPr>
          </a:lstStyle>
          <a:p>
            <a:pPr algn="ctr">
              <a:defRPr sz="1435" b="1">
                <a:solidFill>
                  <a:srgbClr val="172956"/>
                </a:solidFill>
                <a:latin typeface="Arial"/>
                <a:ea typeface="Arial"/>
                <a:cs typeface="Arial"/>
              </a:defRPr>
            </a:pPr>
            <a:r>
              <a:rPr sz="1435" b="1">
                <a:solidFill>
                  <a:srgbClr val="172956"/>
                </a:solidFill>
                <a:latin typeface="Arial"/>
                <a:ea typeface="Arial"/>
                <a:cs typeface="Arial"/>
              </a:rPr>
              <a:t>êₘ  ?</a:t>
            </a:r>
          </a:p>
        </p:txBody>
      </p:sp>
      <p:sp>
        <p:nvSpPr>
          <p:cNvPr id="262" name="p11_label_36">
            <a:extLst>
              <a:ext uri="{FF2B5EF4-FFF2-40B4-BE49-F238E27FC236}">
                <a16:creationId xmlns:a16="http://schemas.microsoft.com/office/drawing/2014/main" id="{FC858804-949E-400A-802C-BA8A779CA43E}"/>
              </a:ext>
            </a:extLst>
          </p:cNvPr>
          <p:cNvSpPr>
            <a:spLocks/>
          </p:cNvSpPr>
          <p:nvPr/>
        </p:nvSpPr>
        <p:spPr>
          <a:xfrm>
            <a:off x="8942366" y="3396204"/>
            <a:ext cx="1712678" cy="218640"/>
          </a:xfrm>
          <a:prstGeom prst="rect">
            <a:avLst/>
          </a:prstGeom>
          <a:noFill/>
          <a:ln w="0">
            <a:noFill/>
          </a:ln>
        </p:spPr>
        <p:txBody>
          <a:bodyPr wrap="square" lIns="0" tIns="0" rIns="0" bIns="0" anchor="t">
            <a:noAutofit/>
          </a:bodyPr>
          <a:lstStyle>
            <a:defPPr algn="l">
              <a:defRPr sz="1377" b="1">
                <a:solidFill>
                  <a:srgbClr val="172956"/>
                </a:solidFill>
                <a:latin typeface="Arial"/>
                <a:ea typeface="Arial"/>
                <a:cs typeface="Arial"/>
              </a:defRPr>
            </a:defPPr>
          </a:lstStyle>
          <a:p>
            <a:pPr algn="l">
              <a:defRPr sz="1377" b="1">
                <a:solidFill>
                  <a:srgbClr val="172956"/>
                </a:solidFill>
                <a:latin typeface="Arial"/>
                <a:ea typeface="Arial"/>
                <a:cs typeface="Arial"/>
              </a:defRPr>
            </a:pPr>
            <a:r>
              <a:rPr sz="1377" b="1">
                <a:solidFill>
                  <a:srgbClr val="172956"/>
                </a:solidFill>
                <a:latin typeface="Arial"/>
                <a:ea typeface="Arial"/>
                <a:cs typeface="Arial"/>
              </a:rPr>
              <a:t>PatchTST</a:t>
            </a:r>
          </a:p>
        </p:txBody>
      </p:sp>
      <p:sp>
        <p:nvSpPr>
          <p:cNvPr id="263" name="p11_label_37">
            <a:extLst>
              <a:ext uri="{FF2B5EF4-FFF2-40B4-BE49-F238E27FC236}">
                <a16:creationId xmlns:a16="http://schemas.microsoft.com/office/drawing/2014/main" id="{BDA38411-265E-4504-B11E-D5ECEBFE74A8}"/>
              </a:ext>
            </a:extLst>
          </p:cNvPr>
          <p:cNvSpPr>
            <a:spLocks/>
          </p:cNvSpPr>
          <p:nvPr/>
        </p:nvSpPr>
        <p:spPr>
          <a:xfrm>
            <a:off x="11136051" y="3571116"/>
            <a:ext cx="553887" cy="298808"/>
          </a:xfrm>
          <a:prstGeom prst="rect">
            <a:avLst/>
          </a:prstGeom>
          <a:noFill/>
          <a:ln w="0">
            <a:noFill/>
          </a:ln>
        </p:spPr>
        <p:txBody>
          <a:bodyPr wrap="square" lIns="0" tIns="0" rIns="0" bIns="0" anchor="t">
            <a:noAutofit/>
          </a:bodyPr>
          <a:lstStyle>
            <a:defPPr algn="ctr">
              <a:defRPr sz="1435" b="1">
                <a:solidFill>
                  <a:srgbClr val="172956"/>
                </a:solidFill>
                <a:latin typeface="Arial"/>
                <a:ea typeface="Arial"/>
                <a:cs typeface="Arial"/>
              </a:defRPr>
            </a:defPPr>
          </a:lstStyle>
          <a:p>
            <a:pPr algn="ctr">
              <a:defRPr sz="1435" b="1">
                <a:solidFill>
                  <a:srgbClr val="172956"/>
                </a:solidFill>
                <a:latin typeface="Arial"/>
                <a:ea typeface="Arial"/>
                <a:cs typeface="Arial"/>
              </a:defRPr>
            </a:pPr>
            <a:r>
              <a:rPr sz="1435" b="1">
                <a:solidFill>
                  <a:srgbClr val="172956"/>
                </a:solidFill>
                <a:latin typeface="Arial"/>
                <a:ea typeface="Arial"/>
                <a:cs typeface="Arial"/>
              </a:rPr>
              <a:t>êₘ  ?</a:t>
            </a:r>
          </a:p>
        </p:txBody>
      </p:sp>
      <p:sp>
        <p:nvSpPr>
          <p:cNvPr id="264" name="p11_label_38">
            <a:extLst>
              <a:ext uri="{FF2B5EF4-FFF2-40B4-BE49-F238E27FC236}">
                <a16:creationId xmlns:a16="http://schemas.microsoft.com/office/drawing/2014/main" id="{67AA8168-520F-412E-90E1-C90F1AD4A373}"/>
              </a:ext>
            </a:extLst>
          </p:cNvPr>
          <p:cNvSpPr>
            <a:spLocks/>
          </p:cNvSpPr>
          <p:nvPr/>
        </p:nvSpPr>
        <p:spPr>
          <a:xfrm>
            <a:off x="8942366" y="4270763"/>
            <a:ext cx="1712678" cy="218640"/>
          </a:xfrm>
          <a:prstGeom prst="rect">
            <a:avLst/>
          </a:prstGeom>
          <a:noFill/>
          <a:ln w="0">
            <a:noFill/>
          </a:ln>
        </p:spPr>
        <p:txBody>
          <a:bodyPr wrap="square" lIns="0" tIns="0" rIns="0" bIns="0" anchor="t">
            <a:noAutofit/>
          </a:bodyPr>
          <a:lstStyle>
            <a:defPPr algn="l">
              <a:defRPr sz="1377" b="1">
                <a:solidFill>
                  <a:srgbClr val="172956"/>
                </a:solidFill>
                <a:latin typeface="Arial"/>
                <a:ea typeface="Arial"/>
                <a:cs typeface="Arial"/>
              </a:defRPr>
            </a:defPPr>
          </a:lstStyle>
          <a:p>
            <a:pPr algn="l">
              <a:defRPr sz="1377" b="1">
                <a:solidFill>
                  <a:srgbClr val="172956"/>
                </a:solidFill>
                <a:latin typeface="Arial"/>
                <a:ea typeface="Arial"/>
                <a:cs typeface="Arial"/>
              </a:defRPr>
            </a:pPr>
            <a:r>
              <a:rPr sz="1377" b="1">
                <a:solidFill>
                  <a:srgbClr val="172956"/>
                </a:solidFill>
                <a:latin typeface="Arial"/>
                <a:ea typeface="Arial"/>
                <a:cs typeface="Arial"/>
              </a:rPr>
              <a:t>TimesNet</a:t>
            </a:r>
          </a:p>
        </p:txBody>
      </p:sp>
      <p:sp>
        <p:nvSpPr>
          <p:cNvPr id="265" name="p11_label_39">
            <a:extLst>
              <a:ext uri="{FF2B5EF4-FFF2-40B4-BE49-F238E27FC236}">
                <a16:creationId xmlns:a16="http://schemas.microsoft.com/office/drawing/2014/main" id="{D9E48341-C0A1-4791-87CE-02B481D0F1A7}"/>
              </a:ext>
            </a:extLst>
          </p:cNvPr>
          <p:cNvSpPr>
            <a:spLocks/>
          </p:cNvSpPr>
          <p:nvPr/>
        </p:nvSpPr>
        <p:spPr>
          <a:xfrm>
            <a:off x="11136051" y="4445675"/>
            <a:ext cx="553887" cy="298808"/>
          </a:xfrm>
          <a:prstGeom prst="rect">
            <a:avLst/>
          </a:prstGeom>
          <a:noFill/>
          <a:ln w="0">
            <a:noFill/>
          </a:ln>
        </p:spPr>
        <p:txBody>
          <a:bodyPr wrap="square" lIns="0" tIns="0" rIns="0" bIns="0" anchor="t">
            <a:noAutofit/>
          </a:bodyPr>
          <a:lstStyle>
            <a:defPPr algn="ctr">
              <a:defRPr sz="1435" b="1">
                <a:solidFill>
                  <a:srgbClr val="172956"/>
                </a:solidFill>
                <a:latin typeface="Arial"/>
                <a:ea typeface="Arial"/>
                <a:cs typeface="Arial"/>
              </a:defRPr>
            </a:defPPr>
          </a:lstStyle>
          <a:p>
            <a:pPr algn="ctr">
              <a:defRPr sz="1435" b="1">
                <a:solidFill>
                  <a:srgbClr val="172956"/>
                </a:solidFill>
                <a:latin typeface="Arial"/>
                <a:ea typeface="Arial"/>
                <a:cs typeface="Arial"/>
              </a:defRPr>
            </a:pPr>
            <a:r>
              <a:rPr sz="1435" b="1">
                <a:solidFill>
                  <a:srgbClr val="172956"/>
                </a:solidFill>
                <a:latin typeface="Arial"/>
                <a:ea typeface="Arial"/>
                <a:cs typeface="Arial"/>
              </a:rPr>
              <a:t>êₘ  ?</a:t>
            </a:r>
          </a:p>
        </p:txBody>
      </p:sp>
      <p:sp>
        <p:nvSpPr>
          <p:cNvPr id="266" name="p11_label_40">
            <a:extLst>
              <a:ext uri="{FF2B5EF4-FFF2-40B4-BE49-F238E27FC236}">
                <a16:creationId xmlns:a16="http://schemas.microsoft.com/office/drawing/2014/main" id="{32DAEA1A-621B-4FE3-942D-302A3DCAAA6B}"/>
              </a:ext>
            </a:extLst>
          </p:cNvPr>
          <p:cNvSpPr>
            <a:spLocks/>
          </p:cNvSpPr>
          <p:nvPr/>
        </p:nvSpPr>
        <p:spPr>
          <a:xfrm>
            <a:off x="8891350" y="5167186"/>
            <a:ext cx="2907909" cy="211352"/>
          </a:xfrm>
          <a:prstGeom prst="rect">
            <a:avLst/>
          </a:prstGeom>
          <a:noFill/>
          <a:ln w="0">
            <a:noFill/>
          </a:ln>
        </p:spPr>
        <p:txBody>
          <a:bodyPr wrap="square" lIns="0" tIns="0" rIns="0" bIns="0" anchor="t">
            <a:noAutofit/>
          </a:bodyPr>
          <a:lstStyle>
            <a:defPPr algn="ctr">
              <a:defRPr sz="1090" b="0">
                <a:solidFill>
                  <a:srgbClr val="9C3E76"/>
                </a:solidFill>
                <a:latin typeface="Noto Sans SC"/>
                <a:ea typeface="Noto Sans SC"/>
                <a:cs typeface="Noto Sans SC"/>
              </a:defRPr>
            </a:defPPr>
          </a:lstStyle>
          <a:p>
            <a:pPr algn="ctr">
              <a:defRPr sz="1090" b="0">
                <a:solidFill>
                  <a:srgbClr val="9C3E76"/>
                </a:solidFill>
                <a:latin typeface="Noto Sans SC"/>
                <a:ea typeface="Noto Sans SC"/>
                <a:cs typeface="Noto Sans SC"/>
              </a:defRPr>
            </a:pPr>
            <a:r>
              <a:rPr sz="1090" b="0">
                <a:solidFill>
                  <a:srgbClr val="9C3E76"/>
                </a:solidFill>
                <a:latin typeface="Noto Sans SC"/>
                <a:ea typeface="Noto Sans SC"/>
                <a:cs typeface="Noto Sans SC"/>
              </a:rPr>
              <a:t>图示不预设任何模型优劣或最终排名</a:t>
            </a:r>
          </a:p>
        </p:txBody>
      </p:sp>
      <p:sp>
        <p:nvSpPr>
          <p:cNvPr id="267" name="p11_label_41">
            <a:extLst>
              <a:ext uri="{FF2B5EF4-FFF2-40B4-BE49-F238E27FC236}">
                <a16:creationId xmlns:a16="http://schemas.microsoft.com/office/drawing/2014/main" id="{FC27E54B-A891-4416-8E5F-221E753CA625}"/>
              </a:ext>
            </a:extLst>
          </p:cNvPr>
          <p:cNvSpPr>
            <a:spLocks/>
          </p:cNvSpPr>
          <p:nvPr/>
        </p:nvSpPr>
        <p:spPr>
          <a:xfrm>
            <a:off x="1049471" y="5910561"/>
            <a:ext cx="2842317" cy="255080"/>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随机选择</a:t>
            </a:r>
          </a:p>
        </p:txBody>
      </p:sp>
      <p:sp>
        <p:nvSpPr>
          <p:cNvPr id="268" name="p11_label_42">
            <a:extLst>
              <a:ext uri="{FF2B5EF4-FFF2-40B4-BE49-F238E27FC236}">
                <a16:creationId xmlns:a16="http://schemas.microsoft.com/office/drawing/2014/main" id="{C75F5F2A-776C-4D50-9EF1-FCFBDBA341E3}"/>
              </a:ext>
            </a:extLst>
          </p:cNvPr>
          <p:cNvSpPr>
            <a:spLocks/>
          </p:cNvSpPr>
          <p:nvPr/>
        </p:nvSpPr>
        <p:spPr>
          <a:xfrm>
            <a:off x="1049471" y="6253097"/>
            <a:ext cx="2842317" cy="225928"/>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随机候选顺序</a:t>
            </a:r>
          </a:p>
        </p:txBody>
      </p:sp>
      <p:sp>
        <p:nvSpPr>
          <p:cNvPr id="269" name="p11_label_43">
            <a:extLst>
              <a:ext uri="{FF2B5EF4-FFF2-40B4-BE49-F238E27FC236}">
                <a16:creationId xmlns:a16="http://schemas.microsoft.com/office/drawing/2014/main" id="{22E4084D-B89B-4779-8B32-3294418C231D}"/>
              </a:ext>
            </a:extLst>
          </p:cNvPr>
          <p:cNvSpPr>
            <a:spLocks/>
          </p:cNvSpPr>
          <p:nvPr/>
        </p:nvSpPr>
        <p:spPr>
          <a:xfrm>
            <a:off x="5043290" y="5910561"/>
            <a:ext cx="2842317" cy="255080"/>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历史平均</a:t>
            </a:r>
          </a:p>
        </p:txBody>
      </p:sp>
      <p:sp>
        <p:nvSpPr>
          <p:cNvPr id="270" name="p11_label_44">
            <a:extLst>
              <a:ext uri="{FF2B5EF4-FFF2-40B4-BE49-F238E27FC236}">
                <a16:creationId xmlns:a16="http://schemas.microsoft.com/office/drawing/2014/main" id="{5CD76147-A4E0-42AF-AAFF-D60A4CC2D921}"/>
              </a:ext>
            </a:extLst>
          </p:cNvPr>
          <p:cNvSpPr>
            <a:spLocks/>
          </p:cNvSpPr>
          <p:nvPr/>
        </p:nvSpPr>
        <p:spPr>
          <a:xfrm>
            <a:off x="5043290" y="6253097"/>
            <a:ext cx="2842317" cy="225928"/>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历史任务的平均误差</a:t>
            </a:r>
          </a:p>
        </p:txBody>
      </p:sp>
      <p:sp>
        <p:nvSpPr>
          <p:cNvPr id="271" name="p11_label_45">
            <a:extLst>
              <a:ext uri="{FF2B5EF4-FFF2-40B4-BE49-F238E27FC236}">
                <a16:creationId xmlns:a16="http://schemas.microsoft.com/office/drawing/2014/main" id="{4F594249-3EB3-4CC7-ACFE-D227C8EF3CD1}"/>
              </a:ext>
            </a:extLst>
          </p:cNvPr>
          <p:cNvSpPr>
            <a:spLocks/>
          </p:cNvSpPr>
          <p:nvPr/>
        </p:nvSpPr>
        <p:spPr>
          <a:xfrm>
            <a:off x="9037109" y="5910561"/>
            <a:ext cx="2842317" cy="255080"/>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特征元学习</a:t>
            </a:r>
          </a:p>
        </p:txBody>
      </p:sp>
      <p:sp>
        <p:nvSpPr>
          <p:cNvPr id="272" name="p11_label_46">
            <a:extLst>
              <a:ext uri="{FF2B5EF4-FFF2-40B4-BE49-F238E27FC236}">
                <a16:creationId xmlns:a16="http://schemas.microsoft.com/office/drawing/2014/main" id="{77E8164B-FBD7-486F-AF47-A19B727F5C2D}"/>
              </a:ext>
            </a:extLst>
          </p:cNvPr>
          <p:cNvSpPr>
            <a:spLocks/>
          </p:cNvSpPr>
          <p:nvPr/>
        </p:nvSpPr>
        <p:spPr>
          <a:xfrm>
            <a:off x="9037109" y="6253097"/>
            <a:ext cx="2842317" cy="225928"/>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任务特征 + 候选配置</a:t>
            </a:r>
          </a:p>
        </p:txBody>
      </p:sp>
      <p:sp>
        <p:nvSpPr>
          <p:cNvPr id="273" name="p11_label_47">
            <a:extLst>
              <a:ext uri="{FF2B5EF4-FFF2-40B4-BE49-F238E27FC236}">
                <a16:creationId xmlns:a16="http://schemas.microsoft.com/office/drawing/2014/main" id="{DF405196-D40A-42EA-9EC7-A88FC2F58FCF}"/>
              </a:ext>
            </a:extLst>
          </p:cNvPr>
          <p:cNvSpPr>
            <a:spLocks/>
          </p:cNvSpPr>
          <p:nvPr/>
        </p:nvSpPr>
        <p:spPr>
          <a:xfrm>
            <a:off x="298808" y="6653936"/>
            <a:ext cx="11617058" cy="189488"/>
          </a:xfrm>
          <a:prstGeom prst="rect">
            <a:avLst/>
          </a:prstGeom>
          <a:noFill/>
          <a:ln w="0">
            <a:noFill/>
          </a:ln>
        </p:spPr>
        <p:txBody>
          <a:bodyPr wrap="square" lIns="0" tIns="0" rIns="0" bIns="0" anchor="t">
            <a:noAutofit/>
          </a:bodyPr>
          <a:lstStyle>
            <a:defPPr algn="l">
              <a:defRPr sz="1205" b="0">
                <a:solidFill>
                  <a:srgbClr val="9C3E76"/>
                </a:solidFill>
                <a:latin typeface="Noto Sans SC"/>
                <a:ea typeface="Noto Sans SC"/>
                <a:cs typeface="Noto Sans SC"/>
              </a:defRPr>
            </a:defPPr>
          </a:lstStyle>
          <a:p>
            <a:pPr algn="l">
              <a:defRPr sz="1205" b="0">
                <a:solidFill>
                  <a:srgbClr val="9C3E76"/>
                </a:solidFill>
                <a:latin typeface="Noto Sans SC"/>
                <a:ea typeface="Noto Sans SC"/>
                <a:cs typeface="Noto Sans SC"/>
              </a:defRPr>
            </a:pPr>
            <a:r>
              <a:rPr sz="1205" b="0">
                <a:solidFill>
                  <a:srgbClr val="9C3E76"/>
                </a:solidFill>
                <a:latin typeface="Noto Sans SC"/>
                <a:ea typeface="Noto Sans SC"/>
                <a:cs typeface="Noto Sans SC"/>
              </a:rPr>
              <a:t>检验：按任务留出测试集，报告排序相关性、选择 Regret 与 Top-k 命中率；以上曲线为示意</a:t>
            </a:r>
          </a:p>
        </p:txBody>
      </p:sp>
    </p:spTree>
    <p:extLst>
      <p:ext uri="{BB962C8B-B14F-4D97-AF65-F5344CB8AC3E}">
        <p14:creationId xmlns:p14="http://schemas.microsoft.com/office/powerpoint/2010/main" val="1524298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 name="p13_rect_1">
            <a:extLst>
              <a:ext uri="{FF2B5EF4-FFF2-40B4-BE49-F238E27FC236}">
                <a16:creationId xmlns:a16="http://schemas.microsoft.com/office/drawing/2014/main" id="{7493408E-0740-40AC-88C2-0948A8D10586}"/>
              </a:ext>
            </a:extLst>
          </p:cNvPr>
          <p:cNvSpPr>
            <a:spLocks/>
          </p:cNvSpPr>
          <p:nvPr/>
        </p:nvSpPr>
        <p:spPr>
          <a:xfrm>
            <a:off x="182200" y="1144215"/>
            <a:ext cx="4117715" cy="4307203"/>
          </a:xfrm>
          <a:prstGeom prst="roundRect">
            <a:avLst>
              <a:gd name="adj" fmla="val 2478"/>
            </a:avLst>
          </a:prstGeom>
          <a:gradFill>
            <a:gsLst>
              <a:gs pos="0">
                <a:srgbClr val="FEFEFF"/>
              </a:gs>
              <a:gs pos="100000">
                <a:srgbClr val="EDF0F8"/>
              </a:gs>
            </a:gsLst>
            <a:lin ang="5400000"/>
          </a:gradFill>
          <a:ln w="12390">
            <a:solidFill>
              <a:srgbClr val="172956"/>
            </a:solidFill>
            <a:prstDash val="solid"/>
          </a:ln>
        </p:spPr>
      </p:sp>
      <p:sp>
        <p:nvSpPr>
          <p:cNvPr id="2" name="p13_rect_2">
            <a:extLst>
              <a:ext uri="{FF2B5EF4-FFF2-40B4-BE49-F238E27FC236}">
                <a16:creationId xmlns:a16="http://schemas.microsoft.com/office/drawing/2014/main" id="{CA61EA15-1087-40B6-9DC6-BB76D4AB25D4}"/>
              </a:ext>
            </a:extLst>
          </p:cNvPr>
          <p:cNvSpPr>
            <a:spLocks/>
          </p:cNvSpPr>
          <p:nvPr/>
        </p:nvSpPr>
        <p:spPr>
          <a:xfrm>
            <a:off x="357112" y="1967758"/>
            <a:ext cx="3760604" cy="2069790"/>
          </a:xfrm>
          <a:prstGeom prst="roundRect">
            <a:avLst>
              <a:gd name="adj" fmla="val 2465"/>
            </a:avLst>
          </a:prstGeom>
          <a:solidFill>
            <a:srgbClr val="FFFFFF"/>
          </a:solidFill>
          <a:ln w="7288">
            <a:solidFill>
              <a:srgbClr val="C3CFE7"/>
            </a:solidFill>
            <a:prstDash val="solid"/>
          </a:ln>
        </p:spPr>
      </p:sp>
      <p:sp>
        <p:nvSpPr>
          <p:cNvPr id="3" name="p13_path_3">
            <a:extLst>
              <a:ext uri="{FF2B5EF4-FFF2-40B4-BE49-F238E27FC236}">
                <a16:creationId xmlns:a16="http://schemas.microsoft.com/office/drawing/2014/main" id="{D49C7D08-53A1-46B0-BC82-963A4BD7BC1E}"/>
              </a:ext>
            </a:extLst>
          </p:cNvPr>
          <p:cNvSpPr>
            <a:spLocks/>
          </p:cNvSpPr>
          <p:nvPr/>
        </p:nvSpPr>
        <p:spPr>
          <a:xfrm>
            <a:off x="502871" y="2251989"/>
            <a:ext cx="729" cy="1654374"/>
          </a:xfrm>
          <a:custGeom>
            <a:avLst/>
            <a:gdLst/>
            <a:ahLst/>
            <a:cxnLst/>
            <a:rect l="0" t="0" r="0" b="0"/>
            <a:pathLst>
              <a:path w="953" h="2162175">
                <a:moveTo>
                  <a:pt x="0" y="0"/>
                </a:moveTo>
                <a:lnTo>
                  <a:pt x="0" y="2162175"/>
                </a:lnTo>
              </a:path>
            </a:pathLst>
          </a:custGeom>
          <a:noFill/>
          <a:ln w="8746">
            <a:solidFill>
              <a:srgbClr val="8599C3"/>
            </a:solidFill>
            <a:prstDash val="solid"/>
          </a:ln>
        </p:spPr>
      </p:sp>
      <p:sp>
        <p:nvSpPr>
          <p:cNvPr id="4" name="p13_path_4">
            <a:extLst>
              <a:ext uri="{FF2B5EF4-FFF2-40B4-BE49-F238E27FC236}">
                <a16:creationId xmlns:a16="http://schemas.microsoft.com/office/drawing/2014/main" id="{F2830A4B-C8B5-48CD-A4F4-DF5E8E5BE6A5}"/>
              </a:ext>
            </a:extLst>
          </p:cNvPr>
          <p:cNvSpPr>
            <a:spLocks/>
          </p:cNvSpPr>
          <p:nvPr/>
        </p:nvSpPr>
        <p:spPr>
          <a:xfrm>
            <a:off x="502871" y="3906363"/>
            <a:ext cx="3469084" cy="729"/>
          </a:xfrm>
          <a:custGeom>
            <a:avLst/>
            <a:gdLst/>
            <a:ahLst/>
            <a:cxnLst/>
            <a:rect l="0" t="0" r="0" b="0"/>
            <a:pathLst>
              <a:path w="4533900" h="953">
                <a:moveTo>
                  <a:pt x="0" y="0"/>
                </a:moveTo>
                <a:lnTo>
                  <a:pt x="4533900" y="0"/>
                </a:lnTo>
              </a:path>
            </a:pathLst>
          </a:custGeom>
          <a:noFill/>
          <a:ln w="8746">
            <a:solidFill>
              <a:srgbClr val="8599C3"/>
            </a:solidFill>
            <a:prstDash val="solid"/>
          </a:ln>
        </p:spPr>
      </p:sp>
      <p:sp>
        <p:nvSpPr>
          <p:cNvPr id="5" name="p13_rect_5">
            <a:extLst>
              <a:ext uri="{FF2B5EF4-FFF2-40B4-BE49-F238E27FC236}">
                <a16:creationId xmlns:a16="http://schemas.microsoft.com/office/drawing/2014/main" id="{EE4FE469-C2A0-4943-9862-DD3A03ED5656}"/>
              </a:ext>
            </a:extLst>
          </p:cNvPr>
          <p:cNvSpPr>
            <a:spLocks/>
          </p:cNvSpPr>
          <p:nvPr/>
        </p:nvSpPr>
        <p:spPr>
          <a:xfrm>
            <a:off x="2861849" y="2251989"/>
            <a:ext cx="1110107" cy="1654374"/>
          </a:xfrm>
          <a:prstGeom prst="rect">
            <a:avLst/>
          </a:prstGeom>
          <a:solidFill>
            <a:srgbClr val="E9EDF8"/>
          </a:solidFill>
          <a:ln w="0">
            <a:noFill/>
            <a:prstDash val="solid"/>
          </a:ln>
        </p:spPr>
      </p:sp>
      <p:sp>
        <p:nvSpPr>
          <p:cNvPr id="6" name="p13_path_6">
            <a:extLst>
              <a:ext uri="{FF2B5EF4-FFF2-40B4-BE49-F238E27FC236}">
                <a16:creationId xmlns:a16="http://schemas.microsoft.com/office/drawing/2014/main" id="{EA68458A-3160-4BFE-BA00-69802E72B8E7}"/>
              </a:ext>
            </a:extLst>
          </p:cNvPr>
          <p:cNvSpPr>
            <a:spLocks/>
          </p:cNvSpPr>
          <p:nvPr/>
        </p:nvSpPr>
        <p:spPr>
          <a:xfrm>
            <a:off x="502871" y="2635696"/>
            <a:ext cx="3469084" cy="955055"/>
          </a:xfrm>
          <a:custGeom>
            <a:avLst/>
            <a:gdLst/>
            <a:ahLst/>
            <a:cxnLst/>
            <a:rect l="0" t="0" r="0" b="0"/>
            <a:pathLst>
              <a:path w="4533900" h="1248203">
                <a:moveTo>
                  <a:pt x="0" y="469580"/>
                </a:moveTo>
                <a:lnTo>
                  <a:pt x="45797" y="781187"/>
                </a:lnTo>
                <a:lnTo>
                  <a:pt x="91594" y="621114"/>
                </a:lnTo>
                <a:lnTo>
                  <a:pt x="137391" y="624848"/>
                </a:lnTo>
                <a:lnTo>
                  <a:pt x="183188" y="629336"/>
                </a:lnTo>
                <a:lnTo>
                  <a:pt x="228985" y="999945"/>
                </a:lnTo>
                <a:lnTo>
                  <a:pt x="274782" y="833994"/>
                </a:lnTo>
                <a:lnTo>
                  <a:pt x="320579" y="327146"/>
                </a:lnTo>
                <a:lnTo>
                  <a:pt x="366376" y="718441"/>
                </a:lnTo>
                <a:lnTo>
                  <a:pt x="412173" y="605180"/>
                </a:lnTo>
                <a:lnTo>
                  <a:pt x="457970" y="42693"/>
                </a:lnTo>
                <a:lnTo>
                  <a:pt x="503767" y="1260"/>
                </a:lnTo>
                <a:lnTo>
                  <a:pt x="549564" y="343681"/>
                </a:lnTo>
                <a:lnTo>
                  <a:pt x="595361" y="430364"/>
                </a:lnTo>
                <a:lnTo>
                  <a:pt x="641158" y="748337"/>
                </a:lnTo>
                <a:lnTo>
                  <a:pt x="686955" y="985235"/>
                </a:lnTo>
                <a:lnTo>
                  <a:pt x="732752" y="920344"/>
                </a:lnTo>
                <a:lnTo>
                  <a:pt x="778548" y="1042625"/>
                </a:lnTo>
                <a:lnTo>
                  <a:pt x="824345" y="983954"/>
                </a:lnTo>
                <a:lnTo>
                  <a:pt x="870142" y="815668"/>
                </a:lnTo>
                <a:lnTo>
                  <a:pt x="915939" y="783239"/>
                </a:lnTo>
                <a:lnTo>
                  <a:pt x="961736" y="893485"/>
                </a:lnTo>
                <a:lnTo>
                  <a:pt x="1007533" y="507821"/>
                </a:lnTo>
                <a:lnTo>
                  <a:pt x="1053330" y="631968"/>
                </a:lnTo>
                <a:lnTo>
                  <a:pt x="1099127" y="481143"/>
                </a:lnTo>
                <a:lnTo>
                  <a:pt x="1144924" y="281616"/>
                </a:lnTo>
                <a:lnTo>
                  <a:pt x="1190721" y="327713"/>
                </a:lnTo>
                <a:lnTo>
                  <a:pt x="1236518" y="325286"/>
                </a:lnTo>
                <a:lnTo>
                  <a:pt x="1282315" y="260348"/>
                </a:lnTo>
                <a:lnTo>
                  <a:pt x="1328112" y="504423"/>
                </a:lnTo>
                <a:lnTo>
                  <a:pt x="1373909" y="979137"/>
                </a:lnTo>
                <a:lnTo>
                  <a:pt x="1419706" y="634103"/>
                </a:lnTo>
                <a:lnTo>
                  <a:pt x="1465503" y="624510"/>
                </a:lnTo>
                <a:lnTo>
                  <a:pt x="1511300" y="980207"/>
                </a:lnTo>
                <a:lnTo>
                  <a:pt x="1557097" y="651723"/>
                </a:lnTo>
                <a:lnTo>
                  <a:pt x="1602894" y="844013"/>
                </a:lnTo>
                <a:lnTo>
                  <a:pt x="1648691" y="684780"/>
                </a:lnTo>
                <a:lnTo>
                  <a:pt x="1694488" y="825787"/>
                </a:lnTo>
                <a:lnTo>
                  <a:pt x="1740285" y="548537"/>
                </a:lnTo>
                <a:lnTo>
                  <a:pt x="1786082" y="583766"/>
                </a:lnTo>
                <a:lnTo>
                  <a:pt x="1831879" y="556602"/>
                </a:lnTo>
                <a:lnTo>
                  <a:pt x="1877676" y="35612"/>
                </a:lnTo>
                <a:lnTo>
                  <a:pt x="1923473" y="449593"/>
                </a:lnTo>
                <a:lnTo>
                  <a:pt x="1969270" y="542597"/>
                </a:lnTo>
                <a:lnTo>
                  <a:pt x="2015067" y="398420"/>
                </a:lnTo>
                <a:lnTo>
                  <a:pt x="2060864" y="551481"/>
                </a:lnTo>
                <a:lnTo>
                  <a:pt x="2106661" y="729364"/>
                </a:lnTo>
                <a:lnTo>
                  <a:pt x="2152458" y="1248203"/>
                </a:lnTo>
                <a:lnTo>
                  <a:pt x="2198255" y="850945"/>
                </a:lnTo>
                <a:lnTo>
                  <a:pt x="2244052" y="994500"/>
                </a:lnTo>
                <a:lnTo>
                  <a:pt x="2289848" y="804076"/>
                </a:lnTo>
                <a:lnTo>
                  <a:pt x="2335645" y="506404"/>
                </a:lnTo>
                <a:lnTo>
                  <a:pt x="2381442" y="434851"/>
                </a:lnTo>
                <a:lnTo>
                  <a:pt x="2427239" y="397376"/>
                </a:lnTo>
                <a:lnTo>
                  <a:pt x="2473036" y="84792"/>
                </a:lnTo>
                <a:lnTo>
                  <a:pt x="2518833" y="0"/>
                </a:lnTo>
                <a:lnTo>
                  <a:pt x="2564630" y="219992"/>
                </a:lnTo>
                <a:lnTo>
                  <a:pt x="2610427" y="741909"/>
                </a:lnTo>
                <a:lnTo>
                  <a:pt x="2656224" y="870682"/>
                </a:lnTo>
                <a:lnTo>
                  <a:pt x="2702021" y="571865"/>
                </a:lnTo>
                <a:lnTo>
                  <a:pt x="2747818" y="573917"/>
                </a:lnTo>
                <a:lnTo>
                  <a:pt x="2793615" y="1067717"/>
                </a:lnTo>
                <a:lnTo>
                  <a:pt x="2839412" y="676133"/>
                </a:lnTo>
                <a:lnTo>
                  <a:pt x="2885209" y="940501"/>
                </a:lnTo>
                <a:lnTo>
                  <a:pt x="2931006" y="442116"/>
                </a:lnTo>
                <a:lnTo>
                  <a:pt x="2976803" y="419086"/>
                </a:lnTo>
                <a:lnTo>
                  <a:pt x="3022600" y="441123"/>
                </a:lnTo>
                <a:lnTo>
                  <a:pt x="3068397" y="498046"/>
                </a:lnTo>
                <a:lnTo>
                  <a:pt x="3114194" y="387977"/>
                </a:lnTo>
                <a:lnTo>
                  <a:pt x="3159991" y="83821"/>
                </a:lnTo>
                <a:lnTo>
                  <a:pt x="3205788" y="133088"/>
                </a:lnTo>
                <a:lnTo>
                  <a:pt x="3251585" y="611749"/>
                </a:lnTo>
                <a:lnTo>
                  <a:pt x="3297382" y="497276"/>
                </a:lnTo>
                <a:lnTo>
                  <a:pt x="3343179" y="946789"/>
                </a:lnTo>
                <a:lnTo>
                  <a:pt x="3388976" y="902126"/>
                </a:lnTo>
                <a:lnTo>
                  <a:pt x="3434773" y="877281"/>
                </a:lnTo>
                <a:lnTo>
                  <a:pt x="3480570" y="804755"/>
                </a:lnTo>
                <a:lnTo>
                  <a:pt x="3526367" y="655740"/>
                </a:lnTo>
                <a:lnTo>
                  <a:pt x="3572164" y="904189"/>
                </a:lnTo>
                <a:lnTo>
                  <a:pt x="3617961" y="544117"/>
                </a:lnTo>
                <a:lnTo>
                  <a:pt x="3663758" y="376656"/>
                </a:lnTo>
                <a:lnTo>
                  <a:pt x="3709555" y="559090"/>
                </a:lnTo>
                <a:lnTo>
                  <a:pt x="3755352" y="582656"/>
                </a:lnTo>
                <a:lnTo>
                  <a:pt x="3801148" y="405649"/>
                </a:lnTo>
                <a:lnTo>
                  <a:pt x="3846945" y="318871"/>
                </a:lnTo>
                <a:lnTo>
                  <a:pt x="3892742" y="242413"/>
                </a:lnTo>
                <a:lnTo>
                  <a:pt x="3938539" y="439322"/>
                </a:lnTo>
                <a:lnTo>
                  <a:pt x="3984336" y="743168"/>
                </a:lnTo>
                <a:lnTo>
                  <a:pt x="4030133" y="704272"/>
                </a:lnTo>
                <a:lnTo>
                  <a:pt x="4075930" y="625952"/>
                </a:lnTo>
                <a:lnTo>
                  <a:pt x="4121727" y="961524"/>
                </a:lnTo>
                <a:lnTo>
                  <a:pt x="4167524" y="1208224"/>
                </a:lnTo>
                <a:lnTo>
                  <a:pt x="4213321" y="546953"/>
                </a:lnTo>
                <a:lnTo>
                  <a:pt x="4259118" y="443276"/>
                </a:lnTo>
                <a:lnTo>
                  <a:pt x="4304915" y="449255"/>
                </a:lnTo>
                <a:lnTo>
                  <a:pt x="4350712" y="290385"/>
                </a:lnTo>
                <a:lnTo>
                  <a:pt x="4396509" y="265536"/>
                </a:lnTo>
                <a:lnTo>
                  <a:pt x="4442306" y="340168"/>
                </a:lnTo>
                <a:lnTo>
                  <a:pt x="4488103" y="417210"/>
                </a:lnTo>
                <a:lnTo>
                  <a:pt x="4533900" y="55688"/>
                </a:lnTo>
              </a:path>
            </a:pathLst>
          </a:custGeom>
          <a:noFill/>
          <a:ln w="13847">
            <a:solidFill>
              <a:srgbClr val="394D93"/>
            </a:solidFill>
            <a:prstDash val="solid"/>
          </a:ln>
        </p:spPr>
      </p:sp>
      <p:sp>
        <p:nvSpPr>
          <p:cNvPr id="7" name="p13_path_7">
            <a:extLst>
              <a:ext uri="{FF2B5EF4-FFF2-40B4-BE49-F238E27FC236}">
                <a16:creationId xmlns:a16="http://schemas.microsoft.com/office/drawing/2014/main" id="{0F3F7B1D-EB69-4B81-A3B0-5C3320DF6BE6}"/>
              </a:ext>
            </a:extLst>
          </p:cNvPr>
          <p:cNvSpPr>
            <a:spLocks/>
          </p:cNvSpPr>
          <p:nvPr/>
        </p:nvSpPr>
        <p:spPr>
          <a:xfrm>
            <a:off x="502871" y="2671875"/>
            <a:ext cx="3469084" cy="919934"/>
          </a:xfrm>
          <a:custGeom>
            <a:avLst/>
            <a:gdLst/>
            <a:ahLst/>
            <a:cxnLst/>
            <a:rect l="0" t="0" r="0" b="0"/>
            <a:pathLst>
              <a:path w="4533900" h="1202303">
                <a:moveTo>
                  <a:pt x="0" y="451650"/>
                </a:moveTo>
                <a:lnTo>
                  <a:pt x="45797" y="944866"/>
                </a:lnTo>
                <a:lnTo>
                  <a:pt x="91594" y="638683"/>
                </a:lnTo>
                <a:lnTo>
                  <a:pt x="137391" y="680572"/>
                </a:lnTo>
                <a:lnTo>
                  <a:pt x="183188" y="610224"/>
                </a:lnTo>
                <a:lnTo>
                  <a:pt x="228985" y="1144201"/>
                </a:lnTo>
                <a:lnTo>
                  <a:pt x="274782" y="1011749"/>
                </a:lnTo>
                <a:lnTo>
                  <a:pt x="320579" y="810109"/>
                </a:lnTo>
                <a:lnTo>
                  <a:pt x="366376" y="382118"/>
                </a:lnTo>
                <a:lnTo>
                  <a:pt x="412173" y="701989"/>
                </a:lnTo>
                <a:lnTo>
                  <a:pt x="457970" y="266070"/>
                </a:lnTo>
                <a:lnTo>
                  <a:pt x="503767" y="19038"/>
                </a:lnTo>
                <a:lnTo>
                  <a:pt x="549564" y="278443"/>
                </a:lnTo>
                <a:lnTo>
                  <a:pt x="595361" y="314768"/>
                </a:lnTo>
                <a:lnTo>
                  <a:pt x="641158" y="518477"/>
                </a:lnTo>
                <a:lnTo>
                  <a:pt x="686955" y="563211"/>
                </a:lnTo>
                <a:lnTo>
                  <a:pt x="732752" y="539326"/>
                </a:lnTo>
                <a:lnTo>
                  <a:pt x="778548" y="1054480"/>
                </a:lnTo>
                <a:lnTo>
                  <a:pt x="824345" y="895369"/>
                </a:lnTo>
                <a:lnTo>
                  <a:pt x="870142" y="569294"/>
                </a:lnTo>
                <a:lnTo>
                  <a:pt x="915939" y="813634"/>
                </a:lnTo>
                <a:lnTo>
                  <a:pt x="961736" y="665976"/>
                </a:lnTo>
                <a:lnTo>
                  <a:pt x="1007533" y="496282"/>
                </a:lnTo>
                <a:lnTo>
                  <a:pt x="1053330" y="757453"/>
                </a:lnTo>
                <a:lnTo>
                  <a:pt x="1099127" y="28225"/>
                </a:lnTo>
                <a:lnTo>
                  <a:pt x="1144924" y="481035"/>
                </a:lnTo>
                <a:lnTo>
                  <a:pt x="1190721" y="173595"/>
                </a:lnTo>
                <a:lnTo>
                  <a:pt x="1236518" y="508480"/>
                </a:lnTo>
                <a:lnTo>
                  <a:pt x="1282315" y="529560"/>
                </a:lnTo>
                <a:lnTo>
                  <a:pt x="1328112" y="386470"/>
                </a:lnTo>
                <a:lnTo>
                  <a:pt x="1373909" y="801446"/>
                </a:lnTo>
                <a:lnTo>
                  <a:pt x="1419706" y="927317"/>
                </a:lnTo>
                <a:lnTo>
                  <a:pt x="1465503" y="1202303"/>
                </a:lnTo>
                <a:lnTo>
                  <a:pt x="1511300" y="840296"/>
                </a:lnTo>
                <a:lnTo>
                  <a:pt x="1557097" y="761787"/>
                </a:lnTo>
                <a:lnTo>
                  <a:pt x="1602894" y="669965"/>
                </a:lnTo>
                <a:lnTo>
                  <a:pt x="1648691" y="377666"/>
                </a:lnTo>
                <a:lnTo>
                  <a:pt x="1694488" y="449153"/>
                </a:lnTo>
                <a:lnTo>
                  <a:pt x="1740285" y="325622"/>
                </a:lnTo>
                <a:lnTo>
                  <a:pt x="1786082" y="189402"/>
                </a:lnTo>
                <a:lnTo>
                  <a:pt x="1831879" y="0"/>
                </a:lnTo>
                <a:lnTo>
                  <a:pt x="1877676" y="465238"/>
                </a:lnTo>
                <a:lnTo>
                  <a:pt x="1923473" y="215560"/>
                </a:lnTo>
                <a:lnTo>
                  <a:pt x="1969270" y="302500"/>
                </a:lnTo>
                <a:lnTo>
                  <a:pt x="2015067" y="923836"/>
                </a:lnTo>
                <a:lnTo>
                  <a:pt x="2060864" y="530978"/>
                </a:lnTo>
                <a:lnTo>
                  <a:pt x="2106661" y="838655"/>
                </a:lnTo>
                <a:lnTo>
                  <a:pt x="2152458" y="710595"/>
                </a:lnTo>
                <a:lnTo>
                  <a:pt x="2198255" y="760918"/>
                </a:lnTo>
                <a:lnTo>
                  <a:pt x="2244052" y="1017522"/>
                </a:lnTo>
                <a:lnTo>
                  <a:pt x="2289848" y="501814"/>
                </a:lnTo>
                <a:lnTo>
                  <a:pt x="2335645" y="876104"/>
                </a:lnTo>
                <a:lnTo>
                  <a:pt x="2381442" y="517566"/>
                </a:lnTo>
                <a:lnTo>
                  <a:pt x="2427239" y="609852"/>
                </a:lnTo>
                <a:lnTo>
                  <a:pt x="2473036" y="319597"/>
                </a:lnTo>
                <a:lnTo>
                  <a:pt x="2518833" y="137757"/>
                </a:lnTo>
                <a:lnTo>
                  <a:pt x="2564630" y="131248"/>
                </a:lnTo>
                <a:lnTo>
                  <a:pt x="2610427" y="517832"/>
                </a:lnTo>
                <a:lnTo>
                  <a:pt x="2656224" y="796018"/>
                </a:lnTo>
                <a:lnTo>
                  <a:pt x="2702021" y="509890"/>
                </a:lnTo>
                <a:lnTo>
                  <a:pt x="2747818" y="1185938"/>
                </a:lnTo>
                <a:lnTo>
                  <a:pt x="2793615" y="831894"/>
                </a:lnTo>
                <a:lnTo>
                  <a:pt x="2839412" y="656542"/>
                </a:lnTo>
                <a:lnTo>
                  <a:pt x="2885209" y="563880"/>
                </a:lnTo>
                <a:lnTo>
                  <a:pt x="2931006" y="1076124"/>
                </a:lnTo>
                <a:lnTo>
                  <a:pt x="2976803" y="383448"/>
                </a:lnTo>
                <a:lnTo>
                  <a:pt x="3022600" y="543124"/>
                </a:lnTo>
                <a:lnTo>
                  <a:pt x="3068397" y="270190"/>
                </a:lnTo>
                <a:lnTo>
                  <a:pt x="3114194" y="584044"/>
                </a:lnTo>
                <a:lnTo>
                  <a:pt x="3159991" y="73425"/>
                </a:lnTo>
                <a:lnTo>
                  <a:pt x="3205788" y="130559"/>
                </a:lnTo>
                <a:lnTo>
                  <a:pt x="3251585" y="288203"/>
                </a:lnTo>
                <a:lnTo>
                  <a:pt x="3297382" y="516772"/>
                </a:lnTo>
                <a:lnTo>
                  <a:pt x="3343179" y="925379"/>
                </a:lnTo>
                <a:lnTo>
                  <a:pt x="3388976" y="746278"/>
                </a:lnTo>
                <a:lnTo>
                  <a:pt x="3434773" y="656321"/>
                </a:lnTo>
                <a:lnTo>
                  <a:pt x="3480570" y="1051295"/>
                </a:lnTo>
                <a:lnTo>
                  <a:pt x="3526367" y="1016160"/>
                </a:lnTo>
                <a:lnTo>
                  <a:pt x="3572164" y="901429"/>
                </a:lnTo>
                <a:lnTo>
                  <a:pt x="3617961" y="849786"/>
                </a:lnTo>
                <a:lnTo>
                  <a:pt x="3663758" y="549819"/>
                </a:lnTo>
                <a:lnTo>
                  <a:pt x="3709555" y="699225"/>
                </a:lnTo>
                <a:lnTo>
                  <a:pt x="3755352" y="146652"/>
                </a:lnTo>
                <a:lnTo>
                  <a:pt x="3801148" y="311112"/>
                </a:lnTo>
                <a:lnTo>
                  <a:pt x="3846945" y="413627"/>
                </a:lnTo>
                <a:lnTo>
                  <a:pt x="3892742" y="105497"/>
                </a:lnTo>
                <a:lnTo>
                  <a:pt x="3938539" y="609265"/>
                </a:lnTo>
                <a:lnTo>
                  <a:pt x="3984336" y="865221"/>
                </a:lnTo>
                <a:lnTo>
                  <a:pt x="4030133" y="564970"/>
                </a:lnTo>
                <a:lnTo>
                  <a:pt x="4075930" y="625892"/>
                </a:lnTo>
                <a:lnTo>
                  <a:pt x="4121727" y="755541"/>
                </a:lnTo>
                <a:lnTo>
                  <a:pt x="4167524" y="607803"/>
                </a:lnTo>
                <a:lnTo>
                  <a:pt x="4213321" y="675288"/>
                </a:lnTo>
                <a:lnTo>
                  <a:pt x="4259118" y="683545"/>
                </a:lnTo>
                <a:lnTo>
                  <a:pt x="4304915" y="874749"/>
                </a:lnTo>
                <a:lnTo>
                  <a:pt x="4350712" y="164010"/>
                </a:lnTo>
                <a:lnTo>
                  <a:pt x="4396509" y="507564"/>
                </a:lnTo>
                <a:lnTo>
                  <a:pt x="4442306" y="160465"/>
                </a:lnTo>
                <a:lnTo>
                  <a:pt x="4488103" y="90831"/>
                </a:lnTo>
                <a:lnTo>
                  <a:pt x="4533900" y="652661"/>
                </a:lnTo>
              </a:path>
            </a:pathLst>
          </a:custGeom>
          <a:noFill/>
          <a:ln w="13847">
            <a:solidFill>
              <a:srgbClr val="9C3E76"/>
            </a:solidFill>
            <a:prstDash val="dash"/>
          </a:ln>
        </p:spPr>
      </p:sp>
      <p:sp>
        <p:nvSpPr>
          <p:cNvPr id="8" name="p13_path_8">
            <a:extLst>
              <a:ext uri="{FF2B5EF4-FFF2-40B4-BE49-F238E27FC236}">
                <a16:creationId xmlns:a16="http://schemas.microsoft.com/office/drawing/2014/main" id="{BE9A7838-6CEB-46F5-B533-1564965B3963}"/>
              </a:ext>
            </a:extLst>
          </p:cNvPr>
          <p:cNvSpPr>
            <a:spLocks/>
          </p:cNvSpPr>
          <p:nvPr/>
        </p:nvSpPr>
        <p:spPr>
          <a:xfrm>
            <a:off x="473719" y="2091654"/>
            <a:ext cx="247792" cy="729"/>
          </a:xfrm>
          <a:custGeom>
            <a:avLst/>
            <a:gdLst/>
            <a:ahLst/>
            <a:cxnLst/>
            <a:rect l="0" t="0" r="0" b="0"/>
            <a:pathLst>
              <a:path w="323850" h="953">
                <a:moveTo>
                  <a:pt x="0" y="0"/>
                </a:moveTo>
                <a:lnTo>
                  <a:pt x="323850" y="0"/>
                </a:lnTo>
              </a:path>
            </a:pathLst>
          </a:custGeom>
          <a:noFill/>
          <a:ln w="14576">
            <a:solidFill>
              <a:srgbClr val="394D93"/>
            </a:solidFill>
            <a:prstDash val="solid"/>
          </a:ln>
        </p:spPr>
      </p:sp>
      <p:sp>
        <p:nvSpPr>
          <p:cNvPr id="9" name="p13_path_9">
            <a:extLst>
              <a:ext uri="{FF2B5EF4-FFF2-40B4-BE49-F238E27FC236}">
                <a16:creationId xmlns:a16="http://schemas.microsoft.com/office/drawing/2014/main" id="{E03F1DE8-2064-4451-8E1C-6B3F089D1D99}"/>
              </a:ext>
            </a:extLst>
          </p:cNvPr>
          <p:cNvSpPr>
            <a:spLocks/>
          </p:cNvSpPr>
          <p:nvPr/>
        </p:nvSpPr>
        <p:spPr>
          <a:xfrm>
            <a:off x="1428446" y="2091654"/>
            <a:ext cx="255080" cy="729"/>
          </a:xfrm>
          <a:custGeom>
            <a:avLst/>
            <a:gdLst/>
            <a:ahLst/>
            <a:cxnLst/>
            <a:rect l="0" t="0" r="0" b="0"/>
            <a:pathLst>
              <a:path w="333375" h="953">
                <a:moveTo>
                  <a:pt x="0" y="0"/>
                </a:moveTo>
                <a:lnTo>
                  <a:pt x="333375" y="0"/>
                </a:lnTo>
              </a:path>
            </a:pathLst>
          </a:custGeom>
          <a:noFill/>
          <a:ln w="14576">
            <a:solidFill>
              <a:srgbClr val="9C3E76"/>
            </a:solidFill>
            <a:prstDash val="dash"/>
          </a:ln>
        </p:spPr>
      </p:sp>
      <p:sp>
        <p:nvSpPr>
          <p:cNvPr id="10" name="p13_path_10">
            <a:extLst>
              <a:ext uri="{FF2B5EF4-FFF2-40B4-BE49-F238E27FC236}">
                <a16:creationId xmlns:a16="http://schemas.microsoft.com/office/drawing/2014/main" id="{06A68095-5C7A-4B30-9FA6-338F0C21E725}"/>
              </a:ext>
            </a:extLst>
          </p:cNvPr>
          <p:cNvSpPr>
            <a:spLocks/>
          </p:cNvSpPr>
          <p:nvPr/>
        </p:nvSpPr>
        <p:spPr>
          <a:xfrm>
            <a:off x="357112" y="4885102"/>
            <a:ext cx="3760604" cy="235025"/>
          </a:xfrm>
          <a:custGeom>
            <a:avLst/>
            <a:gdLst/>
            <a:ahLst/>
            <a:cxnLst/>
            <a:rect l="0" t="0" r="0" b="0"/>
            <a:pathLst>
              <a:path w="4914900" h="307165">
                <a:moveTo>
                  <a:pt x="0" y="81310"/>
                </a:moveTo>
                <a:lnTo>
                  <a:pt x="49645" y="80327"/>
                </a:lnTo>
                <a:lnTo>
                  <a:pt x="99291" y="167484"/>
                </a:lnTo>
                <a:lnTo>
                  <a:pt x="148936" y="160012"/>
                </a:lnTo>
                <a:lnTo>
                  <a:pt x="198582" y="217381"/>
                </a:lnTo>
                <a:lnTo>
                  <a:pt x="248227" y="59354"/>
                </a:lnTo>
                <a:lnTo>
                  <a:pt x="297873" y="164833"/>
                </a:lnTo>
                <a:lnTo>
                  <a:pt x="347518" y="55693"/>
                </a:lnTo>
                <a:lnTo>
                  <a:pt x="397164" y="210162"/>
                </a:lnTo>
                <a:lnTo>
                  <a:pt x="446809" y="0"/>
                </a:lnTo>
                <a:lnTo>
                  <a:pt x="496455" y="227248"/>
                </a:lnTo>
                <a:lnTo>
                  <a:pt x="546100" y="144403"/>
                </a:lnTo>
                <a:lnTo>
                  <a:pt x="595745" y="257998"/>
                </a:lnTo>
                <a:lnTo>
                  <a:pt x="645391" y="52966"/>
                </a:lnTo>
                <a:lnTo>
                  <a:pt x="695036" y="181785"/>
                </a:lnTo>
                <a:lnTo>
                  <a:pt x="744682" y="124426"/>
                </a:lnTo>
                <a:lnTo>
                  <a:pt x="794327" y="154545"/>
                </a:lnTo>
                <a:lnTo>
                  <a:pt x="843973" y="148770"/>
                </a:lnTo>
                <a:lnTo>
                  <a:pt x="893618" y="115352"/>
                </a:lnTo>
                <a:lnTo>
                  <a:pt x="943264" y="287532"/>
                </a:lnTo>
                <a:lnTo>
                  <a:pt x="992909" y="228794"/>
                </a:lnTo>
                <a:lnTo>
                  <a:pt x="1042555" y="272783"/>
                </a:lnTo>
                <a:lnTo>
                  <a:pt x="1092200" y="904"/>
                </a:lnTo>
                <a:lnTo>
                  <a:pt x="1141845" y="238231"/>
                </a:lnTo>
                <a:lnTo>
                  <a:pt x="1191491" y="14575"/>
                </a:lnTo>
                <a:lnTo>
                  <a:pt x="1241136" y="87233"/>
                </a:lnTo>
                <a:lnTo>
                  <a:pt x="1290782" y="39444"/>
                </a:lnTo>
                <a:lnTo>
                  <a:pt x="1340427" y="209595"/>
                </a:lnTo>
                <a:lnTo>
                  <a:pt x="1390073" y="251643"/>
                </a:lnTo>
                <a:lnTo>
                  <a:pt x="1439718" y="206351"/>
                </a:lnTo>
                <a:lnTo>
                  <a:pt x="1489364" y="181998"/>
                </a:lnTo>
                <a:lnTo>
                  <a:pt x="1539009" y="299944"/>
                </a:lnTo>
                <a:lnTo>
                  <a:pt x="1588655" y="168677"/>
                </a:lnTo>
                <a:lnTo>
                  <a:pt x="1638300" y="19888"/>
                </a:lnTo>
                <a:lnTo>
                  <a:pt x="1687945" y="182130"/>
                </a:lnTo>
                <a:lnTo>
                  <a:pt x="1737591" y="209579"/>
                </a:lnTo>
                <a:lnTo>
                  <a:pt x="1787236" y="174871"/>
                </a:lnTo>
                <a:lnTo>
                  <a:pt x="1836882" y="143886"/>
                </a:lnTo>
                <a:lnTo>
                  <a:pt x="1886527" y="47327"/>
                </a:lnTo>
                <a:lnTo>
                  <a:pt x="1936173" y="262547"/>
                </a:lnTo>
                <a:lnTo>
                  <a:pt x="1985818" y="194246"/>
                </a:lnTo>
                <a:lnTo>
                  <a:pt x="2035464" y="181423"/>
                </a:lnTo>
                <a:lnTo>
                  <a:pt x="2085109" y="211580"/>
                </a:lnTo>
                <a:lnTo>
                  <a:pt x="2134755" y="207871"/>
                </a:lnTo>
                <a:lnTo>
                  <a:pt x="2184400" y="180879"/>
                </a:lnTo>
                <a:lnTo>
                  <a:pt x="2234045" y="28231"/>
                </a:lnTo>
                <a:lnTo>
                  <a:pt x="2283691" y="205341"/>
                </a:lnTo>
                <a:lnTo>
                  <a:pt x="2333336" y="173660"/>
                </a:lnTo>
                <a:lnTo>
                  <a:pt x="2382982" y="70097"/>
                </a:lnTo>
                <a:lnTo>
                  <a:pt x="2432627" y="242497"/>
                </a:lnTo>
                <a:lnTo>
                  <a:pt x="2482273" y="293830"/>
                </a:lnTo>
                <a:lnTo>
                  <a:pt x="2531918" y="112534"/>
                </a:lnTo>
                <a:lnTo>
                  <a:pt x="2581564" y="243121"/>
                </a:lnTo>
                <a:lnTo>
                  <a:pt x="2631209" y="196567"/>
                </a:lnTo>
                <a:lnTo>
                  <a:pt x="2680855" y="23284"/>
                </a:lnTo>
                <a:lnTo>
                  <a:pt x="2730500" y="83510"/>
                </a:lnTo>
                <a:lnTo>
                  <a:pt x="2780145" y="228268"/>
                </a:lnTo>
                <a:lnTo>
                  <a:pt x="2829791" y="295222"/>
                </a:lnTo>
                <a:lnTo>
                  <a:pt x="2879436" y="174338"/>
                </a:lnTo>
                <a:lnTo>
                  <a:pt x="2929082" y="49074"/>
                </a:lnTo>
                <a:lnTo>
                  <a:pt x="2978727" y="304671"/>
                </a:lnTo>
                <a:lnTo>
                  <a:pt x="3028373" y="269378"/>
                </a:lnTo>
                <a:lnTo>
                  <a:pt x="3078018" y="33919"/>
                </a:lnTo>
                <a:lnTo>
                  <a:pt x="3127664" y="128429"/>
                </a:lnTo>
                <a:lnTo>
                  <a:pt x="3177309" y="143139"/>
                </a:lnTo>
                <a:lnTo>
                  <a:pt x="3226955" y="297957"/>
                </a:lnTo>
                <a:lnTo>
                  <a:pt x="3276600" y="73266"/>
                </a:lnTo>
                <a:lnTo>
                  <a:pt x="3326245" y="141643"/>
                </a:lnTo>
                <a:lnTo>
                  <a:pt x="3375891" y="242274"/>
                </a:lnTo>
                <a:lnTo>
                  <a:pt x="3425536" y="243197"/>
                </a:lnTo>
                <a:lnTo>
                  <a:pt x="3475182" y="227238"/>
                </a:lnTo>
                <a:lnTo>
                  <a:pt x="3524827" y="165792"/>
                </a:lnTo>
                <a:lnTo>
                  <a:pt x="3574473" y="138455"/>
                </a:lnTo>
                <a:lnTo>
                  <a:pt x="3624118" y="163675"/>
                </a:lnTo>
                <a:lnTo>
                  <a:pt x="3673764" y="274101"/>
                </a:lnTo>
                <a:lnTo>
                  <a:pt x="3723409" y="157731"/>
                </a:lnTo>
                <a:lnTo>
                  <a:pt x="3773055" y="239927"/>
                </a:lnTo>
                <a:lnTo>
                  <a:pt x="3822700" y="42664"/>
                </a:lnTo>
                <a:lnTo>
                  <a:pt x="3872345" y="155890"/>
                </a:lnTo>
                <a:lnTo>
                  <a:pt x="3921991" y="208556"/>
                </a:lnTo>
                <a:lnTo>
                  <a:pt x="3971636" y="171471"/>
                </a:lnTo>
                <a:lnTo>
                  <a:pt x="4021282" y="179876"/>
                </a:lnTo>
                <a:lnTo>
                  <a:pt x="4070927" y="29694"/>
                </a:lnTo>
                <a:lnTo>
                  <a:pt x="4120573" y="264495"/>
                </a:lnTo>
                <a:lnTo>
                  <a:pt x="4170218" y="11840"/>
                </a:lnTo>
                <a:lnTo>
                  <a:pt x="4219864" y="28192"/>
                </a:lnTo>
                <a:lnTo>
                  <a:pt x="4269509" y="230274"/>
                </a:lnTo>
                <a:lnTo>
                  <a:pt x="4319155" y="99200"/>
                </a:lnTo>
                <a:lnTo>
                  <a:pt x="4368800" y="274807"/>
                </a:lnTo>
                <a:lnTo>
                  <a:pt x="4418445" y="199843"/>
                </a:lnTo>
                <a:lnTo>
                  <a:pt x="4468091" y="154250"/>
                </a:lnTo>
                <a:lnTo>
                  <a:pt x="4517736" y="88375"/>
                </a:lnTo>
                <a:lnTo>
                  <a:pt x="4567382" y="307165"/>
                </a:lnTo>
                <a:lnTo>
                  <a:pt x="4617027" y="274993"/>
                </a:lnTo>
                <a:lnTo>
                  <a:pt x="4666673" y="146756"/>
                </a:lnTo>
                <a:lnTo>
                  <a:pt x="4716318" y="295315"/>
                </a:lnTo>
                <a:lnTo>
                  <a:pt x="4765964" y="159688"/>
                </a:lnTo>
                <a:lnTo>
                  <a:pt x="4815609" y="101564"/>
                </a:lnTo>
                <a:lnTo>
                  <a:pt x="4865255" y="252157"/>
                </a:lnTo>
                <a:lnTo>
                  <a:pt x="4914900" y="134508"/>
                </a:lnTo>
              </a:path>
            </a:pathLst>
          </a:custGeom>
          <a:noFill/>
          <a:ln w="13847">
            <a:solidFill>
              <a:srgbClr val="9C3E76"/>
            </a:solidFill>
            <a:prstDash val="solid"/>
          </a:ln>
        </p:spPr>
      </p:sp>
      <p:sp>
        <p:nvSpPr>
          <p:cNvPr id="11" name="p13_path_11">
            <a:extLst>
              <a:ext uri="{FF2B5EF4-FFF2-40B4-BE49-F238E27FC236}">
                <a16:creationId xmlns:a16="http://schemas.microsoft.com/office/drawing/2014/main" id="{B440A79D-FA43-42C1-A6F9-356843412574}"/>
              </a:ext>
            </a:extLst>
          </p:cNvPr>
          <p:cNvSpPr>
            <a:spLocks/>
          </p:cNvSpPr>
          <p:nvPr/>
        </p:nvSpPr>
        <p:spPr>
          <a:xfrm>
            <a:off x="4409235" y="3323324"/>
            <a:ext cx="437279" cy="729"/>
          </a:xfrm>
          <a:custGeom>
            <a:avLst/>
            <a:gdLst/>
            <a:ahLst/>
            <a:cxnLst/>
            <a:rect l="0" t="0" r="0" b="0"/>
            <a:pathLst>
              <a:path w="571500" h="953">
                <a:moveTo>
                  <a:pt x="0" y="0"/>
                </a:moveTo>
                <a:lnTo>
                  <a:pt x="571500" y="0"/>
                </a:lnTo>
              </a:path>
            </a:pathLst>
          </a:custGeom>
          <a:noFill/>
          <a:ln w="18220">
            <a:solidFill>
              <a:srgbClr val="9C3E76"/>
            </a:solidFill>
            <a:prstDash val="solid"/>
          </a:ln>
        </p:spPr>
      </p:sp>
      <p:sp>
        <p:nvSpPr>
          <p:cNvPr id="12" name="p13_path_12">
            <a:extLst>
              <a:ext uri="{FF2B5EF4-FFF2-40B4-BE49-F238E27FC236}">
                <a16:creationId xmlns:a16="http://schemas.microsoft.com/office/drawing/2014/main" id="{1746ECE8-81CC-47B7-A51C-7307FDF5E2A5}"/>
              </a:ext>
            </a:extLst>
          </p:cNvPr>
          <p:cNvSpPr>
            <a:spLocks/>
          </p:cNvSpPr>
          <p:nvPr/>
        </p:nvSpPr>
        <p:spPr>
          <a:xfrm>
            <a:off x="4759058" y="3284844"/>
            <a:ext cx="87456" cy="76961"/>
          </a:xfrm>
          <a:custGeom>
            <a:avLst/>
            <a:gdLst/>
            <a:ahLst/>
            <a:cxnLst/>
            <a:rect l="0" t="0" r="0" b="0"/>
            <a:pathLst>
              <a:path w="114300" h="100584">
                <a:moveTo>
                  <a:pt x="114300" y="50292"/>
                </a:moveTo>
                <a:lnTo>
                  <a:pt x="0" y="100584"/>
                </a:lnTo>
                <a:lnTo>
                  <a:pt x="0" y="0"/>
                </a:lnTo>
                <a:close/>
              </a:path>
            </a:pathLst>
          </a:custGeom>
          <a:solidFill>
            <a:srgbClr val="9C3E76"/>
          </a:solidFill>
          <a:ln w="0">
            <a:noFill/>
            <a:prstDash val="solid"/>
          </a:ln>
        </p:spPr>
      </p:sp>
      <p:sp>
        <p:nvSpPr>
          <p:cNvPr id="13" name="p13_rect_13">
            <a:extLst>
              <a:ext uri="{FF2B5EF4-FFF2-40B4-BE49-F238E27FC236}">
                <a16:creationId xmlns:a16="http://schemas.microsoft.com/office/drawing/2014/main" id="{13E9FB93-79BE-4E4B-85F5-A3C44FA3C84A}"/>
              </a:ext>
            </a:extLst>
          </p:cNvPr>
          <p:cNvSpPr>
            <a:spLocks/>
          </p:cNvSpPr>
          <p:nvPr/>
        </p:nvSpPr>
        <p:spPr>
          <a:xfrm>
            <a:off x="5036002" y="1144215"/>
            <a:ext cx="6945456" cy="4307203"/>
          </a:xfrm>
          <a:prstGeom prst="roundRect">
            <a:avLst>
              <a:gd name="adj" fmla="val 2369"/>
            </a:avLst>
          </a:prstGeom>
          <a:gradFill>
            <a:gsLst>
              <a:gs pos="0">
                <a:srgbClr val="FEFEFF"/>
              </a:gs>
              <a:gs pos="100000">
                <a:srgbClr val="EDF0F8"/>
              </a:gs>
            </a:gsLst>
            <a:lin ang="5400000"/>
          </a:gradFill>
          <a:ln w="12390">
            <a:solidFill>
              <a:srgbClr val="172956"/>
            </a:solidFill>
            <a:prstDash val="solid"/>
          </a:ln>
        </p:spPr>
      </p:sp>
      <p:sp>
        <p:nvSpPr>
          <p:cNvPr id="14" name="p13_rect_14">
            <a:extLst>
              <a:ext uri="{FF2B5EF4-FFF2-40B4-BE49-F238E27FC236}">
                <a16:creationId xmlns:a16="http://schemas.microsoft.com/office/drawing/2014/main" id="{D6339F79-3FEB-4602-BEB6-F55BFACF6F4F}"/>
              </a:ext>
            </a:extLst>
          </p:cNvPr>
          <p:cNvSpPr>
            <a:spLocks/>
          </p:cNvSpPr>
          <p:nvPr/>
        </p:nvSpPr>
        <p:spPr>
          <a:xfrm>
            <a:off x="5218202" y="2026062"/>
            <a:ext cx="6573768" cy="1348278"/>
          </a:xfrm>
          <a:prstGeom prst="roundRect">
            <a:avLst>
              <a:gd name="adj" fmla="val 4865"/>
            </a:avLst>
          </a:prstGeom>
          <a:solidFill>
            <a:srgbClr val="FFFFFF"/>
          </a:solidFill>
          <a:ln w="7288">
            <a:solidFill>
              <a:srgbClr val="8599C3"/>
            </a:solidFill>
            <a:prstDash val="solid"/>
          </a:ln>
        </p:spPr>
      </p:sp>
      <p:sp>
        <p:nvSpPr>
          <p:cNvPr id="15" name="p13_path_15">
            <a:extLst>
              <a:ext uri="{FF2B5EF4-FFF2-40B4-BE49-F238E27FC236}">
                <a16:creationId xmlns:a16="http://schemas.microsoft.com/office/drawing/2014/main" id="{AD543607-E7CD-4043-8209-1FAEA0D70882}"/>
              </a:ext>
            </a:extLst>
          </p:cNvPr>
          <p:cNvSpPr>
            <a:spLocks/>
          </p:cNvSpPr>
          <p:nvPr/>
        </p:nvSpPr>
        <p:spPr>
          <a:xfrm>
            <a:off x="5371250" y="2678310"/>
            <a:ext cx="2813165" cy="370890"/>
          </a:xfrm>
          <a:custGeom>
            <a:avLst/>
            <a:gdLst/>
            <a:ahLst/>
            <a:cxnLst/>
            <a:rect l="0" t="0" r="0" b="0"/>
            <a:pathLst>
              <a:path w="3676650" h="484733">
                <a:moveTo>
                  <a:pt x="0" y="250113"/>
                </a:moveTo>
                <a:lnTo>
                  <a:pt x="28950" y="78254"/>
                </a:lnTo>
                <a:lnTo>
                  <a:pt x="57900" y="208346"/>
                </a:lnTo>
                <a:lnTo>
                  <a:pt x="86850" y="170926"/>
                </a:lnTo>
                <a:lnTo>
                  <a:pt x="115800" y="303521"/>
                </a:lnTo>
                <a:lnTo>
                  <a:pt x="144750" y="19060"/>
                </a:lnTo>
                <a:lnTo>
                  <a:pt x="173700" y="70439"/>
                </a:lnTo>
                <a:lnTo>
                  <a:pt x="202650" y="238586"/>
                </a:lnTo>
                <a:lnTo>
                  <a:pt x="231600" y="246742"/>
                </a:lnTo>
                <a:lnTo>
                  <a:pt x="260550" y="164763"/>
                </a:lnTo>
                <a:lnTo>
                  <a:pt x="289500" y="341385"/>
                </a:lnTo>
                <a:lnTo>
                  <a:pt x="318450" y="312271"/>
                </a:lnTo>
                <a:lnTo>
                  <a:pt x="347400" y="69458"/>
                </a:lnTo>
                <a:lnTo>
                  <a:pt x="376350" y="287158"/>
                </a:lnTo>
                <a:lnTo>
                  <a:pt x="405300" y="479152"/>
                </a:lnTo>
                <a:lnTo>
                  <a:pt x="434250" y="193854"/>
                </a:lnTo>
                <a:lnTo>
                  <a:pt x="463200" y="377770"/>
                </a:lnTo>
                <a:lnTo>
                  <a:pt x="492150" y="192419"/>
                </a:lnTo>
                <a:lnTo>
                  <a:pt x="521100" y="129096"/>
                </a:lnTo>
                <a:lnTo>
                  <a:pt x="550050" y="218208"/>
                </a:lnTo>
                <a:lnTo>
                  <a:pt x="579000" y="149179"/>
                </a:lnTo>
                <a:lnTo>
                  <a:pt x="607950" y="157454"/>
                </a:lnTo>
                <a:lnTo>
                  <a:pt x="636900" y="30698"/>
                </a:lnTo>
                <a:lnTo>
                  <a:pt x="665850" y="122421"/>
                </a:lnTo>
                <a:lnTo>
                  <a:pt x="694800" y="436699"/>
                </a:lnTo>
                <a:lnTo>
                  <a:pt x="723750" y="0"/>
                </a:lnTo>
                <a:lnTo>
                  <a:pt x="752700" y="119483"/>
                </a:lnTo>
                <a:lnTo>
                  <a:pt x="781650" y="437269"/>
                </a:lnTo>
                <a:lnTo>
                  <a:pt x="810600" y="406568"/>
                </a:lnTo>
                <a:lnTo>
                  <a:pt x="839550" y="238093"/>
                </a:lnTo>
                <a:lnTo>
                  <a:pt x="868500" y="26706"/>
                </a:lnTo>
                <a:lnTo>
                  <a:pt x="897450" y="478164"/>
                </a:lnTo>
                <a:lnTo>
                  <a:pt x="926400" y="413107"/>
                </a:lnTo>
                <a:lnTo>
                  <a:pt x="955350" y="335528"/>
                </a:lnTo>
                <a:lnTo>
                  <a:pt x="984300" y="191523"/>
                </a:lnTo>
                <a:lnTo>
                  <a:pt x="1013250" y="130275"/>
                </a:lnTo>
                <a:lnTo>
                  <a:pt x="1042200" y="211513"/>
                </a:lnTo>
                <a:lnTo>
                  <a:pt x="1071150" y="186011"/>
                </a:lnTo>
                <a:lnTo>
                  <a:pt x="1100100" y="206664"/>
                </a:lnTo>
                <a:lnTo>
                  <a:pt x="1129050" y="240576"/>
                </a:lnTo>
                <a:lnTo>
                  <a:pt x="1158000" y="392074"/>
                </a:lnTo>
                <a:lnTo>
                  <a:pt x="1186950" y="77803"/>
                </a:lnTo>
                <a:lnTo>
                  <a:pt x="1215900" y="213147"/>
                </a:lnTo>
                <a:lnTo>
                  <a:pt x="1244850" y="230001"/>
                </a:lnTo>
                <a:lnTo>
                  <a:pt x="1273800" y="285516"/>
                </a:lnTo>
                <a:lnTo>
                  <a:pt x="1302750" y="142624"/>
                </a:lnTo>
                <a:lnTo>
                  <a:pt x="1331700" y="248731"/>
                </a:lnTo>
                <a:lnTo>
                  <a:pt x="1360650" y="242987"/>
                </a:lnTo>
                <a:lnTo>
                  <a:pt x="1389600" y="177792"/>
                </a:lnTo>
                <a:lnTo>
                  <a:pt x="1418550" y="169932"/>
                </a:lnTo>
                <a:lnTo>
                  <a:pt x="1447500" y="178205"/>
                </a:lnTo>
                <a:lnTo>
                  <a:pt x="1476450" y="317908"/>
                </a:lnTo>
                <a:lnTo>
                  <a:pt x="1505400" y="348467"/>
                </a:lnTo>
                <a:lnTo>
                  <a:pt x="1534350" y="54771"/>
                </a:lnTo>
                <a:lnTo>
                  <a:pt x="1563300" y="259160"/>
                </a:lnTo>
                <a:lnTo>
                  <a:pt x="1592250" y="217871"/>
                </a:lnTo>
                <a:lnTo>
                  <a:pt x="1621200" y="112441"/>
                </a:lnTo>
                <a:lnTo>
                  <a:pt x="1650150" y="44002"/>
                </a:lnTo>
                <a:lnTo>
                  <a:pt x="1679100" y="312773"/>
                </a:lnTo>
                <a:lnTo>
                  <a:pt x="1708050" y="6193"/>
                </a:lnTo>
                <a:lnTo>
                  <a:pt x="1737000" y="412585"/>
                </a:lnTo>
                <a:lnTo>
                  <a:pt x="1765950" y="313544"/>
                </a:lnTo>
                <a:lnTo>
                  <a:pt x="1794900" y="250310"/>
                </a:lnTo>
                <a:lnTo>
                  <a:pt x="1823850" y="347460"/>
                </a:lnTo>
                <a:lnTo>
                  <a:pt x="1852800" y="148126"/>
                </a:lnTo>
                <a:lnTo>
                  <a:pt x="1881750" y="267378"/>
                </a:lnTo>
                <a:lnTo>
                  <a:pt x="1910700" y="170067"/>
                </a:lnTo>
                <a:lnTo>
                  <a:pt x="1939650" y="411792"/>
                </a:lnTo>
                <a:lnTo>
                  <a:pt x="1968600" y="329393"/>
                </a:lnTo>
                <a:lnTo>
                  <a:pt x="1997550" y="278374"/>
                </a:lnTo>
                <a:lnTo>
                  <a:pt x="2026500" y="78396"/>
                </a:lnTo>
                <a:lnTo>
                  <a:pt x="2055450" y="454435"/>
                </a:lnTo>
                <a:lnTo>
                  <a:pt x="2084400" y="114086"/>
                </a:lnTo>
                <a:lnTo>
                  <a:pt x="2113350" y="132014"/>
                </a:lnTo>
                <a:lnTo>
                  <a:pt x="2142300" y="146587"/>
                </a:lnTo>
                <a:lnTo>
                  <a:pt x="2171250" y="328195"/>
                </a:lnTo>
                <a:lnTo>
                  <a:pt x="2200200" y="41611"/>
                </a:lnTo>
                <a:lnTo>
                  <a:pt x="2229150" y="80500"/>
                </a:lnTo>
                <a:lnTo>
                  <a:pt x="2258100" y="331334"/>
                </a:lnTo>
                <a:lnTo>
                  <a:pt x="2287050" y="265313"/>
                </a:lnTo>
                <a:lnTo>
                  <a:pt x="2316000" y="198454"/>
                </a:lnTo>
                <a:lnTo>
                  <a:pt x="2344950" y="484642"/>
                </a:lnTo>
                <a:lnTo>
                  <a:pt x="2373900" y="25353"/>
                </a:lnTo>
                <a:lnTo>
                  <a:pt x="2402850" y="335211"/>
                </a:lnTo>
                <a:lnTo>
                  <a:pt x="2431800" y="49587"/>
                </a:lnTo>
                <a:lnTo>
                  <a:pt x="2460750" y="311696"/>
                </a:lnTo>
                <a:lnTo>
                  <a:pt x="2489700" y="243691"/>
                </a:lnTo>
                <a:lnTo>
                  <a:pt x="2518650" y="256149"/>
                </a:lnTo>
                <a:lnTo>
                  <a:pt x="2547600" y="173424"/>
                </a:lnTo>
                <a:lnTo>
                  <a:pt x="2576550" y="28852"/>
                </a:lnTo>
                <a:lnTo>
                  <a:pt x="2605500" y="430750"/>
                </a:lnTo>
                <a:lnTo>
                  <a:pt x="2634450" y="135426"/>
                </a:lnTo>
                <a:lnTo>
                  <a:pt x="2663400" y="130768"/>
                </a:lnTo>
                <a:lnTo>
                  <a:pt x="2692350" y="88629"/>
                </a:lnTo>
                <a:lnTo>
                  <a:pt x="2721300" y="484733"/>
                </a:lnTo>
                <a:lnTo>
                  <a:pt x="2750250" y="138317"/>
                </a:lnTo>
                <a:lnTo>
                  <a:pt x="2779200" y="306082"/>
                </a:lnTo>
                <a:lnTo>
                  <a:pt x="2808150" y="300665"/>
                </a:lnTo>
                <a:lnTo>
                  <a:pt x="2837100" y="329726"/>
                </a:lnTo>
                <a:lnTo>
                  <a:pt x="2866050" y="395986"/>
                </a:lnTo>
                <a:lnTo>
                  <a:pt x="2895000" y="235206"/>
                </a:lnTo>
                <a:lnTo>
                  <a:pt x="2923950" y="358104"/>
                </a:lnTo>
                <a:lnTo>
                  <a:pt x="2952900" y="31328"/>
                </a:lnTo>
                <a:lnTo>
                  <a:pt x="2981850" y="378474"/>
                </a:lnTo>
                <a:lnTo>
                  <a:pt x="3010800" y="31911"/>
                </a:lnTo>
                <a:lnTo>
                  <a:pt x="3039750" y="193008"/>
                </a:lnTo>
                <a:lnTo>
                  <a:pt x="3068700" y="386833"/>
                </a:lnTo>
                <a:lnTo>
                  <a:pt x="3097650" y="268944"/>
                </a:lnTo>
                <a:lnTo>
                  <a:pt x="3126600" y="124486"/>
                </a:lnTo>
                <a:lnTo>
                  <a:pt x="3155550" y="183812"/>
                </a:lnTo>
                <a:lnTo>
                  <a:pt x="3184500" y="365823"/>
                </a:lnTo>
                <a:lnTo>
                  <a:pt x="3213450" y="377856"/>
                </a:lnTo>
                <a:lnTo>
                  <a:pt x="3242400" y="275440"/>
                </a:lnTo>
                <a:lnTo>
                  <a:pt x="3271350" y="134431"/>
                </a:lnTo>
                <a:lnTo>
                  <a:pt x="3300300" y="404126"/>
                </a:lnTo>
                <a:lnTo>
                  <a:pt x="3329250" y="397680"/>
                </a:lnTo>
                <a:lnTo>
                  <a:pt x="3358200" y="205932"/>
                </a:lnTo>
                <a:lnTo>
                  <a:pt x="3387150" y="235466"/>
                </a:lnTo>
                <a:lnTo>
                  <a:pt x="3416100" y="326153"/>
                </a:lnTo>
                <a:lnTo>
                  <a:pt x="3445050" y="176138"/>
                </a:lnTo>
                <a:lnTo>
                  <a:pt x="3474000" y="100959"/>
                </a:lnTo>
                <a:lnTo>
                  <a:pt x="3502950" y="230087"/>
                </a:lnTo>
                <a:lnTo>
                  <a:pt x="3531900" y="163041"/>
                </a:lnTo>
                <a:lnTo>
                  <a:pt x="3560850" y="130768"/>
                </a:lnTo>
                <a:lnTo>
                  <a:pt x="3589800" y="129489"/>
                </a:lnTo>
                <a:lnTo>
                  <a:pt x="3618750" y="240187"/>
                </a:lnTo>
                <a:lnTo>
                  <a:pt x="3647700" y="242413"/>
                </a:lnTo>
                <a:lnTo>
                  <a:pt x="3676650" y="285741"/>
                </a:lnTo>
              </a:path>
            </a:pathLst>
          </a:custGeom>
          <a:noFill/>
          <a:ln w="13847">
            <a:solidFill>
              <a:srgbClr val="394D93"/>
            </a:solidFill>
            <a:prstDash val="solid"/>
          </a:ln>
        </p:spPr>
      </p:sp>
      <p:sp>
        <p:nvSpPr>
          <p:cNvPr id="16" name="p13_path_16">
            <a:extLst>
              <a:ext uri="{FF2B5EF4-FFF2-40B4-BE49-F238E27FC236}">
                <a16:creationId xmlns:a16="http://schemas.microsoft.com/office/drawing/2014/main" id="{D0EA727F-F52E-4A5D-BD0D-5D5E44B03AD9}"/>
              </a:ext>
            </a:extLst>
          </p:cNvPr>
          <p:cNvSpPr>
            <a:spLocks/>
          </p:cNvSpPr>
          <p:nvPr/>
        </p:nvSpPr>
        <p:spPr>
          <a:xfrm>
            <a:off x="8483222" y="2565373"/>
            <a:ext cx="729" cy="568463"/>
          </a:xfrm>
          <a:custGeom>
            <a:avLst/>
            <a:gdLst/>
            <a:ahLst/>
            <a:cxnLst/>
            <a:rect l="0" t="0" r="0" b="0"/>
            <a:pathLst>
              <a:path w="953" h="742950">
                <a:moveTo>
                  <a:pt x="0" y="0"/>
                </a:moveTo>
                <a:lnTo>
                  <a:pt x="0" y="742950"/>
                </a:lnTo>
              </a:path>
            </a:pathLst>
          </a:custGeom>
          <a:noFill/>
          <a:ln w="7288">
            <a:solidFill>
              <a:srgbClr val="8599C3"/>
            </a:solidFill>
            <a:prstDash val="solid"/>
          </a:ln>
        </p:spPr>
      </p:sp>
      <p:sp>
        <p:nvSpPr>
          <p:cNvPr id="17" name="p13_path_17">
            <a:extLst>
              <a:ext uri="{FF2B5EF4-FFF2-40B4-BE49-F238E27FC236}">
                <a16:creationId xmlns:a16="http://schemas.microsoft.com/office/drawing/2014/main" id="{8DBE425B-6D52-446D-893A-1261F763F222}"/>
              </a:ext>
            </a:extLst>
          </p:cNvPr>
          <p:cNvSpPr>
            <a:spLocks/>
          </p:cNvSpPr>
          <p:nvPr/>
        </p:nvSpPr>
        <p:spPr>
          <a:xfrm>
            <a:off x="8483222" y="2995365"/>
            <a:ext cx="1340990" cy="729"/>
          </a:xfrm>
          <a:custGeom>
            <a:avLst/>
            <a:gdLst/>
            <a:ahLst/>
            <a:cxnLst/>
            <a:rect l="0" t="0" r="0" b="0"/>
            <a:pathLst>
              <a:path w="1752600" h="953">
                <a:moveTo>
                  <a:pt x="0" y="0"/>
                </a:moveTo>
                <a:lnTo>
                  <a:pt x="1752600" y="0"/>
                </a:lnTo>
              </a:path>
            </a:pathLst>
          </a:custGeom>
          <a:noFill/>
          <a:ln w="7288">
            <a:solidFill>
              <a:srgbClr val="8599C3"/>
            </a:solidFill>
            <a:prstDash val="solid"/>
          </a:ln>
        </p:spPr>
      </p:sp>
      <p:sp>
        <p:nvSpPr>
          <p:cNvPr id="18" name="p13_path_18">
            <a:extLst>
              <a:ext uri="{FF2B5EF4-FFF2-40B4-BE49-F238E27FC236}">
                <a16:creationId xmlns:a16="http://schemas.microsoft.com/office/drawing/2014/main" id="{74CC263A-5F4E-4ED5-B7EA-1895518CAECC}"/>
              </a:ext>
            </a:extLst>
          </p:cNvPr>
          <p:cNvSpPr>
            <a:spLocks/>
          </p:cNvSpPr>
          <p:nvPr/>
        </p:nvSpPr>
        <p:spPr>
          <a:xfrm>
            <a:off x="8534238" y="2995365"/>
            <a:ext cx="729" cy="66590"/>
          </a:xfrm>
          <a:custGeom>
            <a:avLst/>
            <a:gdLst/>
            <a:ahLst/>
            <a:cxnLst/>
            <a:rect l="0" t="0" r="0" b="0"/>
            <a:pathLst>
              <a:path w="953" h="87029">
                <a:moveTo>
                  <a:pt x="0" y="0"/>
                </a:moveTo>
                <a:lnTo>
                  <a:pt x="0" y="87029"/>
                </a:lnTo>
              </a:path>
            </a:pathLst>
          </a:custGeom>
          <a:noFill/>
          <a:ln w="29152">
            <a:solidFill>
              <a:srgbClr val="394D93"/>
            </a:solidFill>
            <a:prstDash val="solid"/>
          </a:ln>
        </p:spPr>
      </p:sp>
      <p:sp>
        <p:nvSpPr>
          <p:cNvPr id="19" name="p13_path_19">
            <a:extLst>
              <a:ext uri="{FF2B5EF4-FFF2-40B4-BE49-F238E27FC236}">
                <a16:creationId xmlns:a16="http://schemas.microsoft.com/office/drawing/2014/main" id="{4422C0CE-6AB5-49FB-A090-AFDBFF51217B}"/>
              </a:ext>
            </a:extLst>
          </p:cNvPr>
          <p:cNvSpPr>
            <a:spLocks/>
          </p:cNvSpPr>
          <p:nvPr/>
        </p:nvSpPr>
        <p:spPr>
          <a:xfrm>
            <a:off x="8599830" y="2995365"/>
            <a:ext cx="729" cy="17551"/>
          </a:xfrm>
          <a:custGeom>
            <a:avLst/>
            <a:gdLst/>
            <a:ahLst/>
            <a:cxnLst/>
            <a:rect l="0" t="0" r="0" b="0"/>
            <a:pathLst>
              <a:path w="953" h="22938">
                <a:moveTo>
                  <a:pt x="0" y="0"/>
                </a:moveTo>
                <a:lnTo>
                  <a:pt x="0" y="22938"/>
                </a:lnTo>
              </a:path>
            </a:pathLst>
          </a:custGeom>
          <a:noFill/>
          <a:ln w="29152">
            <a:solidFill>
              <a:srgbClr val="394D93"/>
            </a:solidFill>
            <a:prstDash val="solid"/>
          </a:ln>
        </p:spPr>
      </p:sp>
      <p:sp>
        <p:nvSpPr>
          <p:cNvPr id="20" name="p13_path_20">
            <a:extLst>
              <a:ext uri="{FF2B5EF4-FFF2-40B4-BE49-F238E27FC236}">
                <a16:creationId xmlns:a16="http://schemas.microsoft.com/office/drawing/2014/main" id="{06F3ED64-3B9C-4EEF-B63F-2B7FC224452A}"/>
              </a:ext>
            </a:extLst>
          </p:cNvPr>
          <p:cNvSpPr>
            <a:spLocks/>
          </p:cNvSpPr>
          <p:nvPr/>
        </p:nvSpPr>
        <p:spPr>
          <a:xfrm>
            <a:off x="8665422" y="2987989"/>
            <a:ext cx="729" cy="7376"/>
          </a:xfrm>
          <a:custGeom>
            <a:avLst/>
            <a:gdLst/>
            <a:ahLst/>
            <a:cxnLst/>
            <a:rect l="0" t="0" r="0" b="0"/>
            <a:pathLst>
              <a:path w="953" h="9640">
                <a:moveTo>
                  <a:pt x="0" y="9640"/>
                </a:moveTo>
                <a:lnTo>
                  <a:pt x="0" y="0"/>
                </a:lnTo>
              </a:path>
            </a:pathLst>
          </a:custGeom>
          <a:noFill/>
          <a:ln w="29152">
            <a:solidFill>
              <a:srgbClr val="394D93"/>
            </a:solidFill>
            <a:prstDash val="solid"/>
          </a:ln>
        </p:spPr>
      </p:sp>
      <p:sp>
        <p:nvSpPr>
          <p:cNvPr id="21" name="p13_path_21">
            <a:extLst>
              <a:ext uri="{FF2B5EF4-FFF2-40B4-BE49-F238E27FC236}">
                <a16:creationId xmlns:a16="http://schemas.microsoft.com/office/drawing/2014/main" id="{4A0F24A3-4374-4231-AB83-31D451574C04}"/>
              </a:ext>
            </a:extLst>
          </p:cNvPr>
          <p:cNvSpPr>
            <a:spLocks/>
          </p:cNvSpPr>
          <p:nvPr/>
        </p:nvSpPr>
        <p:spPr>
          <a:xfrm>
            <a:off x="8731014" y="2917394"/>
            <a:ext cx="729" cy="77970"/>
          </a:xfrm>
          <a:custGeom>
            <a:avLst/>
            <a:gdLst/>
            <a:ahLst/>
            <a:cxnLst/>
            <a:rect l="0" t="0" r="0" b="0"/>
            <a:pathLst>
              <a:path w="953" h="101902">
                <a:moveTo>
                  <a:pt x="0" y="101902"/>
                </a:moveTo>
                <a:lnTo>
                  <a:pt x="0" y="0"/>
                </a:lnTo>
              </a:path>
            </a:pathLst>
          </a:custGeom>
          <a:noFill/>
          <a:ln w="29152">
            <a:solidFill>
              <a:srgbClr val="394D93"/>
            </a:solidFill>
            <a:prstDash val="solid"/>
          </a:ln>
        </p:spPr>
      </p:sp>
      <p:sp>
        <p:nvSpPr>
          <p:cNvPr id="22" name="p13_path_22">
            <a:extLst>
              <a:ext uri="{FF2B5EF4-FFF2-40B4-BE49-F238E27FC236}">
                <a16:creationId xmlns:a16="http://schemas.microsoft.com/office/drawing/2014/main" id="{9CBB88A2-2D50-4FF7-A7DA-F217AEBCFDCC}"/>
              </a:ext>
            </a:extLst>
          </p:cNvPr>
          <p:cNvSpPr>
            <a:spLocks/>
          </p:cNvSpPr>
          <p:nvPr/>
        </p:nvSpPr>
        <p:spPr>
          <a:xfrm>
            <a:off x="8796606" y="2995365"/>
            <a:ext cx="729" cy="37023"/>
          </a:xfrm>
          <a:custGeom>
            <a:avLst/>
            <a:gdLst/>
            <a:ahLst/>
            <a:cxnLst/>
            <a:rect l="0" t="0" r="0" b="0"/>
            <a:pathLst>
              <a:path w="953" h="48387">
                <a:moveTo>
                  <a:pt x="0" y="0"/>
                </a:moveTo>
                <a:lnTo>
                  <a:pt x="0" y="48387"/>
                </a:lnTo>
              </a:path>
            </a:pathLst>
          </a:custGeom>
          <a:noFill/>
          <a:ln w="29152">
            <a:solidFill>
              <a:srgbClr val="394D93"/>
            </a:solidFill>
            <a:prstDash val="solid"/>
          </a:ln>
        </p:spPr>
      </p:sp>
      <p:sp>
        <p:nvSpPr>
          <p:cNvPr id="23" name="p13_path_23">
            <a:extLst>
              <a:ext uri="{FF2B5EF4-FFF2-40B4-BE49-F238E27FC236}">
                <a16:creationId xmlns:a16="http://schemas.microsoft.com/office/drawing/2014/main" id="{3641C088-DBE8-4265-8E39-0F7CA748C477}"/>
              </a:ext>
            </a:extLst>
          </p:cNvPr>
          <p:cNvSpPr>
            <a:spLocks/>
          </p:cNvSpPr>
          <p:nvPr/>
        </p:nvSpPr>
        <p:spPr>
          <a:xfrm>
            <a:off x="8862198" y="2995365"/>
            <a:ext cx="729" cy="63386"/>
          </a:xfrm>
          <a:custGeom>
            <a:avLst/>
            <a:gdLst/>
            <a:ahLst/>
            <a:cxnLst/>
            <a:rect l="0" t="0" r="0" b="0"/>
            <a:pathLst>
              <a:path w="953" h="82842">
                <a:moveTo>
                  <a:pt x="0" y="0"/>
                </a:moveTo>
                <a:lnTo>
                  <a:pt x="0" y="82842"/>
                </a:lnTo>
              </a:path>
            </a:pathLst>
          </a:custGeom>
          <a:noFill/>
          <a:ln w="29152">
            <a:solidFill>
              <a:srgbClr val="394D93"/>
            </a:solidFill>
            <a:prstDash val="solid"/>
          </a:ln>
        </p:spPr>
      </p:sp>
      <p:sp>
        <p:nvSpPr>
          <p:cNvPr id="24" name="p13_path_24">
            <a:extLst>
              <a:ext uri="{FF2B5EF4-FFF2-40B4-BE49-F238E27FC236}">
                <a16:creationId xmlns:a16="http://schemas.microsoft.com/office/drawing/2014/main" id="{E65844EA-D797-48A9-B1B6-B93E2338BE38}"/>
              </a:ext>
            </a:extLst>
          </p:cNvPr>
          <p:cNvSpPr>
            <a:spLocks/>
          </p:cNvSpPr>
          <p:nvPr/>
        </p:nvSpPr>
        <p:spPr>
          <a:xfrm>
            <a:off x="8927790" y="2982728"/>
            <a:ext cx="729" cy="12636"/>
          </a:xfrm>
          <a:custGeom>
            <a:avLst/>
            <a:gdLst/>
            <a:ahLst/>
            <a:cxnLst/>
            <a:rect l="0" t="0" r="0" b="0"/>
            <a:pathLst>
              <a:path w="953" h="16515">
                <a:moveTo>
                  <a:pt x="0" y="16515"/>
                </a:moveTo>
                <a:lnTo>
                  <a:pt x="0" y="0"/>
                </a:lnTo>
              </a:path>
            </a:pathLst>
          </a:custGeom>
          <a:noFill/>
          <a:ln w="29152">
            <a:solidFill>
              <a:srgbClr val="394D93"/>
            </a:solidFill>
            <a:prstDash val="solid"/>
          </a:ln>
        </p:spPr>
      </p:sp>
      <p:sp>
        <p:nvSpPr>
          <p:cNvPr id="25" name="p13_path_25">
            <a:extLst>
              <a:ext uri="{FF2B5EF4-FFF2-40B4-BE49-F238E27FC236}">
                <a16:creationId xmlns:a16="http://schemas.microsoft.com/office/drawing/2014/main" id="{1B629047-87D8-43EF-929E-2011C0E4CB99}"/>
              </a:ext>
            </a:extLst>
          </p:cNvPr>
          <p:cNvSpPr>
            <a:spLocks/>
          </p:cNvSpPr>
          <p:nvPr/>
        </p:nvSpPr>
        <p:spPr>
          <a:xfrm>
            <a:off x="8993382" y="2995365"/>
            <a:ext cx="729" cy="37776"/>
          </a:xfrm>
          <a:custGeom>
            <a:avLst/>
            <a:gdLst/>
            <a:ahLst/>
            <a:cxnLst/>
            <a:rect l="0" t="0" r="0" b="0"/>
            <a:pathLst>
              <a:path w="953" h="49371">
                <a:moveTo>
                  <a:pt x="0" y="0"/>
                </a:moveTo>
                <a:lnTo>
                  <a:pt x="0" y="49371"/>
                </a:lnTo>
              </a:path>
            </a:pathLst>
          </a:custGeom>
          <a:noFill/>
          <a:ln w="29152">
            <a:solidFill>
              <a:srgbClr val="394D93"/>
            </a:solidFill>
            <a:prstDash val="solid"/>
          </a:ln>
        </p:spPr>
      </p:sp>
      <p:sp>
        <p:nvSpPr>
          <p:cNvPr id="26" name="p13_path_26">
            <a:extLst>
              <a:ext uri="{FF2B5EF4-FFF2-40B4-BE49-F238E27FC236}">
                <a16:creationId xmlns:a16="http://schemas.microsoft.com/office/drawing/2014/main" id="{DB555689-8DB8-4D31-AD2B-63B90ADF8F16}"/>
              </a:ext>
            </a:extLst>
          </p:cNvPr>
          <p:cNvSpPr>
            <a:spLocks/>
          </p:cNvSpPr>
          <p:nvPr/>
        </p:nvSpPr>
        <p:spPr>
          <a:xfrm>
            <a:off x="9058973" y="2995365"/>
            <a:ext cx="729" cy="19247"/>
          </a:xfrm>
          <a:custGeom>
            <a:avLst/>
            <a:gdLst/>
            <a:ahLst/>
            <a:cxnLst/>
            <a:rect l="0" t="0" r="0" b="0"/>
            <a:pathLst>
              <a:path w="953" h="25155">
                <a:moveTo>
                  <a:pt x="0" y="0"/>
                </a:moveTo>
                <a:lnTo>
                  <a:pt x="0" y="25155"/>
                </a:lnTo>
              </a:path>
            </a:pathLst>
          </a:custGeom>
          <a:noFill/>
          <a:ln w="29152">
            <a:solidFill>
              <a:srgbClr val="394D93"/>
            </a:solidFill>
            <a:prstDash val="solid"/>
          </a:ln>
        </p:spPr>
      </p:sp>
      <p:sp>
        <p:nvSpPr>
          <p:cNvPr id="27" name="p13_path_27">
            <a:extLst>
              <a:ext uri="{FF2B5EF4-FFF2-40B4-BE49-F238E27FC236}">
                <a16:creationId xmlns:a16="http://schemas.microsoft.com/office/drawing/2014/main" id="{848E8C10-999C-46A2-A74E-8F333690FE3C}"/>
              </a:ext>
            </a:extLst>
          </p:cNvPr>
          <p:cNvSpPr>
            <a:spLocks/>
          </p:cNvSpPr>
          <p:nvPr/>
        </p:nvSpPr>
        <p:spPr>
          <a:xfrm>
            <a:off x="9124565" y="2995365"/>
            <a:ext cx="729" cy="73926"/>
          </a:xfrm>
          <a:custGeom>
            <a:avLst/>
            <a:gdLst/>
            <a:ahLst/>
            <a:cxnLst/>
            <a:rect l="0" t="0" r="0" b="0"/>
            <a:pathLst>
              <a:path w="953" h="96617">
                <a:moveTo>
                  <a:pt x="0" y="0"/>
                </a:moveTo>
                <a:lnTo>
                  <a:pt x="0" y="96617"/>
                </a:lnTo>
              </a:path>
            </a:pathLst>
          </a:custGeom>
          <a:noFill/>
          <a:ln w="29152">
            <a:solidFill>
              <a:srgbClr val="394D93"/>
            </a:solidFill>
            <a:prstDash val="solid"/>
          </a:ln>
        </p:spPr>
      </p:sp>
      <p:sp>
        <p:nvSpPr>
          <p:cNvPr id="28" name="p13_path_28">
            <a:extLst>
              <a:ext uri="{FF2B5EF4-FFF2-40B4-BE49-F238E27FC236}">
                <a16:creationId xmlns:a16="http://schemas.microsoft.com/office/drawing/2014/main" id="{90B373F2-586B-4980-A1DA-A6E4132FDBFC}"/>
              </a:ext>
            </a:extLst>
          </p:cNvPr>
          <p:cNvSpPr>
            <a:spLocks/>
          </p:cNvSpPr>
          <p:nvPr/>
        </p:nvSpPr>
        <p:spPr>
          <a:xfrm>
            <a:off x="9190157" y="2987191"/>
            <a:ext cx="729" cy="8174"/>
          </a:xfrm>
          <a:custGeom>
            <a:avLst/>
            <a:gdLst/>
            <a:ahLst/>
            <a:cxnLst/>
            <a:rect l="0" t="0" r="0" b="0"/>
            <a:pathLst>
              <a:path w="953" h="10683">
                <a:moveTo>
                  <a:pt x="0" y="10683"/>
                </a:moveTo>
                <a:lnTo>
                  <a:pt x="0" y="0"/>
                </a:lnTo>
              </a:path>
            </a:pathLst>
          </a:custGeom>
          <a:noFill/>
          <a:ln w="29152">
            <a:solidFill>
              <a:srgbClr val="394D93"/>
            </a:solidFill>
            <a:prstDash val="solid"/>
          </a:ln>
        </p:spPr>
      </p:sp>
      <p:sp>
        <p:nvSpPr>
          <p:cNvPr id="29" name="p13_path_29">
            <a:extLst>
              <a:ext uri="{FF2B5EF4-FFF2-40B4-BE49-F238E27FC236}">
                <a16:creationId xmlns:a16="http://schemas.microsoft.com/office/drawing/2014/main" id="{ACE29548-BE3F-441E-922F-FAD55921078D}"/>
              </a:ext>
            </a:extLst>
          </p:cNvPr>
          <p:cNvSpPr>
            <a:spLocks/>
          </p:cNvSpPr>
          <p:nvPr/>
        </p:nvSpPr>
        <p:spPr>
          <a:xfrm>
            <a:off x="9255749" y="2995365"/>
            <a:ext cx="729" cy="5913"/>
          </a:xfrm>
          <a:custGeom>
            <a:avLst/>
            <a:gdLst/>
            <a:ahLst/>
            <a:cxnLst/>
            <a:rect l="0" t="0" r="0" b="0"/>
            <a:pathLst>
              <a:path w="953" h="7727">
                <a:moveTo>
                  <a:pt x="0" y="0"/>
                </a:moveTo>
                <a:lnTo>
                  <a:pt x="0" y="7727"/>
                </a:lnTo>
              </a:path>
            </a:pathLst>
          </a:custGeom>
          <a:noFill/>
          <a:ln w="29152">
            <a:solidFill>
              <a:srgbClr val="394D93"/>
            </a:solidFill>
            <a:prstDash val="solid"/>
          </a:ln>
        </p:spPr>
      </p:sp>
      <p:sp>
        <p:nvSpPr>
          <p:cNvPr id="30" name="p13_path_30">
            <a:extLst>
              <a:ext uri="{FF2B5EF4-FFF2-40B4-BE49-F238E27FC236}">
                <a16:creationId xmlns:a16="http://schemas.microsoft.com/office/drawing/2014/main" id="{C6B5B41B-B8B4-4F1B-B985-E90277A56AE5}"/>
              </a:ext>
            </a:extLst>
          </p:cNvPr>
          <p:cNvSpPr>
            <a:spLocks/>
          </p:cNvSpPr>
          <p:nvPr/>
        </p:nvSpPr>
        <p:spPr>
          <a:xfrm>
            <a:off x="9321341" y="2965773"/>
            <a:ext cx="729" cy="29591"/>
          </a:xfrm>
          <a:custGeom>
            <a:avLst/>
            <a:gdLst/>
            <a:ahLst/>
            <a:cxnLst/>
            <a:rect l="0" t="0" r="0" b="0"/>
            <a:pathLst>
              <a:path w="953" h="38674">
                <a:moveTo>
                  <a:pt x="0" y="38674"/>
                </a:moveTo>
                <a:lnTo>
                  <a:pt x="0" y="0"/>
                </a:lnTo>
              </a:path>
            </a:pathLst>
          </a:custGeom>
          <a:noFill/>
          <a:ln w="29152">
            <a:solidFill>
              <a:srgbClr val="394D93"/>
            </a:solidFill>
            <a:prstDash val="solid"/>
          </a:ln>
        </p:spPr>
      </p:sp>
      <p:sp>
        <p:nvSpPr>
          <p:cNvPr id="31" name="p13_path_31">
            <a:extLst>
              <a:ext uri="{FF2B5EF4-FFF2-40B4-BE49-F238E27FC236}">
                <a16:creationId xmlns:a16="http://schemas.microsoft.com/office/drawing/2014/main" id="{EC8CCA5C-6169-43E8-95FB-AD4912541778}"/>
              </a:ext>
            </a:extLst>
          </p:cNvPr>
          <p:cNvSpPr>
            <a:spLocks/>
          </p:cNvSpPr>
          <p:nvPr/>
        </p:nvSpPr>
        <p:spPr>
          <a:xfrm>
            <a:off x="9386933" y="2995365"/>
            <a:ext cx="729" cy="41210"/>
          </a:xfrm>
          <a:custGeom>
            <a:avLst/>
            <a:gdLst/>
            <a:ahLst/>
            <a:cxnLst/>
            <a:rect l="0" t="0" r="0" b="0"/>
            <a:pathLst>
              <a:path w="953" h="53859">
                <a:moveTo>
                  <a:pt x="0" y="0"/>
                </a:moveTo>
                <a:lnTo>
                  <a:pt x="0" y="53859"/>
                </a:lnTo>
              </a:path>
            </a:pathLst>
          </a:custGeom>
          <a:noFill/>
          <a:ln w="29152">
            <a:solidFill>
              <a:srgbClr val="394D93"/>
            </a:solidFill>
            <a:prstDash val="solid"/>
          </a:ln>
        </p:spPr>
      </p:sp>
      <p:sp>
        <p:nvSpPr>
          <p:cNvPr id="32" name="p13_path_32">
            <a:extLst>
              <a:ext uri="{FF2B5EF4-FFF2-40B4-BE49-F238E27FC236}">
                <a16:creationId xmlns:a16="http://schemas.microsoft.com/office/drawing/2014/main" id="{35BD2C72-F3D9-4680-BB2E-BA91C0310506}"/>
              </a:ext>
            </a:extLst>
          </p:cNvPr>
          <p:cNvSpPr>
            <a:spLocks/>
          </p:cNvSpPr>
          <p:nvPr/>
        </p:nvSpPr>
        <p:spPr>
          <a:xfrm>
            <a:off x="9452525" y="2983095"/>
            <a:ext cx="729" cy="12270"/>
          </a:xfrm>
          <a:custGeom>
            <a:avLst/>
            <a:gdLst/>
            <a:ahLst/>
            <a:cxnLst/>
            <a:rect l="0" t="0" r="0" b="0"/>
            <a:pathLst>
              <a:path w="953" h="16036">
                <a:moveTo>
                  <a:pt x="0" y="16036"/>
                </a:moveTo>
                <a:lnTo>
                  <a:pt x="0" y="0"/>
                </a:lnTo>
              </a:path>
            </a:pathLst>
          </a:custGeom>
          <a:noFill/>
          <a:ln w="29152">
            <a:solidFill>
              <a:srgbClr val="394D93"/>
            </a:solidFill>
            <a:prstDash val="solid"/>
          </a:ln>
        </p:spPr>
      </p:sp>
      <p:sp>
        <p:nvSpPr>
          <p:cNvPr id="33" name="p13_path_33">
            <a:extLst>
              <a:ext uri="{FF2B5EF4-FFF2-40B4-BE49-F238E27FC236}">
                <a16:creationId xmlns:a16="http://schemas.microsoft.com/office/drawing/2014/main" id="{6D6F7FFB-D6D0-426A-97F0-76F6CBEC32BC}"/>
              </a:ext>
            </a:extLst>
          </p:cNvPr>
          <p:cNvSpPr>
            <a:spLocks/>
          </p:cNvSpPr>
          <p:nvPr/>
        </p:nvSpPr>
        <p:spPr>
          <a:xfrm>
            <a:off x="9518117" y="2927913"/>
            <a:ext cx="729" cy="67451"/>
          </a:xfrm>
          <a:custGeom>
            <a:avLst/>
            <a:gdLst/>
            <a:ahLst/>
            <a:cxnLst/>
            <a:rect l="0" t="0" r="0" b="0"/>
            <a:pathLst>
              <a:path w="953" h="88155">
                <a:moveTo>
                  <a:pt x="0" y="88155"/>
                </a:moveTo>
                <a:lnTo>
                  <a:pt x="0" y="0"/>
                </a:lnTo>
              </a:path>
            </a:pathLst>
          </a:custGeom>
          <a:noFill/>
          <a:ln w="29152">
            <a:solidFill>
              <a:srgbClr val="394D93"/>
            </a:solidFill>
            <a:prstDash val="solid"/>
          </a:ln>
        </p:spPr>
      </p:sp>
      <p:sp>
        <p:nvSpPr>
          <p:cNvPr id="34" name="p13_path_34">
            <a:extLst>
              <a:ext uri="{FF2B5EF4-FFF2-40B4-BE49-F238E27FC236}">
                <a16:creationId xmlns:a16="http://schemas.microsoft.com/office/drawing/2014/main" id="{987496B7-E9EB-49D9-9665-2AE5F0299DD6}"/>
              </a:ext>
            </a:extLst>
          </p:cNvPr>
          <p:cNvSpPr>
            <a:spLocks/>
          </p:cNvSpPr>
          <p:nvPr/>
        </p:nvSpPr>
        <p:spPr>
          <a:xfrm>
            <a:off x="9583709" y="2989470"/>
            <a:ext cx="729" cy="5895"/>
          </a:xfrm>
          <a:custGeom>
            <a:avLst/>
            <a:gdLst/>
            <a:ahLst/>
            <a:cxnLst/>
            <a:rect l="0" t="0" r="0" b="0"/>
            <a:pathLst>
              <a:path w="953" h="7704">
                <a:moveTo>
                  <a:pt x="0" y="7704"/>
                </a:moveTo>
                <a:lnTo>
                  <a:pt x="0" y="0"/>
                </a:lnTo>
              </a:path>
            </a:pathLst>
          </a:custGeom>
          <a:noFill/>
          <a:ln w="29152">
            <a:solidFill>
              <a:srgbClr val="394D93"/>
            </a:solidFill>
            <a:prstDash val="solid"/>
          </a:ln>
        </p:spPr>
      </p:sp>
      <p:sp>
        <p:nvSpPr>
          <p:cNvPr id="35" name="p13_path_35">
            <a:extLst>
              <a:ext uri="{FF2B5EF4-FFF2-40B4-BE49-F238E27FC236}">
                <a16:creationId xmlns:a16="http://schemas.microsoft.com/office/drawing/2014/main" id="{63CBCDCC-81D5-4B56-B298-DCBC971F02AB}"/>
              </a:ext>
            </a:extLst>
          </p:cNvPr>
          <p:cNvSpPr>
            <a:spLocks/>
          </p:cNvSpPr>
          <p:nvPr/>
        </p:nvSpPr>
        <p:spPr>
          <a:xfrm>
            <a:off x="9649301" y="2969362"/>
            <a:ext cx="729" cy="26002"/>
          </a:xfrm>
          <a:custGeom>
            <a:avLst/>
            <a:gdLst/>
            <a:ahLst/>
            <a:cxnLst/>
            <a:rect l="0" t="0" r="0" b="0"/>
            <a:pathLst>
              <a:path w="953" h="33983">
                <a:moveTo>
                  <a:pt x="0" y="33983"/>
                </a:moveTo>
                <a:lnTo>
                  <a:pt x="0" y="0"/>
                </a:lnTo>
              </a:path>
            </a:pathLst>
          </a:custGeom>
          <a:noFill/>
          <a:ln w="29152">
            <a:solidFill>
              <a:srgbClr val="394D93"/>
            </a:solidFill>
            <a:prstDash val="solid"/>
          </a:ln>
        </p:spPr>
      </p:sp>
      <p:sp>
        <p:nvSpPr>
          <p:cNvPr id="36" name="p13_path_36">
            <a:extLst>
              <a:ext uri="{FF2B5EF4-FFF2-40B4-BE49-F238E27FC236}">
                <a16:creationId xmlns:a16="http://schemas.microsoft.com/office/drawing/2014/main" id="{D02258BE-668A-47BC-BF39-8077C8841E3F}"/>
              </a:ext>
            </a:extLst>
          </p:cNvPr>
          <p:cNvSpPr>
            <a:spLocks/>
          </p:cNvSpPr>
          <p:nvPr/>
        </p:nvSpPr>
        <p:spPr>
          <a:xfrm>
            <a:off x="9714893" y="2995365"/>
            <a:ext cx="729" cy="5876"/>
          </a:xfrm>
          <a:custGeom>
            <a:avLst/>
            <a:gdLst/>
            <a:ahLst/>
            <a:cxnLst/>
            <a:rect l="0" t="0" r="0" b="0"/>
            <a:pathLst>
              <a:path w="953" h="7680">
                <a:moveTo>
                  <a:pt x="0" y="0"/>
                </a:moveTo>
                <a:lnTo>
                  <a:pt x="0" y="7680"/>
                </a:lnTo>
              </a:path>
            </a:pathLst>
          </a:custGeom>
          <a:noFill/>
          <a:ln w="29152">
            <a:solidFill>
              <a:srgbClr val="394D93"/>
            </a:solidFill>
            <a:prstDash val="solid"/>
          </a:ln>
        </p:spPr>
      </p:sp>
      <p:sp>
        <p:nvSpPr>
          <p:cNvPr id="37" name="p13_path_37">
            <a:extLst>
              <a:ext uri="{FF2B5EF4-FFF2-40B4-BE49-F238E27FC236}">
                <a16:creationId xmlns:a16="http://schemas.microsoft.com/office/drawing/2014/main" id="{D4D23783-6CE7-43B4-AD6D-984F9339090E}"/>
              </a:ext>
            </a:extLst>
          </p:cNvPr>
          <p:cNvSpPr>
            <a:spLocks/>
          </p:cNvSpPr>
          <p:nvPr/>
        </p:nvSpPr>
        <p:spPr>
          <a:xfrm>
            <a:off x="8483222" y="2922485"/>
            <a:ext cx="1340990" cy="729"/>
          </a:xfrm>
          <a:custGeom>
            <a:avLst/>
            <a:gdLst/>
            <a:ahLst/>
            <a:cxnLst/>
            <a:rect l="0" t="0" r="0" b="0"/>
            <a:pathLst>
              <a:path w="1752600" h="953">
                <a:moveTo>
                  <a:pt x="0" y="0"/>
                </a:moveTo>
                <a:lnTo>
                  <a:pt x="1752600" y="0"/>
                </a:lnTo>
              </a:path>
            </a:pathLst>
          </a:custGeom>
          <a:noFill/>
          <a:ln w="5830">
            <a:solidFill>
              <a:srgbClr val="8599C3"/>
            </a:solidFill>
            <a:prstDash val="dash"/>
          </a:ln>
        </p:spPr>
      </p:sp>
      <p:sp>
        <p:nvSpPr>
          <p:cNvPr id="38" name="p13_path_38">
            <a:extLst>
              <a:ext uri="{FF2B5EF4-FFF2-40B4-BE49-F238E27FC236}">
                <a16:creationId xmlns:a16="http://schemas.microsoft.com/office/drawing/2014/main" id="{8F1CAD37-BAEC-4425-B2A0-CB6C69BF0ABF}"/>
              </a:ext>
            </a:extLst>
          </p:cNvPr>
          <p:cNvSpPr>
            <a:spLocks/>
          </p:cNvSpPr>
          <p:nvPr/>
        </p:nvSpPr>
        <p:spPr>
          <a:xfrm>
            <a:off x="8483222" y="3068244"/>
            <a:ext cx="1340990" cy="729"/>
          </a:xfrm>
          <a:custGeom>
            <a:avLst/>
            <a:gdLst/>
            <a:ahLst/>
            <a:cxnLst/>
            <a:rect l="0" t="0" r="0" b="0"/>
            <a:pathLst>
              <a:path w="1752600" h="953">
                <a:moveTo>
                  <a:pt x="0" y="0"/>
                </a:moveTo>
                <a:lnTo>
                  <a:pt x="1752600" y="0"/>
                </a:lnTo>
              </a:path>
            </a:pathLst>
          </a:custGeom>
          <a:noFill/>
          <a:ln w="5830">
            <a:solidFill>
              <a:srgbClr val="8599C3"/>
            </a:solidFill>
            <a:prstDash val="dash"/>
          </a:ln>
        </p:spPr>
      </p:sp>
      <p:sp>
        <p:nvSpPr>
          <p:cNvPr id="39" name="p13_path_39">
            <a:extLst>
              <a:ext uri="{FF2B5EF4-FFF2-40B4-BE49-F238E27FC236}">
                <a16:creationId xmlns:a16="http://schemas.microsoft.com/office/drawing/2014/main" id="{F3E44424-07BA-4354-8AD8-ACD411040E3B}"/>
              </a:ext>
            </a:extLst>
          </p:cNvPr>
          <p:cNvSpPr>
            <a:spLocks/>
          </p:cNvSpPr>
          <p:nvPr/>
        </p:nvSpPr>
        <p:spPr>
          <a:xfrm>
            <a:off x="10181324" y="2565373"/>
            <a:ext cx="729" cy="568463"/>
          </a:xfrm>
          <a:custGeom>
            <a:avLst/>
            <a:gdLst/>
            <a:ahLst/>
            <a:cxnLst/>
            <a:rect l="0" t="0" r="0" b="0"/>
            <a:pathLst>
              <a:path w="953" h="742950">
                <a:moveTo>
                  <a:pt x="0" y="0"/>
                </a:moveTo>
                <a:lnTo>
                  <a:pt x="0" y="742950"/>
                </a:lnTo>
              </a:path>
            </a:pathLst>
          </a:custGeom>
          <a:noFill/>
          <a:ln w="8746">
            <a:solidFill>
              <a:srgbClr val="8599C3"/>
            </a:solidFill>
            <a:prstDash val="solid"/>
          </a:ln>
        </p:spPr>
      </p:sp>
      <p:sp>
        <p:nvSpPr>
          <p:cNvPr id="40" name="p13_path_40">
            <a:extLst>
              <a:ext uri="{FF2B5EF4-FFF2-40B4-BE49-F238E27FC236}">
                <a16:creationId xmlns:a16="http://schemas.microsoft.com/office/drawing/2014/main" id="{0E53F880-27D6-46C2-839D-7B8BDC187ECB}"/>
              </a:ext>
            </a:extLst>
          </p:cNvPr>
          <p:cNvSpPr>
            <a:spLocks/>
          </p:cNvSpPr>
          <p:nvPr/>
        </p:nvSpPr>
        <p:spPr>
          <a:xfrm>
            <a:off x="10181324" y="3133836"/>
            <a:ext cx="1399294" cy="729"/>
          </a:xfrm>
          <a:custGeom>
            <a:avLst/>
            <a:gdLst/>
            <a:ahLst/>
            <a:cxnLst/>
            <a:rect l="0" t="0" r="0" b="0"/>
            <a:pathLst>
              <a:path w="1828800" h="953">
                <a:moveTo>
                  <a:pt x="0" y="0"/>
                </a:moveTo>
                <a:lnTo>
                  <a:pt x="1828800" y="0"/>
                </a:lnTo>
              </a:path>
            </a:pathLst>
          </a:custGeom>
          <a:noFill/>
          <a:ln w="8746">
            <a:solidFill>
              <a:srgbClr val="8599C3"/>
            </a:solidFill>
            <a:prstDash val="solid"/>
          </a:ln>
        </p:spPr>
      </p:sp>
      <p:sp>
        <p:nvSpPr>
          <p:cNvPr id="41" name="p13_path_41">
            <a:extLst>
              <a:ext uri="{FF2B5EF4-FFF2-40B4-BE49-F238E27FC236}">
                <a16:creationId xmlns:a16="http://schemas.microsoft.com/office/drawing/2014/main" id="{F6AEAB6A-56D8-4D03-8E6B-799DB8167D44}"/>
              </a:ext>
            </a:extLst>
          </p:cNvPr>
          <p:cNvSpPr>
            <a:spLocks/>
          </p:cNvSpPr>
          <p:nvPr/>
        </p:nvSpPr>
        <p:spPr>
          <a:xfrm>
            <a:off x="10181324" y="2908381"/>
            <a:ext cx="1399294" cy="219541"/>
          </a:xfrm>
          <a:custGeom>
            <a:avLst/>
            <a:gdLst/>
            <a:ahLst/>
            <a:cxnLst/>
            <a:rect l="0" t="0" r="0" b="0"/>
            <a:pathLst>
              <a:path w="1828800" h="286928">
                <a:moveTo>
                  <a:pt x="0" y="271994"/>
                </a:moveTo>
                <a:lnTo>
                  <a:pt x="29497" y="223257"/>
                </a:lnTo>
                <a:lnTo>
                  <a:pt x="58994" y="192592"/>
                </a:lnTo>
                <a:lnTo>
                  <a:pt x="88490" y="253296"/>
                </a:lnTo>
                <a:lnTo>
                  <a:pt x="117987" y="187086"/>
                </a:lnTo>
                <a:lnTo>
                  <a:pt x="147484" y="227866"/>
                </a:lnTo>
                <a:lnTo>
                  <a:pt x="176981" y="178089"/>
                </a:lnTo>
                <a:lnTo>
                  <a:pt x="206477" y="72745"/>
                </a:lnTo>
                <a:lnTo>
                  <a:pt x="235974" y="133134"/>
                </a:lnTo>
                <a:lnTo>
                  <a:pt x="265471" y="264169"/>
                </a:lnTo>
                <a:lnTo>
                  <a:pt x="294968" y="286928"/>
                </a:lnTo>
                <a:lnTo>
                  <a:pt x="324465" y="274842"/>
                </a:lnTo>
                <a:lnTo>
                  <a:pt x="353961" y="214660"/>
                </a:lnTo>
                <a:lnTo>
                  <a:pt x="383458" y="165362"/>
                </a:lnTo>
                <a:lnTo>
                  <a:pt x="412955" y="285550"/>
                </a:lnTo>
                <a:lnTo>
                  <a:pt x="442452" y="282101"/>
                </a:lnTo>
                <a:lnTo>
                  <a:pt x="471948" y="243807"/>
                </a:lnTo>
                <a:lnTo>
                  <a:pt x="501445" y="253467"/>
                </a:lnTo>
                <a:lnTo>
                  <a:pt x="530942" y="223450"/>
                </a:lnTo>
                <a:lnTo>
                  <a:pt x="560439" y="233169"/>
                </a:lnTo>
                <a:lnTo>
                  <a:pt x="589935" y="212109"/>
                </a:lnTo>
                <a:lnTo>
                  <a:pt x="619432" y="168612"/>
                </a:lnTo>
                <a:lnTo>
                  <a:pt x="648929" y="234909"/>
                </a:lnTo>
                <a:lnTo>
                  <a:pt x="678426" y="239419"/>
                </a:lnTo>
                <a:lnTo>
                  <a:pt x="707923" y="189954"/>
                </a:lnTo>
                <a:lnTo>
                  <a:pt x="737419" y="194212"/>
                </a:lnTo>
                <a:lnTo>
                  <a:pt x="766916" y="184759"/>
                </a:lnTo>
                <a:lnTo>
                  <a:pt x="796413" y="255533"/>
                </a:lnTo>
                <a:lnTo>
                  <a:pt x="825910" y="194496"/>
                </a:lnTo>
                <a:lnTo>
                  <a:pt x="855406" y="269752"/>
                </a:lnTo>
                <a:lnTo>
                  <a:pt x="884903" y="79238"/>
                </a:lnTo>
                <a:lnTo>
                  <a:pt x="914400" y="58096"/>
                </a:lnTo>
                <a:lnTo>
                  <a:pt x="943897" y="67732"/>
                </a:lnTo>
                <a:lnTo>
                  <a:pt x="973394" y="256888"/>
                </a:lnTo>
                <a:lnTo>
                  <a:pt x="1002890" y="232902"/>
                </a:lnTo>
                <a:lnTo>
                  <a:pt x="1032387" y="144429"/>
                </a:lnTo>
                <a:lnTo>
                  <a:pt x="1061884" y="168617"/>
                </a:lnTo>
                <a:lnTo>
                  <a:pt x="1091381" y="57309"/>
                </a:lnTo>
                <a:lnTo>
                  <a:pt x="1120877" y="250418"/>
                </a:lnTo>
                <a:lnTo>
                  <a:pt x="1150374" y="117509"/>
                </a:lnTo>
                <a:lnTo>
                  <a:pt x="1179871" y="224423"/>
                </a:lnTo>
                <a:lnTo>
                  <a:pt x="1209368" y="230684"/>
                </a:lnTo>
                <a:lnTo>
                  <a:pt x="1238865" y="161700"/>
                </a:lnTo>
                <a:lnTo>
                  <a:pt x="1268361" y="156844"/>
                </a:lnTo>
                <a:lnTo>
                  <a:pt x="1297858" y="237087"/>
                </a:lnTo>
                <a:lnTo>
                  <a:pt x="1327355" y="226823"/>
                </a:lnTo>
                <a:lnTo>
                  <a:pt x="1356852" y="224075"/>
                </a:lnTo>
                <a:lnTo>
                  <a:pt x="1386348" y="261471"/>
                </a:lnTo>
                <a:lnTo>
                  <a:pt x="1415845" y="197489"/>
                </a:lnTo>
                <a:lnTo>
                  <a:pt x="1445342" y="110557"/>
                </a:lnTo>
                <a:lnTo>
                  <a:pt x="1474839" y="252121"/>
                </a:lnTo>
                <a:lnTo>
                  <a:pt x="1504335" y="151433"/>
                </a:lnTo>
                <a:lnTo>
                  <a:pt x="1533832" y="252933"/>
                </a:lnTo>
                <a:lnTo>
                  <a:pt x="1563329" y="222894"/>
                </a:lnTo>
                <a:lnTo>
                  <a:pt x="1592826" y="275490"/>
                </a:lnTo>
                <a:lnTo>
                  <a:pt x="1622323" y="132897"/>
                </a:lnTo>
                <a:lnTo>
                  <a:pt x="1651819" y="0"/>
                </a:lnTo>
                <a:lnTo>
                  <a:pt x="1681316" y="227661"/>
                </a:lnTo>
                <a:lnTo>
                  <a:pt x="1710813" y="176707"/>
                </a:lnTo>
                <a:lnTo>
                  <a:pt x="1740310" y="181176"/>
                </a:lnTo>
                <a:lnTo>
                  <a:pt x="1769806" y="90420"/>
                </a:lnTo>
                <a:lnTo>
                  <a:pt x="1799303" y="212261"/>
                </a:lnTo>
                <a:lnTo>
                  <a:pt x="1828800" y="167986"/>
                </a:lnTo>
              </a:path>
            </a:pathLst>
          </a:custGeom>
          <a:noFill/>
          <a:ln w="13118">
            <a:solidFill>
              <a:srgbClr val="394D93"/>
            </a:solidFill>
            <a:prstDash val="solid"/>
          </a:ln>
        </p:spPr>
      </p:sp>
      <p:sp>
        <p:nvSpPr>
          <p:cNvPr id="42" name="p13_rect_42">
            <a:extLst>
              <a:ext uri="{FF2B5EF4-FFF2-40B4-BE49-F238E27FC236}">
                <a16:creationId xmlns:a16="http://schemas.microsoft.com/office/drawing/2014/main" id="{9640639E-9DC2-4CC0-814F-0B953F913912}"/>
              </a:ext>
            </a:extLst>
          </p:cNvPr>
          <p:cNvSpPr>
            <a:spLocks/>
          </p:cNvSpPr>
          <p:nvPr/>
        </p:nvSpPr>
        <p:spPr>
          <a:xfrm>
            <a:off x="5218202" y="3622132"/>
            <a:ext cx="6573768" cy="1348278"/>
          </a:xfrm>
          <a:prstGeom prst="roundRect">
            <a:avLst>
              <a:gd name="adj" fmla="val 4865"/>
            </a:avLst>
          </a:prstGeom>
          <a:solidFill>
            <a:srgbClr val="FFFFFF"/>
          </a:solidFill>
          <a:ln w="7288">
            <a:solidFill>
              <a:srgbClr val="8599C3"/>
            </a:solidFill>
            <a:prstDash val="solid"/>
          </a:ln>
        </p:spPr>
      </p:sp>
      <p:sp>
        <p:nvSpPr>
          <p:cNvPr id="43" name="p13_path_43">
            <a:extLst>
              <a:ext uri="{FF2B5EF4-FFF2-40B4-BE49-F238E27FC236}">
                <a16:creationId xmlns:a16="http://schemas.microsoft.com/office/drawing/2014/main" id="{1EE3CBBA-EF0D-4DF8-A092-158E0EA98DB5}"/>
              </a:ext>
            </a:extLst>
          </p:cNvPr>
          <p:cNvSpPr>
            <a:spLocks/>
          </p:cNvSpPr>
          <p:nvPr/>
        </p:nvSpPr>
        <p:spPr>
          <a:xfrm>
            <a:off x="5371250" y="4219674"/>
            <a:ext cx="2813165" cy="477108"/>
          </a:xfrm>
          <a:custGeom>
            <a:avLst/>
            <a:gdLst/>
            <a:ahLst/>
            <a:cxnLst/>
            <a:rect l="0" t="0" r="0" b="0"/>
            <a:pathLst>
              <a:path w="3676650" h="623554">
                <a:moveTo>
                  <a:pt x="0" y="391920"/>
                </a:moveTo>
                <a:lnTo>
                  <a:pt x="28950" y="281340"/>
                </a:lnTo>
                <a:lnTo>
                  <a:pt x="57900" y="268658"/>
                </a:lnTo>
                <a:lnTo>
                  <a:pt x="86850" y="231820"/>
                </a:lnTo>
                <a:lnTo>
                  <a:pt x="115800" y="287935"/>
                </a:lnTo>
                <a:lnTo>
                  <a:pt x="144750" y="146697"/>
                </a:lnTo>
                <a:lnTo>
                  <a:pt x="173700" y="52904"/>
                </a:lnTo>
                <a:lnTo>
                  <a:pt x="202650" y="81224"/>
                </a:lnTo>
                <a:lnTo>
                  <a:pt x="231600" y="112510"/>
                </a:lnTo>
                <a:lnTo>
                  <a:pt x="260550" y="85559"/>
                </a:lnTo>
                <a:lnTo>
                  <a:pt x="289500" y="180436"/>
                </a:lnTo>
                <a:lnTo>
                  <a:pt x="318450" y="247091"/>
                </a:lnTo>
                <a:lnTo>
                  <a:pt x="347400" y="143600"/>
                </a:lnTo>
                <a:lnTo>
                  <a:pt x="376350" y="196593"/>
                </a:lnTo>
                <a:lnTo>
                  <a:pt x="405300" y="374611"/>
                </a:lnTo>
                <a:lnTo>
                  <a:pt x="434250" y="343737"/>
                </a:lnTo>
                <a:lnTo>
                  <a:pt x="463200" y="439975"/>
                </a:lnTo>
                <a:lnTo>
                  <a:pt x="492150" y="402249"/>
                </a:lnTo>
                <a:lnTo>
                  <a:pt x="521100" y="325110"/>
                </a:lnTo>
                <a:lnTo>
                  <a:pt x="550050" y="315156"/>
                </a:lnTo>
                <a:lnTo>
                  <a:pt x="579000" y="259432"/>
                </a:lnTo>
                <a:lnTo>
                  <a:pt x="607950" y="214317"/>
                </a:lnTo>
                <a:lnTo>
                  <a:pt x="636900" y="87572"/>
                </a:lnTo>
                <a:lnTo>
                  <a:pt x="665850" y="34241"/>
                </a:lnTo>
                <a:lnTo>
                  <a:pt x="694800" y="198171"/>
                </a:lnTo>
                <a:lnTo>
                  <a:pt x="723750" y="52127"/>
                </a:lnTo>
                <a:lnTo>
                  <a:pt x="752700" y="0"/>
                </a:lnTo>
                <a:lnTo>
                  <a:pt x="781650" y="167397"/>
                </a:lnTo>
                <a:lnTo>
                  <a:pt x="810600" y="298973"/>
                </a:lnTo>
                <a:lnTo>
                  <a:pt x="839550" y="304813"/>
                </a:lnTo>
                <a:lnTo>
                  <a:pt x="868500" y="167225"/>
                </a:lnTo>
                <a:lnTo>
                  <a:pt x="897450" y="347218"/>
                </a:lnTo>
                <a:lnTo>
                  <a:pt x="926400" y="467031"/>
                </a:lnTo>
                <a:lnTo>
                  <a:pt x="955350" y="523615"/>
                </a:lnTo>
                <a:lnTo>
                  <a:pt x="984300" y="477755"/>
                </a:lnTo>
                <a:lnTo>
                  <a:pt x="1013250" y="394617"/>
                </a:lnTo>
                <a:lnTo>
                  <a:pt x="1042200" y="373881"/>
                </a:lnTo>
                <a:lnTo>
                  <a:pt x="1071150" y="337771"/>
                </a:lnTo>
                <a:lnTo>
                  <a:pt x="1100100" y="318873"/>
                </a:lnTo>
                <a:lnTo>
                  <a:pt x="1129050" y="324601"/>
                </a:lnTo>
                <a:lnTo>
                  <a:pt x="1158000" y="432231"/>
                </a:lnTo>
                <a:lnTo>
                  <a:pt x="1186950" y="317718"/>
                </a:lnTo>
                <a:lnTo>
                  <a:pt x="1215900" y="305008"/>
                </a:lnTo>
                <a:lnTo>
                  <a:pt x="1244850" y="304835"/>
                </a:lnTo>
                <a:lnTo>
                  <a:pt x="1273800" y="342207"/>
                </a:lnTo>
                <a:lnTo>
                  <a:pt x="1302750" y="279617"/>
                </a:lnTo>
                <a:lnTo>
                  <a:pt x="1331700" y="294392"/>
                </a:lnTo>
                <a:lnTo>
                  <a:pt x="1360650" y="303954"/>
                </a:lnTo>
                <a:lnTo>
                  <a:pt x="1389600" y="268581"/>
                </a:lnTo>
                <a:lnTo>
                  <a:pt x="1418550" y="231078"/>
                </a:lnTo>
                <a:lnTo>
                  <a:pt x="1447500" y="202544"/>
                </a:lnTo>
                <a:lnTo>
                  <a:pt x="1476450" y="271020"/>
                </a:lnTo>
                <a:lnTo>
                  <a:pt x="1505400" y="353992"/>
                </a:lnTo>
                <a:lnTo>
                  <a:pt x="1534350" y="230950"/>
                </a:lnTo>
                <a:lnTo>
                  <a:pt x="1563300" y="257155"/>
                </a:lnTo>
                <a:lnTo>
                  <a:pt x="1592250" y="253089"/>
                </a:lnTo>
                <a:lnTo>
                  <a:pt x="1621200" y="178115"/>
                </a:lnTo>
                <a:lnTo>
                  <a:pt x="1650150" y="63622"/>
                </a:lnTo>
                <a:lnTo>
                  <a:pt x="1679100" y="141130"/>
                </a:lnTo>
                <a:lnTo>
                  <a:pt x="1708050" y="4406"/>
                </a:lnTo>
                <a:lnTo>
                  <a:pt x="1737000" y="154719"/>
                </a:lnTo>
                <a:lnTo>
                  <a:pt x="1765950" y="224550"/>
                </a:lnTo>
                <a:lnTo>
                  <a:pt x="1794900" y="245347"/>
                </a:lnTo>
                <a:lnTo>
                  <a:pt x="1823850" y="329949"/>
                </a:lnTo>
                <a:lnTo>
                  <a:pt x="1852800" y="272182"/>
                </a:lnTo>
                <a:lnTo>
                  <a:pt x="1881750" y="300231"/>
                </a:lnTo>
                <a:lnTo>
                  <a:pt x="1910700" y="259971"/>
                </a:lnTo>
                <a:lnTo>
                  <a:pt x="1939650" y="386748"/>
                </a:lnTo>
                <a:lnTo>
                  <a:pt x="1968600" y="446410"/>
                </a:lnTo>
                <a:lnTo>
                  <a:pt x="1997550" y="466212"/>
                </a:lnTo>
                <a:lnTo>
                  <a:pt x="2026500" y="349042"/>
                </a:lnTo>
                <a:lnTo>
                  <a:pt x="2055450" y="496629"/>
                </a:lnTo>
                <a:lnTo>
                  <a:pt x="2084400" y="400849"/>
                </a:lnTo>
                <a:lnTo>
                  <a:pt x="2113350" y="325808"/>
                </a:lnTo>
                <a:lnTo>
                  <a:pt x="2142300" y="267373"/>
                </a:lnTo>
                <a:lnTo>
                  <a:pt x="2171250" y="336970"/>
                </a:lnTo>
                <a:lnTo>
                  <a:pt x="2200200" y="206563"/>
                </a:lnTo>
                <a:lnTo>
                  <a:pt x="2229150" y="114184"/>
                </a:lnTo>
                <a:lnTo>
                  <a:pt x="2258100" y="199689"/>
                </a:lnTo>
                <a:lnTo>
                  <a:pt x="2287050" y="232866"/>
                </a:lnTo>
                <a:lnTo>
                  <a:pt x="2316000" y="217860"/>
                </a:lnTo>
                <a:lnTo>
                  <a:pt x="2344950" y="397675"/>
                </a:lnTo>
                <a:lnTo>
                  <a:pt x="2373900" y="250814"/>
                </a:lnTo>
                <a:lnTo>
                  <a:pt x="2402850" y="326644"/>
                </a:lnTo>
                <a:lnTo>
                  <a:pt x="2431800" y="202559"/>
                </a:lnTo>
                <a:lnTo>
                  <a:pt x="2460750" y="266834"/>
                </a:lnTo>
                <a:lnTo>
                  <a:pt x="2489700" y="279352"/>
                </a:lnTo>
                <a:lnTo>
                  <a:pt x="2518650" y="299165"/>
                </a:lnTo>
                <a:lnTo>
                  <a:pt x="2547600" y="261270"/>
                </a:lnTo>
                <a:lnTo>
                  <a:pt x="2576550" y="129051"/>
                </a:lnTo>
                <a:lnTo>
                  <a:pt x="2605500" y="280427"/>
                </a:lnTo>
                <a:lnTo>
                  <a:pt x="2634450" y="218531"/>
                </a:lnTo>
                <a:lnTo>
                  <a:pt x="2663400" y="159057"/>
                </a:lnTo>
                <a:lnTo>
                  <a:pt x="2692350" y="76448"/>
                </a:lnTo>
                <a:lnTo>
                  <a:pt x="2721300" y="269051"/>
                </a:lnTo>
                <a:lnTo>
                  <a:pt x="2750250" y="210134"/>
                </a:lnTo>
                <a:lnTo>
                  <a:pt x="2779200" y="269933"/>
                </a:lnTo>
                <a:lnTo>
                  <a:pt x="2808150" y="320688"/>
                </a:lnTo>
                <a:lnTo>
                  <a:pt x="2837100" y="386521"/>
                </a:lnTo>
                <a:lnTo>
                  <a:pt x="2866050" y="491222"/>
                </a:lnTo>
                <a:lnTo>
                  <a:pt x="2895000" y="477809"/>
                </a:lnTo>
                <a:lnTo>
                  <a:pt x="2923950" y="548685"/>
                </a:lnTo>
                <a:lnTo>
                  <a:pt x="2952900" y="392273"/>
                </a:lnTo>
                <a:lnTo>
                  <a:pt x="2981850" y="484618"/>
                </a:lnTo>
                <a:lnTo>
                  <a:pt x="3010800" y="334366"/>
                </a:lnTo>
                <a:lnTo>
                  <a:pt x="3039750" y="306543"/>
                </a:lnTo>
                <a:lnTo>
                  <a:pt x="3068700" y="412255"/>
                </a:lnTo>
                <a:lnTo>
                  <a:pt x="3097650" y="428756"/>
                </a:lnTo>
                <a:lnTo>
                  <a:pt x="3126600" y="346115"/>
                </a:lnTo>
                <a:lnTo>
                  <a:pt x="3155550" y="311018"/>
                </a:lnTo>
                <a:lnTo>
                  <a:pt x="3184500" y="402124"/>
                </a:lnTo>
                <a:lnTo>
                  <a:pt x="3213450" y="493164"/>
                </a:lnTo>
                <a:lnTo>
                  <a:pt x="3242400" y="506776"/>
                </a:lnTo>
                <a:lnTo>
                  <a:pt x="3271350" y="423836"/>
                </a:lnTo>
                <a:lnTo>
                  <a:pt x="3300300" y="530682"/>
                </a:lnTo>
                <a:lnTo>
                  <a:pt x="3329250" y="623554"/>
                </a:lnTo>
                <a:lnTo>
                  <a:pt x="3358200" y="578441"/>
                </a:lnTo>
                <a:lnTo>
                  <a:pt x="3387150" y="557353"/>
                </a:lnTo>
                <a:lnTo>
                  <a:pt x="3416100" y="599471"/>
                </a:lnTo>
                <a:lnTo>
                  <a:pt x="3445050" y="536383"/>
                </a:lnTo>
                <a:lnTo>
                  <a:pt x="3474000" y="428150"/>
                </a:lnTo>
                <a:lnTo>
                  <a:pt x="3502950" y="416953"/>
                </a:lnTo>
                <a:lnTo>
                  <a:pt x="3531900" y="361438"/>
                </a:lnTo>
                <a:lnTo>
                  <a:pt x="3560850" y="289102"/>
                </a:lnTo>
                <a:lnTo>
                  <a:pt x="3589800" y="222412"/>
                </a:lnTo>
                <a:lnTo>
                  <a:pt x="3618750" y="236559"/>
                </a:lnTo>
                <a:lnTo>
                  <a:pt x="3647700" y="250938"/>
                </a:lnTo>
                <a:lnTo>
                  <a:pt x="3676650" y="293313"/>
                </a:lnTo>
              </a:path>
            </a:pathLst>
          </a:custGeom>
          <a:noFill/>
          <a:ln w="13847">
            <a:solidFill>
              <a:srgbClr val="9C3E76"/>
            </a:solidFill>
            <a:prstDash val="solid"/>
          </a:ln>
        </p:spPr>
      </p:sp>
      <p:sp>
        <p:nvSpPr>
          <p:cNvPr id="44" name="p13_path_44">
            <a:extLst>
              <a:ext uri="{FF2B5EF4-FFF2-40B4-BE49-F238E27FC236}">
                <a16:creationId xmlns:a16="http://schemas.microsoft.com/office/drawing/2014/main" id="{8C1DFB58-C0C9-4EBA-9F92-EC5593F3343F}"/>
              </a:ext>
            </a:extLst>
          </p:cNvPr>
          <p:cNvSpPr>
            <a:spLocks/>
          </p:cNvSpPr>
          <p:nvPr/>
        </p:nvSpPr>
        <p:spPr>
          <a:xfrm>
            <a:off x="8483222" y="4161443"/>
            <a:ext cx="729" cy="568463"/>
          </a:xfrm>
          <a:custGeom>
            <a:avLst/>
            <a:gdLst/>
            <a:ahLst/>
            <a:cxnLst/>
            <a:rect l="0" t="0" r="0" b="0"/>
            <a:pathLst>
              <a:path w="953" h="742950">
                <a:moveTo>
                  <a:pt x="0" y="0"/>
                </a:moveTo>
                <a:lnTo>
                  <a:pt x="0" y="742950"/>
                </a:lnTo>
              </a:path>
            </a:pathLst>
          </a:custGeom>
          <a:noFill/>
          <a:ln w="7288">
            <a:solidFill>
              <a:srgbClr val="8599C3"/>
            </a:solidFill>
            <a:prstDash val="solid"/>
          </a:ln>
        </p:spPr>
      </p:sp>
      <p:sp>
        <p:nvSpPr>
          <p:cNvPr id="45" name="p13_path_45">
            <a:extLst>
              <a:ext uri="{FF2B5EF4-FFF2-40B4-BE49-F238E27FC236}">
                <a16:creationId xmlns:a16="http://schemas.microsoft.com/office/drawing/2014/main" id="{7CA096EC-1967-4648-8CB6-1A65F14D8AB2}"/>
              </a:ext>
            </a:extLst>
          </p:cNvPr>
          <p:cNvSpPr>
            <a:spLocks/>
          </p:cNvSpPr>
          <p:nvPr/>
        </p:nvSpPr>
        <p:spPr>
          <a:xfrm>
            <a:off x="8483222" y="4591435"/>
            <a:ext cx="1340990" cy="729"/>
          </a:xfrm>
          <a:custGeom>
            <a:avLst/>
            <a:gdLst/>
            <a:ahLst/>
            <a:cxnLst/>
            <a:rect l="0" t="0" r="0" b="0"/>
            <a:pathLst>
              <a:path w="1752600" h="953">
                <a:moveTo>
                  <a:pt x="0" y="0"/>
                </a:moveTo>
                <a:lnTo>
                  <a:pt x="1752600" y="0"/>
                </a:lnTo>
              </a:path>
            </a:pathLst>
          </a:custGeom>
          <a:noFill/>
          <a:ln w="7288">
            <a:solidFill>
              <a:srgbClr val="8599C3"/>
            </a:solidFill>
            <a:prstDash val="solid"/>
          </a:ln>
        </p:spPr>
      </p:sp>
      <p:sp>
        <p:nvSpPr>
          <p:cNvPr id="46" name="p13_path_46">
            <a:extLst>
              <a:ext uri="{FF2B5EF4-FFF2-40B4-BE49-F238E27FC236}">
                <a16:creationId xmlns:a16="http://schemas.microsoft.com/office/drawing/2014/main" id="{F09F6F14-3BF1-42E7-A3D6-346BF33414A5}"/>
              </a:ext>
            </a:extLst>
          </p:cNvPr>
          <p:cNvSpPr>
            <a:spLocks/>
          </p:cNvSpPr>
          <p:nvPr/>
        </p:nvSpPr>
        <p:spPr>
          <a:xfrm>
            <a:off x="8534238" y="4284248"/>
            <a:ext cx="729" cy="307187"/>
          </a:xfrm>
          <a:custGeom>
            <a:avLst/>
            <a:gdLst/>
            <a:ahLst/>
            <a:cxnLst/>
            <a:rect l="0" t="0" r="0" b="0"/>
            <a:pathLst>
              <a:path w="953" h="401476">
                <a:moveTo>
                  <a:pt x="0" y="401476"/>
                </a:moveTo>
                <a:lnTo>
                  <a:pt x="0" y="0"/>
                </a:lnTo>
              </a:path>
            </a:pathLst>
          </a:custGeom>
          <a:noFill/>
          <a:ln w="29152">
            <a:solidFill>
              <a:srgbClr val="9C3E76"/>
            </a:solidFill>
            <a:prstDash val="solid"/>
          </a:ln>
        </p:spPr>
      </p:sp>
      <p:sp>
        <p:nvSpPr>
          <p:cNvPr id="47" name="p13_path_47">
            <a:extLst>
              <a:ext uri="{FF2B5EF4-FFF2-40B4-BE49-F238E27FC236}">
                <a16:creationId xmlns:a16="http://schemas.microsoft.com/office/drawing/2014/main" id="{D5143C6E-535D-4EB4-8093-F2898AB8D4BE}"/>
              </a:ext>
            </a:extLst>
          </p:cNvPr>
          <p:cNvSpPr>
            <a:spLocks/>
          </p:cNvSpPr>
          <p:nvPr/>
        </p:nvSpPr>
        <p:spPr>
          <a:xfrm>
            <a:off x="8599830" y="4336812"/>
            <a:ext cx="729" cy="254623"/>
          </a:xfrm>
          <a:custGeom>
            <a:avLst/>
            <a:gdLst/>
            <a:ahLst/>
            <a:cxnLst/>
            <a:rect l="0" t="0" r="0" b="0"/>
            <a:pathLst>
              <a:path w="953" h="332778">
                <a:moveTo>
                  <a:pt x="0" y="332778"/>
                </a:moveTo>
                <a:lnTo>
                  <a:pt x="0" y="0"/>
                </a:lnTo>
              </a:path>
            </a:pathLst>
          </a:custGeom>
          <a:noFill/>
          <a:ln w="29152">
            <a:solidFill>
              <a:srgbClr val="9C3E76"/>
            </a:solidFill>
            <a:prstDash val="solid"/>
          </a:ln>
        </p:spPr>
      </p:sp>
      <p:sp>
        <p:nvSpPr>
          <p:cNvPr id="48" name="p13_path_48">
            <a:extLst>
              <a:ext uri="{FF2B5EF4-FFF2-40B4-BE49-F238E27FC236}">
                <a16:creationId xmlns:a16="http://schemas.microsoft.com/office/drawing/2014/main" id="{6D72D872-263A-4DE1-AEDF-0D285C51BC4D}"/>
              </a:ext>
            </a:extLst>
          </p:cNvPr>
          <p:cNvSpPr>
            <a:spLocks/>
          </p:cNvSpPr>
          <p:nvPr/>
        </p:nvSpPr>
        <p:spPr>
          <a:xfrm>
            <a:off x="8665422" y="4379117"/>
            <a:ext cx="729" cy="212318"/>
          </a:xfrm>
          <a:custGeom>
            <a:avLst/>
            <a:gdLst/>
            <a:ahLst/>
            <a:cxnLst/>
            <a:rect l="0" t="0" r="0" b="0"/>
            <a:pathLst>
              <a:path w="953" h="277488">
                <a:moveTo>
                  <a:pt x="0" y="277488"/>
                </a:moveTo>
                <a:lnTo>
                  <a:pt x="0" y="0"/>
                </a:lnTo>
              </a:path>
            </a:pathLst>
          </a:custGeom>
          <a:noFill/>
          <a:ln w="29152">
            <a:solidFill>
              <a:srgbClr val="9C3E76"/>
            </a:solidFill>
            <a:prstDash val="solid"/>
          </a:ln>
        </p:spPr>
      </p:sp>
      <p:sp>
        <p:nvSpPr>
          <p:cNvPr id="49" name="p13_path_49">
            <a:extLst>
              <a:ext uri="{FF2B5EF4-FFF2-40B4-BE49-F238E27FC236}">
                <a16:creationId xmlns:a16="http://schemas.microsoft.com/office/drawing/2014/main" id="{E198D4A1-A728-4636-85E3-B27F4472632E}"/>
              </a:ext>
            </a:extLst>
          </p:cNvPr>
          <p:cNvSpPr>
            <a:spLocks/>
          </p:cNvSpPr>
          <p:nvPr/>
        </p:nvSpPr>
        <p:spPr>
          <a:xfrm>
            <a:off x="8731014" y="4422199"/>
            <a:ext cx="729" cy="169236"/>
          </a:xfrm>
          <a:custGeom>
            <a:avLst/>
            <a:gdLst/>
            <a:ahLst/>
            <a:cxnLst/>
            <a:rect l="0" t="0" r="0" b="0"/>
            <a:pathLst>
              <a:path w="953" h="221182">
                <a:moveTo>
                  <a:pt x="0" y="221182"/>
                </a:moveTo>
                <a:lnTo>
                  <a:pt x="0" y="0"/>
                </a:lnTo>
              </a:path>
            </a:pathLst>
          </a:custGeom>
          <a:noFill/>
          <a:ln w="29152">
            <a:solidFill>
              <a:srgbClr val="9C3E76"/>
            </a:solidFill>
            <a:prstDash val="solid"/>
          </a:ln>
        </p:spPr>
      </p:sp>
      <p:sp>
        <p:nvSpPr>
          <p:cNvPr id="50" name="p13_path_50">
            <a:extLst>
              <a:ext uri="{FF2B5EF4-FFF2-40B4-BE49-F238E27FC236}">
                <a16:creationId xmlns:a16="http://schemas.microsoft.com/office/drawing/2014/main" id="{6A11B572-0C9B-4CAA-9DA1-ABC6044E16F4}"/>
              </a:ext>
            </a:extLst>
          </p:cNvPr>
          <p:cNvSpPr>
            <a:spLocks/>
          </p:cNvSpPr>
          <p:nvPr/>
        </p:nvSpPr>
        <p:spPr>
          <a:xfrm>
            <a:off x="8796606" y="4499045"/>
            <a:ext cx="729" cy="92389"/>
          </a:xfrm>
          <a:custGeom>
            <a:avLst/>
            <a:gdLst/>
            <a:ahLst/>
            <a:cxnLst/>
            <a:rect l="0" t="0" r="0" b="0"/>
            <a:pathLst>
              <a:path w="953" h="120748">
                <a:moveTo>
                  <a:pt x="0" y="120748"/>
                </a:moveTo>
                <a:lnTo>
                  <a:pt x="0" y="0"/>
                </a:lnTo>
              </a:path>
            </a:pathLst>
          </a:custGeom>
          <a:noFill/>
          <a:ln w="29152">
            <a:solidFill>
              <a:srgbClr val="9C3E76"/>
            </a:solidFill>
            <a:prstDash val="solid"/>
          </a:ln>
        </p:spPr>
      </p:sp>
      <p:sp>
        <p:nvSpPr>
          <p:cNvPr id="51" name="p13_path_51">
            <a:extLst>
              <a:ext uri="{FF2B5EF4-FFF2-40B4-BE49-F238E27FC236}">
                <a16:creationId xmlns:a16="http://schemas.microsoft.com/office/drawing/2014/main" id="{768632B2-6E2D-4EE5-8A5C-1250E91C4C20}"/>
              </a:ext>
            </a:extLst>
          </p:cNvPr>
          <p:cNvSpPr>
            <a:spLocks/>
          </p:cNvSpPr>
          <p:nvPr/>
        </p:nvSpPr>
        <p:spPr>
          <a:xfrm>
            <a:off x="8862198" y="4556335"/>
            <a:ext cx="729" cy="35100"/>
          </a:xfrm>
          <a:custGeom>
            <a:avLst/>
            <a:gdLst/>
            <a:ahLst/>
            <a:cxnLst/>
            <a:rect l="0" t="0" r="0" b="0"/>
            <a:pathLst>
              <a:path w="953" h="45873">
                <a:moveTo>
                  <a:pt x="0" y="45873"/>
                </a:moveTo>
                <a:lnTo>
                  <a:pt x="0" y="0"/>
                </a:lnTo>
              </a:path>
            </a:pathLst>
          </a:custGeom>
          <a:noFill/>
          <a:ln w="29152">
            <a:solidFill>
              <a:srgbClr val="9C3E76"/>
            </a:solidFill>
            <a:prstDash val="solid"/>
          </a:ln>
        </p:spPr>
      </p:sp>
      <p:sp>
        <p:nvSpPr>
          <p:cNvPr id="52" name="p13_path_52">
            <a:extLst>
              <a:ext uri="{FF2B5EF4-FFF2-40B4-BE49-F238E27FC236}">
                <a16:creationId xmlns:a16="http://schemas.microsoft.com/office/drawing/2014/main" id="{DF6781E0-A6DB-4B0C-B673-0A2E0354A215}"/>
              </a:ext>
            </a:extLst>
          </p:cNvPr>
          <p:cNvSpPr>
            <a:spLocks/>
          </p:cNvSpPr>
          <p:nvPr/>
        </p:nvSpPr>
        <p:spPr>
          <a:xfrm>
            <a:off x="8927790" y="4583428"/>
            <a:ext cx="729" cy="8007"/>
          </a:xfrm>
          <a:custGeom>
            <a:avLst/>
            <a:gdLst/>
            <a:ahLst/>
            <a:cxnLst/>
            <a:rect l="0" t="0" r="0" b="0"/>
            <a:pathLst>
              <a:path w="953" h="10464">
                <a:moveTo>
                  <a:pt x="0" y="10464"/>
                </a:moveTo>
                <a:lnTo>
                  <a:pt x="0" y="0"/>
                </a:lnTo>
              </a:path>
            </a:pathLst>
          </a:custGeom>
          <a:noFill/>
          <a:ln w="29152">
            <a:solidFill>
              <a:srgbClr val="9C3E76"/>
            </a:solidFill>
            <a:prstDash val="solid"/>
          </a:ln>
        </p:spPr>
      </p:sp>
      <p:sp>
        <p:nvSpPr>
          <p:cNvPr id="53" name="p13_path_53">
            <a:extLst>
              <a:ext uri="{FF2B5EF4-FFF2-40B4-BE49-F238E27FC236}">
                <a16:creationId xmlns:a16="http://schemas.microsoft.com/office/drawing/2014/main" id="{47AC402E-A1BE-49C6-970B-2D835CFCBAD8}"/>
              </a:ext>
            </a:extLst>
          </p:cNvPr>
          <p:cNvSpPr>
            <a:spLocks/>
          </p:cNvSpPr>
          <p:nvPr/>
        </p:nvSpPr>
        <p:spPr>
          <a:xfrm>
            <a:off x="8993382" y="4591435"/>
            <a:ext cx="729" cy="24665"/>
          </a:xfrm>
          <a:custGeom>
            <a:avLst/>
            <a:gdLst/>
            <a:ahLst/>
            <a:cxnLst/>
            <a:rect l="0" t="0" r="0" b="0"/>
            <a:pathLst>
              <a:path w="953" h="32236">
                <a:moveTo>
                  <a:pt x="0" y="0"/>
                </a:moveTo>
                <a:lnTo>
                  <a:pt x="0" y="32236"/>
                </a:lnTo>
              </a:path>
            </a:pathLst>
          </a:custGeom>
          <a:noFill/>
          <a:ln w="29152">
            <a:solidFill>
              <a:srgbClr val="9C3E76"/>
            </a:solidFill>
            <a:prstDash val="solid"/>
          </a:ln>
        </p:spPr>
      </p:sp>
      <p:sp>
        <p:nvSpPr>
          <p:cNvPr id="54" name="p13_path_54">
            <a:extLst>
              <a:ext uri="{FF2B5EF4-FFF2-40B4-BE49-F238E27FC236}">
                <a16:creationId xmlns:a16="http://schemas.microsoft.com/office/drawing/2014/main" id="{2B1D4DFB-6557-448C-8404-55AC3F20DE0A}"/>
              </a:ext>
            </a:extLst>
          </p:cNvPr>
          <p:cNvSpPr>
            <a:spLocks/>
          </p:cNvSpPr>
          <p:nvPr/>
        </p:nvSpPr>
        <p:spPr>
          <a:xfrm>
            <a:off x="9058973" y="4591435"/>
            <a:ext cx="729" cy="40813"/>
          </a:xfrm>
          <a:custGeom>
            <a:avLst/>
            <a:gdLst/>
            <a:ahLst/>
            <a:cxnLst/>
            <a:rect l="0" t="0" r="0" b="0"/>
            <a:pathLst>
              <a:path w="953" h="53340">
                <a:moveTo>
                  <a:pt x="0" y="0"/>
                </a:moveTo>
                <a:lnTo>
                  <a:pt x="0" y="53340"/>
                </a:lnTo>
              </a:path>
            </a:pathLst>
          </a:custGeom>
          <a:noFill/>
          <a:ln w="29152">
            <a:solidFill>
              <a:srgbClr val="9C3E76"/>
            </a:solidFill>
            <a:prstDash val="solid"/>
          </a:ln>
        </p:spPr>
      </p:sp>
      <p:sp>
        <p:nvSpPr>
          <p:cNvPr id="55" name="p13_path_55">
            <a:extLst>
              <a:ext uri="{FF2B5EF4-FFF2-40B4-BE49-F238E27FC236}">
                <a16:creationId xmlns:a16="http://schemas.microsoft.com/office/drawing/2014/main" id="{DF9FE849-85A8-4128-B846-F2FB3913DE00}"/>
              </a:ext>
            </a:extLst>
          </p:cNvPr>
          <p:cNvSpPr>
            <a:spLocks/>
          </p:cNvSpPr>
          <p:nvPr/>
        </p:nvSpPr>
        <p:spPr>
          <a:xfrm>
            <a:off x="9124565" y="4591435"/>
            <a:ext cx="729" cy="47995"/>
          </a:xfrm>
          <a:custGeom>
            <a:avLst/>
            <a:gdLst/>
            <a:ahLst/>
            <a:cxnLst/>
            <a:rect l="0" t="0" r="0" b="0"/>
            <a:pathLst>
              <a:path w="953" h="62726">
                <a:moveTo>
                  <a:pt x="0" y="0"/>
                </a:moveTo>
                <a:lnTo>
                  <a:pt x="0" y="62726"/>
                </a:lnTo>
              </a:path>
            </a:pathLst>
          </a:custGeom>
          <a:noFill/>
          <a:ln w="29152">
            <a:solidFill>
              <a:srgbClr val="9C3E76"/>
            </a:solidFill>
            <a:prstDash val="solid"/>
          </a:ln>
        </p:spPr>
      </p:sp>
      <p:sp>
        <p:nvSpPr>
          <p:cNvPr id="56" name="p13_path_56">
            <a:extLst>
              <a:ext uri="{FF2B5EF4-FFF2-40B4-BE49-F238E27FC236}">
                <a16:creationId xmlns:a16="http://schemas.microsoft.com/office/drawing/2014/main" id="{CD899B5C-CDDF-4C47-BE19-595610D1F80F}"/>
              </a:ext>
            </a:extLst>
          </p:cNvPr>
          <p:cNvSpPr>
            <a:spLocks/>
          </p:cNvSpPr>
          <p:nvPr/>
        </p:nvSpPr>
        <p:spPr>
          <a:xfrm>
            <a:off x="9190157" y="4591435"/>
            <a:ext cx="729" cy="24010"/>
          </a:xfrm>
          <a:custGeom>
            <a:avLst/>
            <a:gdLst/>
            <a:ahLst/>
            <a:cxnLst/>
            <a:rect l="0" t="0" r="0" b="0"/>
            <a:pathLst>
              <a:path w="953" h="31380">
                <a:moveTo>
                  <a:pt x="0" y="0"/>
                </a:moveTo>
                <a:lnTo>
                  <a:pt x="0" y="31380"/>
                </a:lnTo>
              </a:path>
            </a:pathLst>
          </a:custGeom>
          <a:noFill/>
          <a:ln w="29152">
            <a:solidFill>
              <a:srgbClr val="9C3E76"/>
            </a:solidFill>
            <a:prstDash val="solid"/>
          </a:ln>
        </p:spPr>
      </p:sp>
      <p:sp>
        <p:nvSpPr>
          <p:cNvPr id="57" name="p13_path_57">
            <a:extLst>
              <a:ext uri="{FF2B5EF4-FFF2-40B4-BE49-F238E27FC236}">
                <a16:creationId xmlns:a16="http://schemas.microsoft.com/office/drawing/2014/main" id="{8F988C83-1911-48D8-89CC-343022E4F612}"/>
              </a:ext>
            </a:extLst>
          </p:cNvPr>
          <p:cNvSpPr>
            <a:spLocks/>
          </p:cNvSpPr>
          <p:nvPr/>
        </p:nvSpPr>
        <p:spPr>
          <a:xfrm>
            <a:off x="9255749" y="4591435"/>
            <a:ext cx="729" cy="4691"/>
          </a:xfrm>
          <a:custGeom>
            <a:avLst/>
            <a:gdLst/>
            <a:ahLst/>
            <a:cxnLst/>
            <a:rect l="0" t="0" r="0" b="0"/>
            <a:pathLst>
              <a:path w="953" h="6131">
                <a:moveTo>
                  <a:pt x="0" y="0"/>
                </a:moveTo>
                <a:lnTo>
                  <a:pt x="0" y="6131"/>
                </a:lnTo>
              </a:path>
            </a:pathLst>
          </a:custGeom>
          <a:noFill/>
          <a:ln w="29152">
            <a:solidFill>
              <a:srgbClr val="9C3E76"/>
            </a:solidFill>
            <a:prstDash val="solid"/>
          </a:ln>
        </p:spPr>
      </p:sp>
      <p:sp>
        <p:nvSpPr>
          <p:cNvPr id="58" name="p13_path_58">
            <a:extLst>
              <a:ext uri="{FF2B5EF4-FFF2-40B4-BE49-F238E27FC236}">
                <a16:creationId xmlns:a16="http://schemas.microsoft.com/office/drawing/2014/main" id="{FB5F6EED-3587-49E7-83C6-2BD59CE9799F}"/>
              </a:ext>
            </a:extLst>
          </p:cNvPr>
          <p:cNvSpPr>
            <a:spLocks/>
          </p:cNvSpPr>
          <p:nvPr/>
        </p:nvSpPr>
        <p:spPr>
          <a:xfrm>
            <a:off x="9321341" y="4572474"/>
            <a:ext cx="729" cy="18961"/>
          </a:xfrm>
          <a:custGeom>
            <a:avLst/>
            <a:gdLst/>
            <a:ahLst/>
            <a:cxnLst/>
            <a:rect l="0" t="0" r="0" b="0"/>
            <a:pathLst>
              <a:path w="953" h="24781">
                <a:moveTo>
                  <a:pt x="0" y="24781"/>
                </a:moveTo>
                <a:lnTo>
                  <a:pt x="0" y="0"/>
                </a:lnTo>
              </a:path>
            </a:pathLst>
          </a:custGeom>
          <a:noFill/>
          <a:ln w="29152">
            <a:solidFill>
              <a:srgbClr val="9C3E76"/>
            </a:solidFill>
            <a:prstDash val="solid"/>
          </a:ln>
        </p:spPr>
      </p:sp>
      <p:sp>
        <p:nvSpPr>
          <p:cNvPr id="59" name="p13_path_59">
            <a:extLst>
              <a:ext uri="{FF2B5EF4-FFF2-40B4-BE49-F238E27FC236}">
                <a16:creationId xmlns:a16="http://schemas.microsoft.com/office/drawing/2014/main" id="{351A922C-B249-4383-B125-E55FEF4DAD5E}"/>
              </a:ext>
            </a:extLst>
          </p:cNvPr>
          <p:cNvSpPr>
            <a:spLocks/>
          </p:cNvSpPr>
          <p:nvPr/>
        </p:nvSpPr>
        <p:spPr>
          <a:xfrm>
            <a:off x="9386933" y="4562482"/>
            <a:ext cx="729" cy="28953"/>
          </a:xfrm>
          <a:custGeom>
            <a:avLst/>
            <a:gdLst/>
            <a:ahLst/>
            <a:cxnLst/>
            <a:rect l="0" t="0" r="0" b="0"/>
            <a:pathLst>
              <a:path w="953" h="37839">
                <a:moveTo>
                  <a:pt x="0" y="37839"/>
                </a:moveTo>
                <a:lnTo>
                  <a:pt x="0" y="0"/>
                </a:lnTo>
              </a:path>
            </a:pathLst>
          </a:custGeom>
          <a:noFill/>
          <a:ln w="29152">
            <a:solidFill>
              <a:srgbClr val="9C3E76"/>
            </a:solidFill>
            <a:prstDash val="solid"/>
          </a:ln>
        </p:spPr>
      </p:sp>
      <p:sp>
        <p:nvSpPr>
          <p:cNvPr id="60" name="p13_path_60">
            <a:extLst>
              <a:ext uri="{FF2B5EF4-FFF2-40B4-BE49-F238E27FC236}">
                <a16:creationId xmlns:a16="http://schemas.microsoft.com/office/drawing/2014/main" id="{1F1372EC-B17F-4C4A-8F2E-8689A440538F}"/>
              </a:ext>
            </a:extLst>
          </p:cNvPr>
          <p:cNvSpPr>
            <a:spLocks/>
          </p:cNvSpPr>
          <p:nvPr/>
        </p:nvSpPr>
        <p:spPr>
          <a:xfrm>
            <a:off x="9452525" y="4536705"/>
            <a:ext cx="729" cy="54730"/>
          </a:xfrm>
          <a:custGeom>
            <a:avLst/>
            <a:gdLst/>
            <a:ahLst/>
            <a:cxnLst/>
            <a:rect l="0" t="0" r="0" b="0"/>
            <a:pathLst>
              <a:path w="953" h="71529">
                <a:moveTo>
                  <a:pt x="0" y="71529"/>
                </a:moveTo>
                <a:lnTo>
                  <a:pt x="0" y="0"/>
                </a:lnTo>
              </a:path>
            </a:pathLst>
          </a:custGeom>
          <a:noFill/>
          <a:ln w="29152">
            <a:solidFill>
              <a:srgbClr val="9C3E76"/>
            </a:solidFill>
            <a:prstDash val="solid"/>
          </a:ln>
        </p:spPr>
      </p:sp>
      <p:sp>
        <p:nvSpPr>
          <p:cNvPr id="61" name="p13_path_61">
            <a:extLst>
              <a:ext uri="{FF2B5EF4-FFF2-40B4-BE49-F238E27FC236}">
                <a16:creationId xmlns:a16="http://schemas.microsoft.com/office/drawing/2014/main" id="{530B2CC3-891A-4B37-A17F-3273B00D840A}"/>
              </a:ext>
            </a:extLst>
          </p:cNvPr>
          <p:cNvSpPr>
            <a:spLocks/>
          </p:cNvSpPr>
          <p:nvPr/>
        </p:nvSpPr>
        <p:spPr>
          <a:xfrm>
            <a:off x="9518117" y="4515417"/>
            <a:ext cx="729" cy="76017"/>
          </a:xfrm>
          <a:custGeom>
            <a:avLst/>
            <a:gdLst/>
            <a:ahLst/>
            <a:cxnLst/>
            <a:rect l="0" t="0" r="0" b="0"/>
            <a:pathLst>
              <a:path w="953" h="99350">
                <a:moveTo>
                  <a:pt x="0" y="99350"/>
                </a:moveTo>
                <a:lnTo>
                  <a:pt x="0" y="0"/>
                </a:lnTo>
              </a:path>
            </a:pathLst>
          </a:custGeom>
          <a:noFill/>
          <a:ln w="29152">
            <a:solidFill>
              <a:srgbClr val="9C3E76"/>
            </a:solidFill>
            <a:prstDash val="solid"/>
          </a:ln>
        </p:spPr>
      </p:sp>
      <p:sp>
        <p:nvSpPr>
          <p:cNvPr id="62" name="p13_path_62">
            <a:extLst>
              <a:ext uri="{FF2B5EF4-FFF2-40B4-BE49-F238E27FC236}">
                <a16:creationId xmlns:a16="http://schemas.microsoft.com/office/drawing/2014/main" id="{FD717962-3BB5-4DFD-A5D4-C2BC7C37403D}"/>
              </a:ext>
            </a:extLst>
          </p:cNvPr>
          <p:cNvSpPr>
            <a:spLocks/>
          </p:cNvSpPr>
          <p:nvPr/>
        </p:nvSpPr>
        <p:spPr>
          <a:xfrm>
            <a:off x="9583709" y="4524963"/>
            <a:ext cx="729" cy="66472"/>
          </a:xfrm>
          <a:custGeom>
            <a:avLst/>
            <a:gdLst/>
            <a:ahLst/>
            <a:cxnLst/>
            <a:rect l="0" t="0" r="0" b="0"/>
            <a:pathLst>
              <a:path w="953" h="86875">
                <a:moveTo>
                  <a:pt x="0" y="86875"/>
                </a:moveTo>
                <a:lnTo>
                  <a:pt x="0" y="0"/>
                </a:lnTo>
              </a:path>
            </a:pathLst>
          </a:custGeom>
          <a:noFill/>
          <a:ln w="29152">
            <a:solidFill>
              <a:srgbClr val="9C3E76"/>
            </a:solidFill>
            <a:prstDash val="solid"/>
          </a:ln>
        </p:spPr>
      </p:sp>
      <p:sp>
        <p:nvSpPr>
          <p:cNvPr id="63" name="p13_path_63">
            <a:extLst>
              <a:ext uri="{FF2B5EF4-FFF2-40B4-BE49-F238E27FC236}">
                <a16:creationId xmlns:a16="http://schemas.microsoft.com/office/drawing/2014/main" id="{C307CE1B-E0CC-41EC-8452-6730DA433C4F}"/>
              </a:ext>
            </a:extLst>
          </p:cNvPr>
          <p:cNvSpPr>
            <a:spLocks/>
          </p:cNvSpPr>
          <p:nvPr/>
        </p:nvSpPr>
        <p:spPr>
          <a:xfrm>
            <a:off x="9649301" y="4536282"/>
            <a:ext cx="729" cy="55152"/>
          </a:xfrm>
          <a:custGeom>
            <a:avLst/>
            <a:gdLst/>
            <a:ahLst/>
            <a:cxnLst/>
            <a:rect l="0" t="0" r="0" b="0"/>
            <a:pathLst>
              <a:path w="953" h="72081">
                <a:moveTo>
                  <a:pt x="0" y="72081"/>
                </a:moveTo>
                <a:lnTo>
                  <a:pt x="0" y="0"/>
                </a:lnTo>
              </a:path>
            </a:pathLst>
          </a:custGeom>
          <a:noFill/>
          <a:ln w="29152">
            <a:solidFill>
              <a:srgbClr val="9C3E76"/>
            </a:solidFill>
            <a:prstDash val="solid"/>
          </a:ln>
        </p:spPr>
      </p:sp>
      <p:sp>
        <p:nvSpPr>
          <p:cNvPr id="64" name="p13_path_64">
            <a:extLst>
              <a:ext uri="{FF2B5EF4-FFF2-40B4-BE49-F238E27FC236}">
                <a16:creationId xmlns:a16="http://schemas.microsoft.com/office/drawing/2014/main" id="{15B317A4-8B5A-4A87-8050-313058BA1671}"/>
              </a:ext>
            </a:extLst>
          </p:cNvPr>
          <p:cNvSpPr>
            <a:spLocks/>
          </p:cNvSpPr>
          <p:nvPr/>
        </p:nvSpPr>
        <p:spPr>
          <a:xfrm>
            <a:off x="9714893" y="4557727"/>
            <a:ext cx="729" cy="33708"/>
          </a:xfrm>
          <a:custGeom>
            <a:avLst/>
            <a:gdLst/>
            <a:ahLst/>
            <a:cxnLst/>
            <a:rect l="0" t="0" r="0" b="0"/>
            <a:pathLst>
              <a:path w="953" h="44054">
                <a:moveTo>
                  <a:pt x="0" y="44054"/>
                </a:moveTo>
                <a:lnTo>
                  <a:pt x="0" y="0"/>
                </a:lnTo>
              </a:path>
            </a:pathLst>
          </a:custGeom>
          <a:noFill/>
          <a:ln w="29152">
            <a:solidFill>
              <a:srgbClr val="9C3E76"/>
            </a:solidFill>
            <a:prstDash val="solid"/>
          </a:ln>
        </p:spPr>
      </p:sp>
      <p:sp>
        <p:nvSpPr>
          <p:cNvPr id="65" name="p13_path_65">
            <a:extLst>
              <a:ext uri="{FF2B5EF4-FFF2-40B4-BE49-F238E27FC236}">
                <a16:creationId xmlns:a16="http://schemas.microsoft.com/office/drawing/2014/main" id="{C7034A24-5202-449E-BC98-C75835CBA041}"/>
              </a:ext>
            </a:extLst>
          </p:cNvPr>
          <p:cNvSpPr>
            <a:spLocks/>
          </p:cNvSpPr>
          <p:nvPr/>
        </p:nvSpPr>
        <p:spPr>
          <a:xfrm>
            <a:off x="8483222" y="4518555"/>
            <a:ext cx="1340990" cy="729"/>
          </a:xfrm>
          <a:custGeom>
            <a:avLst/>
            <a:gdLst/>
            <a:ahLst/>
            <a:cxnLst/>
            <a:rect l="0" t="0" r="0" b="0"/>
            <a:pathLst>
              <a:path w="1752600" h="953">
                <a:moveTo>
                  <a:pt x="0" y="0"/>
                </a:moveTo>
                <a:lnTo>
                  <a:pt x="1752600" y="0"/>
                </a:lnTo>
              </a:path>
            </a:pathLst>
          </a:custGeom>
          <a:noFill/>
          <a:ln w="5830">
            <a:solidFill>
              <a:srgbClr val="8599C3"/>
            </a:solidFill>
            <a:prstDash val="dash"/>
          </a:ln>
        </p:spPr>
      </p:sp>
      <p:sp>
        <p:nvSpPr>
          <p:cNvPr id="66" name="p13_path_66">
            <a:extLst>
              <a:ext uri="{FF2B5EF4-FFF2-40B4-BE49-F238E27FC236}">
                <a16:creationId xmlns:a16="http://schemas.microsoft.com/office/drawing/2014/main" id="{880DE5B5-AAB8-426E-9834-7601F90651E1}"/>
              </a:ext>
            </a:extLst>
          </p:cNvPr>
          <p:cNvSpPr>
            <a:spLocks/>
          </p:cNvSpPr>
          <p:nvPr/>
        </p:nvSpPr>
        <p:spPr>
          <a:xfrm>
            <a:off x="8483222" y="4664315"/>
            <a:ext cx="1340990" cy="729"/>
          </a:xfrm>
          <a:custGeom>
            <a:avLst/>
            <a:gdLst/>
            <a:ahLst/>
            <a:cxnLst/>
            <a:rect l="0" t="0" r="0" b="0"/>
            <a:pathLst>
              <a:path w="1752600" h="953">
                <a:moveTo>
                  <a:pt x="0" y="0"/>
                </a:moveTo>
                <a:lnTo>
                  <a:pt x="1752600" y="0"/>
                </a:lnTo>
              </a:path>
            </a:pathLst>
          </a:custGeom>
          <a:noFill/>
          <a:ln w="5830">
            <a:solidFill>
              <a:srgbClr val="8599C3"/>
            </a:solidFill>
            <a:prstDash val="dash"/>
          </a:ln>
        </p:spPr>
      </p:sp>
      <p:sp>
        <p:nvSpPr>
          <p:cNvPr id="67" name="p13_path_67">
            <a:extLst>
              <a:ext uri="{FF2B5EF4-FFF2-40B4-BE49-F238E27FC236}">
                <a16:creationId xmlns:a16="http://schemas.microsoft.com/office/drawing/2014/main" id="{9F845A76-64C6-4ED4-A64A-56C3EDCEE21D}"/>
              </a:ext>
            </a:extLst>
          </p:cNvPr>
          <p:cNvSpPr>
            <a:spLocks/>
          </p:cNvSpPr>
          <p:nvPr/>
        </p:nvSpPr>
        <p:spPr>
          <a:xfrm>
            <a:off x="10181324" y="4161443"/>
            <a:ext cx="729" cy="568463"/>
          </a:xfrm>
          <a:custGeom>
            <a:avLst/>
            <a:gdLst/>
            <a:ahLst/>
            <a:cxnLst/>
            <a:rect l="0" t="0" r="0" b="0"/>
            <a:pathLst>
              <a:path w="953" h="742950">
                <a:moveTo>
                  <a:pt x="0" y="0"/>
                </a:moveTo>
                <a:lnTo>
                  <a:pt x="0" y="742950"/>
                </a:lnTo>
              </a:path>
            </a:pathLst>
          </a:custGeom>
          <a:noFill/>
          <a:ln w="8746">
            <a:solidFill>
              <a:srgbClr val="8599C3"/>
            </a:solidFill>
            <a:prstDash val="solid"/>
          </a:ln>
        </p:spPr>
      </p:sp>
      <p:sp>
        <p:nvSpPr>
          <p:cNvPr id="68" name="p13_path_68">
            <a:extLst>
              <a:ext uri="{FF2B5EF4-FFF2-40B4-BE49-F238E27FC236}">
                <a16:creationId xmlns:a16="http://schemas.microsoft.com/office/drawing/2014/main" id="{7668B28A-638B-4836-B2DC-921BEE3FF54A}"/>
              </a:ext>
            </a:extLst>
          </p:cNvPr>
          <p:cNvSpPr>
            <a:spLocks/>
          </p:cNvSpPr>
          <p:nvPr/>
        </p:nvSpPr>
        <p:spPr>
          <a:xfrm>
            <a:off x="10181324" y="4729906"/>
            <a:ext cx="1399294" cy="729"/>
          </a:xfrm>
          <a:custGeom>
            <a:avLst/>
            <a:gdLst/>
            <a:ahLst/>
            <a:cxnLst/>
            <a:rect l="0" t="0" r="0" b="0"/>
            <a:pathLst>
              <a:path w="1828800" h="953">
                <a:moveTo>
                  <a:pt x="0" y="0"/>
                </a:moveTo>
                <a:lnTo>
                  <a:pt x="1828800" y="0"/>
                </a:lnTo>
              </a:path>
            </a:pathLst>
          </a:custGeom>
          <a:noFill/>
          <a:ln w="8746">
            <a:solidFill>
              <a:srgbClr val="8599C3"/>
            </a:solidFill>
            <a:prstDash val="solid"/>
          </a:ln>
        </p:spPr>
      </p:sp>
      <p:sp>
        <p:nvSpPr>
          <p:cNvPr id="69" name="p13_path_69">
            <a:extLst>
              <a:ext uri="{FF2B5EF4-FFF2-40B4-BE49-F238E27FC236}">
                <a16:creationId xmlns:a16="http://schemas.microsoft.com/office/drawing/2014/main" id="{88398A85-2A4C-4F63-849E-477D62BA3FB3}"/>
              </a:ext>
            </a:extLst>
          </p:cNvPr>
          <p:cNvSpPr>
            <a:spLocks/>
          </p:cNvSpPr>
          <p:nvPr/>
        </p:nvSpPr>
        <p:spPr>
          <a:xfrm>
            <a:off x="10181324" y="4449384"/>
            <a:ext cx="1399294" cy="279415"/>
          </a:xfrm>
          <a:custGeom>
            <a:avLst/>
            <a:gdLst/>
            <a:ahLst/>
            <a:cxnLst/>
            <a:rect l="0" t="0" r="0" b="0"/>
            <a:pathLst>
              <a:path w="1828800" h="365180">
                <a:moveTo>
                  <a:pt x="0" y="78802"/>
                </a:moveTo>
                <a:lnTo>
                  <a:pt x="29497" y="2340"/>
                </a:lnTo>
                <a:lnTo>
                  <a:pt x="58994" y="0"/>
                </a:lnTo>
                <a:lnTo>
                  <a:pt x="88490" y="141035"/>
                </a:lnTo>
                <a:lnTo>
                  <a:pt x="117987" y="85790"/>
                </a:lnTo>
                <a:lnTo>
                  <a:pt x="147484" y="197086"/>
                </a:lnTo>
                <a:lnTo>
                  <a:pt x="176981" y="136916"/>
                </a:lnTo>
                <a:lnTo>
                  <a:pt x="206477" y="3570"/>
                </a:lnTo>
                <a:lnTo>
                  <a:pt x="235974" y="98630"/>
                </a:lnTo>
                <a:lnTo>
                  <a:pt x="265471" y="292520"/>
                </a:lnTo>
                <a:lnTo>
                  <a:pt x="294968" y="358726"/>
                </a:lnTo>
                <a:lnTo>
                  <a:pt x="324465" y="332009"/>
                </a:lnTo>
                <a:lnTo>
                  <a:pt x="353961" y="257756"/>
                </a:lnTo>
                <a:lnTo>
                  <a:pt x="383458" y="236581"/>
                </a:lnTo>
                <a:lnTo>
                  <a:pt x="412955" y="351119"/>
                </a:lnTo>
                <a:lnTo>
                  <a:pt x="442452" y="350847"/>
                </a:lnTo>
                <a:lnTo>
                  <a:pt x="471948" y="317607"/>
                </a:lnTo>
                <a:lnTo>
                  <a:pt x="501445" y="345267"/>
                </a:lnTo>
                <a:lnTo>
                  <a:pt x="530942" y="311861"/>
                </a:lnTo>
                <a:lnTo>
                  <a:pt x="560439" y="335366"/>
                </a:lnTo>
                <a:lnTo>
                  <a:pt x="589935" y="320976"/>
                </a:lnTo>
                <a:lnTo>
                  <a:pt x="619432" y="298108"/>
                </a:lnTo>
                <a:lnTo>
                  <a:pt x="648929" y="331654"/>
                </a:lnTo>
                <a:lnTo>
                  <a:pt x="678426" y="340192"/>
                </a:lnTo>
                <a:lnTo>
                  <a:pt x="707923" y="322436"/>
                </a:lnTo>
                <a:lnTo>
                  <a:pt x="737419" y="328999"/>
                </a:lnTo>
                <a:lnTo>
                  <a:pt x="766916" y="312856"/>
                </a:lnTo>
                <a:lnTo>
                  <a:pt x="796413" y="348631"/>
                </a:lnTo>
                <a:lnTo>
                  <a:pt x="825910" y="328311"/>
                </a:lnTo>
                <a:lnTo>
                  <a:pt x="855406" y="360288"/>
                </a:lnTo>
                <a:lnTo>
                  <a:pt x="884903" y="270160"/>
                </a:lnTo>
                <a:lnTo>
                  <a:pt x="914400" y="258523"/>
                </a:lnTo>
                <a:lnTo>
                  <a:pt x="943897" y="268013"/>
                </a:lnTo>
                <a:lnTo>
                  <a:pt x="973394" y="359496"/>
                </a:lnTo>
                <a:lnTo>
                  <a:pt x="1002890" y="353647"/>
                </a:lnTo>
                <a:lnTo>
                  <a:pt x="1032387" y="311585"/>
                </a:lnTo>
                <a:lnTo>
                  <a:pt x="1061884" y="324429"/>
                </a:lnTo>
                <a:lnTo>
                  <a:pt x="1091381" y="269248"/>
                </a:lnTo>
                <a:lnTo>
                  <a:pt x="1120877" y="359975"/>
                </a:lnTo>
                <a:lnTo>
                  <a:pt x="1150374" y="311135"/>
                </a:lnTo>
                <a:lnTo>
                  <a:pt x="1179871" y="348953"/>
                </a:lnTo>
                <a:lnTo>
                  <a:pt x="1209368" y="354187"/>
                </a:lnTo>
                <a:lnTo>
                  <a:pt x="1238865" y="336672"/>
                </a:lnTo>
                <a:lnTo>
                  <a:pt x="1268361" y="335281"/>
                </a:lnTo>
                <a:lnTo>
                  <a:pt x="1297858" y="356043"/>
                </a:lnTo>
                <a:lnTo>
                  <a:pt x="1327355" y="354292"/>
                </a:lnTo>
                <a:lnTo>
                  <a:pt x="1356852" y="350184"/>
                </a:lnTo>
                <a:lnTo>
                  <a:pt x="1386348" y="359510"/>
                </a:lnTo>
                <a:lnTo>
                  <a:pt x="1415845" y="343455"/>
                </a:lnTo>
                <a:lnTo>
                  <a:pt x="1445342" y="322849"/>
                </a:lnTo>
                <a:lnTo>
                  <a:pt x="1474839" y="359372"/>
                </a:lnTo>
                <a:lnTo>
                  <a:pt x="1504335" y="335914"/>
                </a:lnTo>
                <a:lnTo>
                  <a:pt x="1533832" y="359156"/>
                </a:lnTo>
                <a:lnTo>
                  <a:pt x="1563329" y="352230"/>
                </a:lnTo>
                <a:lnTo>
                  <a:pt x="1592826" y="365180"/>
                </a:lnTo>
                <a:lnTo>
                  <a:pt x="1622323" y="330888"/>
                </a:lnTo>
                <a:lnTo>
                  <a:pt x="1651819" y="264492"/>
                </a:lnTo>
                <a:lnTo>
                  <a:pt x="1681316" y="356565"/>
                </a:lnTo>
                <a:lnTo>
                  <a:pt x="1710813" y="347632"/>
                </a:lnTo>
                <a:lnTo>
                  <a:pt x="1740310" y="344667"/>
                </a:lnTo>
                <a:lnTo>
                  <a:pt x="1769806" y="313467"/>
                </a:lnTo>
                <a:lnTo>
                  <a:pt x="1799303" y="353172"/>
                </a:lnTo>
                <a:lnTo>
                  <a:pt x="1828800" y="339962"/>
                </a:lnTo>
              </a:path>
            </a:pathLst>
          </a:custGeom>
          <a:noFill/>
          <a:ln w="13118">
            <a:solidFill>
              <a:srgbClr val="9C3E76"/>
            </a:solidFill>
            <a:prstDash val="solid"/>
          </a:ln>
        </p:spPr>
      </p:sp>
      <p:sp>
        <p:nvSpPr>
          <p:cNvPr id="70" name="p13_rect_70">
            <a:extLst>
              <a:ext uri="{FF2B5EF4-FFF2-40B4-BE49-F238E27FC236}">
                <a16:creationId xmlns:a16="http://schemas.microsoft.com/office/drawing/2014/main" id="{ACD272DD-9B3C-4E23-A938-6F3DCED74646}"/>
              </a:ext>
            </a:extLst>
          </p:cNvPr>
          <p:cNvSpPr>
            <a:spLocks/>
          </p:cNvSpPr>
          <p:nvPr/>
        </p:nvSpPr>
        <p:spPr>
          <a:xfrm>
            <a:off x="1333702" y="5837681"/>
            <a:ext cx="9518117" cy="721511"/>
          </a:xfrm>
          <a:prstGeom prst="roundRect">
            <a:avLst>
              <a:gd name="adj" fmla="val 11111"/>
            </a:avLst>
          </a:prstGeom>
          <a:gradFill>
            <a:gsLst>
              <a:gs pos="0">
                <a:srgbClr val="FFFDFE"/>
              </a:gs>
              <a:gs pos="100000">
                <a:srgbClr val="F7EAF2"/>
              </a:gs>
            </a:gsLst>
            <a:lin ang="5400000"/>
          </a:gradFill>
          <a:ln w="10203">
            <a:solidFill>
              <a:srgbClr val="9C3E76"/>
            </a:solidFill>
            <a:prstDash val="solid"/>
          </a:ln>
        </p:spPr>
      </p:sp>
      <p:sp>
        <p:nvSpPr>
          <p:cNvPr id="71" name="p13_label_1">
            <a:extLst>
              <a:ext uri="{FF2B5EF4-FFF2-40B4-BE49-F238E27FC236}">
                <a16:creationId xmlns:a16="http://schemas.microsoft.com/office/drawing/2014/main" id="{ABC90398-74D8-4E10-83D8-68DEEF8CD4D1}"/>
              </a:ext>
            </a:extLst>
          </p:cNvPr>
          <p:cNvSpPr>
            <a:spLocks/>
          </p:cNvSpPr>
          <p:nvPr/>
        </p:nvSpPr>
        <p:spPr>
          <a:xfrm>
            <a:off x="174912" y="58304"/>
            <a:ext cx="10421828" cy="444567"/>
          </a:xfrm>
          <a:prstGeom prst="rect">
            <a:avLst/>
          </a:prstGeom>
          <a:noFill/>
          <a:ln w="0">
            <a:noFill/>
          </a:ln>
        </p:spPr>
        <p:txBody>
          <a:bodyPr wrap="square" lIns="0" tIns="0" rIns="0" bIns="0" anchor="t">
            <a:noAutofit/>
          </a:bodyPr>
          <a:lstStyle>
            <a:defPPr algn="l">
              <a:defRPr sz="2640" b="1">
                <a:solidFill>
                  <a:srgbClr val="172956"/>
                </a:solidFill>
                <a:latin typeface="Source Han Serif SC Heavy"/>
                <a:ea typeface="Source Han Serif SC Heavy"/>
                <a:cs typeface="Source Han Serif SC Heavy"/>
              </a:defRPr>
            </a:defPPr>
          </a:lstStyle>
          <a:p>
            <a:pPr algn="l">
              <a:defRPr sz="2640" b="1">
                <a:solidFill>
                  <a:srgbClr val="172956"/>
                </a:solidFill>
                <a:latin typeface="Source Han Serif SC Heavy"/>
                <a:ea typeface="Source Han Serif SC Heavy"/>
                <a:cs typeface="Source Han Serif SC Heavy"/>
              </a:defRPr>
            </a:pPr>
            <a:r>
              <a:rPr sz="2640" b="1">
                <a:solidFill>
                  <a:srgbClr val="172956"/>
                </a:solidFill>
                <a:latin typeface="Source Han Serif SC Heavy"/>
                <a:ea typeface="Source Han Serif SC Heavy"/>
                <a:cs typeface="Source Han Serif SC Heavy"/>
              </a:rPr>
              <a:t>RQ2：整体误差之外，残差结构提供了什么？</a:t>
            </a:r>
          </a:p>
        </p:txBody>
      </p:sp>
      <p:sp>
        <p:nvSpPr>
          <p:cNvPr id="72" name="p13_label_2">
            <a:extLst>
              <a:ext uri="{FF2B5EF4-FFF2-40B4-BE49-F238E27FC236}">
                <a16:creationId xmlns:a16="http://schemas.microsoft.com/office/drawing/2014/main" id="{012602BA-14C1-41C8-BF46-C5FA94AD7B1F}"/>
              </a:ext>
            </a:extLst>
          </p:cNvPr>
          <p:cNvSpPr>
            <a:spLocks/>
          </p:cNvSpPr>
          <p:nvPr/>
        </p:nvSpPr>
        <p:spPr>
          <a:xfrm>
            <a:off x="204064" y="510159"/>
            <a:ext cx="10859107" cy="233216"/>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这是信息增量假设；示意曲线不构成任何候选优劣结论</a:t>
            </a:r>
          </a:p>
        </p:txBody>
      </p:sp>
      <p:sp>
        <p:nvSpPr>
          <p:cNvPr id="73" name="p13_label_3">
            <a:extLst>
              <a:ext uri="{FF2B5EF4-FFF2-40B4-BE49-F238E27FC236}">
                <a16:creationId xmlns:a16="http://schemas.microsoft.com/office/drawing/2014/main" id="{D32DB51B-8D4D-4A19-80AA-95F17925055A}"/>
              </a:ext>
            </a:extLst>
          </p:cNvPr>
          <p:cNvSpPr>
            <a:spLocks/>
          </p:cNvSpPr>
          <p:nvPr/>
        </p:nvSpPr>
        <p:spPr>
          <a:xfrm>
            <a:off x="11004867" y="94744"/>
            <a:ext cx="1020319" cy="233216"/>
          </a:xfrm>
          <a:prstGeom prst="rect">
            <a:avLst/>
          </a:prstGeom>
          <a:noFill/>
          <a:ln w="0">
            <a:noFill/>
          </a:ln>
        </p:spPr>
        <p:txBody>
          <a:bodyPr wrap="square" lIns="0" tIns="0" rIns="0" bIns="0" anchor="t">
            <a:noAutofit/>
          </a:bodyPr>
          <a:lstStyle>
            <a:defPPr algn="r">
              <a:defRPr sz="1205" b="0">
                <a:solidFill>
                  <a:srgbClr val="52617D"/>
                </a:solidFill>
                <a:latin typeface="Noto Sans SC"/>
                <a:ea typeface="Noto Sans SC"/>
                <a:cs typeface="Noto Sans SC"/>
              </a:defRPr>
            </a:defPPr>
          </a:lstStyle>
          <a:p>
            <a:pPr algn="r">
              <a:defRPr sz="1205" b="0">
                <a:solidFill>
                  <a:srgbClr val="52617D"/>
                </a:solidFill>
                <a:latin typeface="Noto Sans SC"/>
                <a:ea typeface="Noto Sans SC"/>
                <a:cs typeface="Noto Sans SC"/>
              </a:defRPr>
            </a:pPr>
            <a:r>
              <a:rPr sz="1205" b="0">
                <a:solidFill>
                  <a:srgbClr val="52617D"/>
                </a:solidFill>
                <a:latin typeface="Noto Sans SC"/>
                <a:ea typeface="Noto Sans SC"/>
                <a:cs typeface="Noto Sans SC"/>
              </a:rPr>
              <a:t>04 研究问题</a:t>
            </a:r>
          </a:p>
        </p:txBody>
      </p:sp>
      <p:sp>
        <p:nvSpPr>
          <p:cNvPr id="74" name="p13_label_4">
            <a:extLst>
              <a:ext uri="{FF2B5EF4-FFF2-40B4-BE49-F238E27FC236}">
                <a16:creationId xmlns:a16="http://schemas.microsoft.com/office/drawing/2014/main" id="{790E8C6C-4C43-47BF-9253-A9B83D3CD351}"/>
              </a:ext>
            </a:extLst>
          </p:cNvPr>
          <p:cNvSpPr>
            <a:spLocks/>
          </p:cNvSpPr>
          <p:nvPr/>
        </p:nvSpPr>
        <p:spPr>
          <a:xfrm>
            <a:off x="298808" y="1209807"/>
            <a:ext cx="3884499"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当前任务应记录的验证产物</a:t>
            </a:r>
          </a:p>
        </p:txBody>
      </p:sp>
      <p:sp>
        <p:nvSpPr>
          <p:cNvPr id="75" name="p13_label_5">
            <a:extLst>
              <a:ext uri="{FF2B5EF4-FFF2-40B4-BE49-F238E27FC236}">
                <a16:creationId xmlns:a16="http://schemas.microsoft.com/office/drawing/2014/main" id="{94CA535C-9861-4396-80BC-E045AC7A62E6}"/>
              </a:ext>
            </a:extLst>
          </p:cNvPr>
          <p:cNvSpPr>
            <a:spLocks/>
          </p:cNvSpPr>
          <p:nvPr/>
        </p:nvSpPr>
        <p:spPr>
          <a:xfrm>
            <a:off x="298808" y="1515902"/>
            <a:ext cx="3884499"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验证残差 e(t,h) = y(t+h) − ŷ(t,h)</a:t>
            </a:r>
          </a:p>
        </p:txBody>
      </p:sp>
      <p:sp>
        <p:nvSpPr>
          <p:cNvPr id="76" name="p13_label_6">
            <a:extLst>
              <a:ext uri="{FF2B5EF4-FFF2-40B4-BE49-F238E27FC236}">
                <a16:creationId xmlns:a16="http://schemas.microsoft.com/office/drawing/2014/main" id="{F07805F6-38A7-4412-A97D-DCB07FC14B76}"/>
              </a:ext>
            </a:extLst>
          </p:cNvPr>
          <p:cNvSpPr>
            <a:spLocks/>
          </p:cNvSpPr>
          <p:nvPr/>
        </p:nvSpPr>
        <p:spPr>
          <a:xfrm>
            <a:off x="779815" y="1989622"/>
            <a:ext cx="619479" cy="218640"/>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真值</a:t>
            </a:r>
          </a:p>
        </p:txBody>
      </p:sp>
      <p:sp>
        <p:nvSpPr>
          <p:cNvPr id="77" name="p13_label_7">
            <a:extLst>
              <a:ext uri="{FF2B5EF4-FFF2-40B4-BE49-F238E27FC236}">
                <a16:creationId xmlns:a16="http://schemas.microsoft.com/office/drawing/2014/main" id="{46308A2D-7FA3-4C9A-97EA-55BDCC91D805}"/>
              </a:ext>
            </a:extLst>
          </p:cNvPr>
          <p:cNvSpPr>
            <a:spLocks/>
          </p:cNvSpPr>
          <p:nvPr/>
        </p:nvSpPr>
        <p:spPr>
          <a:xfrm>
            <a:off x="1741830" y="1989622"/>
            <a:ext cx="947439" cy="218640"/>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验证预测</a:t>
            </a:r>
          </a:p>
        </p:txBody>
      </p:sp>
      <p:sp>
        <p:nvSpPr>
          <p:cNvPr id="78" name="p13_label_8">
            <a:extLst>
              <a:ext uri="{FF2B5EF4-FFF2-40B4-BE49-F238E27FC236}">
                <a16:creationId xmlns:a16="http://schemas.microsoft.com/office/drawing/2014/main" id="{D3CAA548-7D41-4E90-A163-90E733F11B62}"/>
              </a:ext>
            </a:extLst>
          </p:cNvPr>
          <p:cNvSpPr>
            <a:spLocks/>
          </p:cNvSpPr>
          <p:nvPr/>
        </p:nvSpPr>
        <p:spPr>
          <a:xfrm>
            <a:off x="357112" y="4329067"/>
            <a:ext cx="3760604" cy="291520"/>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已知整体误差，也能观察逐时刻误差</a:t>
            </a:r>
          </a:p>
        </p:txBody>
      </p:sp>
      <p:sp>
        <p:nvSpPr>
          <p:cNvPr id="79" name="p13_label_9">
            <a:extLst>
              <a:ext uri="{FF2B5EF4-FFF2-40B4-BE49-F238E27FC236}">
                <a16:creationId xmlns:a16="http://schemas.microsoft.com/office/drawing/2014/main" id="{6CB300B8-7195-45A0-B71A-24DF478566D1}"/>
              </a:ext>
            </a:extLst>
          </p:cNvPr>
          <p:cNvSpPr>
            <a:spLocks/>
          </p:cNvSpPr>
          <p:nvPr/>
        </p:nvSpPr>
        <p:spPr>
          <a:xfrm>
            <a:off x="5152610" y="1209807"/>
            <a:ext cx="6712240"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两种残差结构：整体误差接近，形态不同</a:t>
            </a:r>
          </a:p>
        </p:txBody>
      </p:sp>
      <p:sp>
        <p:nvSpPr>
          <p:cNvPr id="80" name="p13_label_10">
            <a:extLst>
              <a:ext uri="{FF2B5EF4-FFF2-40B4-BE49-F238E27FC236}">
                <a16:creationId xmlns:a16="http://schemas.microsoft.com/office/drawing/2014/main" id="{C26EA355-EFF2-40BF-8918-8A432B462C33}"/>
              </a:ext>
            </a:extLst>
          </p:cNvPr>
          <p:cNvSpPr>
            <a:spLocks/>
          </p:cNvSpPr>
          <p:nvPr/>
        </p:nvSpPr>
        <p:spPr>
          <a:xfrm>
            <a:off x="5152610" y="1515902"/>
            <a:ext cx="6712240"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残差偏差、自相关、频率结构与分步长误差均可提取</a:t>
            </a:r>
          </a:p>
        </p:txBody>
      </p:sp>
      <p:sp>
        <p:nvSpPr>
          <p:cNvPr id="81" name="p13_label_11">
            <a:extLst>
              <a:ext uri="{FF2B5EF4-FFF2-40B4-BE49-F238E27FC236}">
                <a16:creationId xmlns:a16="http://schemas.microsoft.com/office/drawing/2014/main" id="{23E426ED-6CF3-44D7-BF53-8FD1D2BCA8C1}"/>
              </a:ext>
            </a:extLst>
          </p:cNvPr>
          <p:cNvSpPr>
            <a:spLocks/>
          </p:cNvSpPr>
          <p:nvPr/>
        </p:nvSpPr>
        <p:spPr>
          <a:xfrm>
            <a:off x="5371250" y="2106230"/>
            <a:ext cx="6253097" cy="269656"/>
          </a:xfrm>
          <a:prstGeom prst="rect">
            <a:avLst/>
          </a:prstGeom>
          <a:noFill/>
          <a:ln w="0">
            <a:noFill/>
          </a:ln>
        </p:spPr>
        <p:txBody>
          <a:bodyPr wrap="square" lIns="0" tIns="0" rIns="0" bIns="0" anchor="t">
            <a:noAutofit/>
          </a:bodyPr>
          <a:lstStyle>
            <a:defPPr algn="l">
              <a:defRPr sz="1549" b="1">
                <a:solidFill>
                  <a:srgbClr val="394D93"/>
                </a:solidFill>
                <a:latin typeface="Noto Sans SC"/>
                <a:ea typeface="Noto Sans SC"/>
                <a:cs typeface="Noto Sans SC"/>
              </a:defRPr>
            </a:defPPr>
          </a:lstStyle>
          <a:p>
            <a:pPr algn="l">
              <a:defRPr sz="1549" b="1">
                <a:solidFill>
                  <a:srgbClr val="394D93"/>
                </a:solidFill>
                <a:latin typeface="Noto Sans SC"/>
                <a:ea typeface="Noto Sans SC"/>
                <a:cs typeface="Noto Sans SC"/>
              </a:defRPr>
            </a:pPr>
            <a:r>
              <a:rPr sz="1549" b="1">
                <a:solidFill>
                  <a:srgbClr val="394D93"/>
                </a:solidFill>
                <a:latin typeface="Noto Sans SC"/>
                <a:ea typeface="Noto Sans SC"/>
                <a:cs typeface="Noto Sans SC"/>
              </a:rPr>
              <a:t>高频起伏（示意）</a:t>
            </a:r>
          </a:p>
        </p:txBody>
      </p:sp>
      <p:sp>
        <p:nvSpPr>
          <p:cNvPr id="82" name="p13_label_12">
            <a:extLst>
              <a:ext uri="{FF2B5EF4-FFF2-40B4-BE49-F238E27FC236}">
                <a16:creationId xmlns:a16="http://schemas.microsoft.com/office/drawing/2014/main" id="{A2E83FAD-26FE-428A-910B-00BED2504D07}"/>
              </a:ext>
            </a:extLst>
          </p:cNvPr>
          <p:cNvSpPr>
            <a:spLocks/>
          </p:cNvSpPr>
          <p:nvPr/>
        </p:nvSpPr>
        <p:spPr>
          <a:xfrm>
            <a:off x="8723726" y="3162988"/>
            <a:ext cx="962015" cy="182200"/>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ACF</a:t>
            </a:r>
          </a:p>
        </p:txBody>
      </p:sp>
      <p:sp>
        <p:nvSpPr>
          <p:cNvPr id="83" name="p13_label_13">
            <a:extLst>
              <a:ext uri="{FF2B5EF4-FFF2-40B4-BE49-F238E27FC236}">
                <a16:creationId xmlns:a16="http://schemas.microsoft.com/office/drawing/2014/main" id="{F22EEF2A-0F8E-4BD1-9DBE-6F0E46AB760F}"/>
              </a:ext>
            </a:extLst>
          </p:cNvPr>
          <p:cNvSpPr>
            <a:spLocks/>
          </p:cNvSpPr>
          <p:nvPr/>
        </p:nvSpPr>
        <p:spPr>
          <a:xfrm>
            <a:off x="10436404" y="3162988"/>
            <a:ext cx="962015" cy="182200"/>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dirty="0">
                <a:solidFill>
                  <a:srgbClr val="172956"/>
                </a:solidFill>
                <a:latin typeface="Noto Sans SC"/>
                <a:ea typeface="Noto Sans SC"/>
                <a:cs typeface="Noto Sans SC"/>
              </a:rPr>
              <a:t>Spectrum</a:t>
            </a:r>
          </a:p>
        </p:txBody>
      </p:sp>
      <p:sp>
        <p:nvSpPr>
          <p:cNvPr id="84" name="p13_label_14">
            <a:extLst>
              <a:ext uri="{FF2B5EF4-FFF2-40B4-BE49-F238E27FC236}">
                <a16:creationId xmlns:a16="http://schemas.microsoft.com/office/drawing/2014/main" id="{C29A57B3-8ECC-4BB3-86AD-0F246A104981}"/>
              </a:ext>
            </a:extLst>
          </p:cNvPr>
          <p:cNvSpPr>
            <a:spLocks/>
          </p:cNvSpPr>
          <p:nvPr/>
        </p:nvSpPr>
        <p:spPr>
          <a:xfrm>
            <a:off x="5371250" y="3702300"/>
            <a:ext cx="6253097" cy="269656"/>
          </a:xfrm>
          <a:prstGeom prst="rect">
            <a:avLst/>
          </a:prstGeom>
          <a:noFill/>
          <a:ln w="0">
            <a:noFill/>
          </a:ln>
        </p:spPr>
        <p:txBody>
          <a:bodyPr wrap="square" lIns="0" tIns="0" rIns="0" bIns="0" anchor="t">
            <a:noAutofit/>
          </a:bodyPr>
          <a:lstStyle>
            <a:defPPr algn="l">
              <a:defRPr sz="1549" b="1">
                <a:solidFill>
                  <a:srgbClr val="9C3E76"/>
                </a:solidFill>
                <a:latin typeface="Noto Sans SC"/>
                <a:ea typeface="Noto Sans SC"/>
                <a:cs typeface="Noto Sans SC"/>
              </a:defRPr>
            </a:defPPr>
          </a:lstStyle>
          <a:p>
            <a:pPr algn="l">
              <a:defRPr sz="1549" b="1">
                <a:solidFill>
                  <a:srgbClr val="9C3E76"/>
                </a:solidFill>
                <a:latin typeface="Noto Sans SC"/>
                <a:ea typeface="Noto Sans SC"/>
                <a:cs typeface="Noto Sans SC"/>
              </a:defRPr>
            </a:pPr>
            <a:r>
              <a:rPr sz="1549" b="1">
                <a:solidFill>
                  <a:srgbClr val="9C3E76"/>
                </a:solidFill>
                <a:latin typeface="Noto Sans SC"/>
                <a:ea typeface="Noto Sans SC"/>
                <a:cs typeface="Noto Sans SC"/>
              </a:rPr>
              <a:t>相关结构较明显（示意）</a:t>
            </a:r>
          </a:p>
        </p:txBody>
      </p:sp>
      <p:sp>
        <p:nvSpPr>
          <p:cNvPr id="85" name="p13_label_15">
            <a:extLst>
              <a:ext uri="{FF2B5EF4-FFF2-40B4-BE49-F238E27FC236}">
                <a16:creationId xmlns:a16="http://schemas.microsoft.com/office/drawing/2014/main" id="{387DF2F6-1B7E-4A7B-B355-30D840B184B4}"/>
              </a:ext>
            </a:extLst>
          </p:cNvPr>
          <p:cNvSpPr>
            <a:spLocks/>
          </p:cNvSpPr>
          <p:nvPr/>
        </p:nvSpPr>
        <p:spPr>
          <a:xfrm>
            <a:off x="8723726" y="4759058"/>
            <a:ext cx="962015" cy="182200"/>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ACF</a:t>
            </a:r>
          </a:p>
        </p:txBody>
      </p:sp>
      <p:sp>
        <p:nvSpPr>
          <p:cNvPr id="86" name="p13_label_16">
            <a:extLst>
              <a:ext uri="{FF2B5EF4-FFF2-40B4-BE49-F238E27FC236}">
                <a16:creationId xmlns:a16="http://schemas.microsoft.com/office/drawing/2014/main" id="{78FDFF9C-5E15-4F25-B05E-C2CD9A1E1543}"/>
              </a:ext>
            </a:extLst>
          </p:cNvPr>
          <p:cNvSpPr>
            <a:spLocks/>
          </p:cNvSpPr>
          <p:nvPr/>
        </p:nvSpPr>
        <p:spPr>
          <a:xfrm>
            <a:off x="10436404" y="4759058"/>
            <a:ext cx="962015" cy="182200"/>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Spectrum</a:t>
            </a:r>
          </a:p>
        </p:txBody>
      </p:sp>
      <p:sp>
        <p:nvSpPr>
          <p:cNvPr id="87" name="p13_label_17">
            <a:extLst>
              <a:ext uri="{FF2B5EF4-FFF2-40B4-BE49-F238E27FC236}">
                <a16:creationId xmlns:a16="http://schemas.microsoft.com/office/drawing/2014/main" id="{18E33017-511F-4ABD-ADEA-BE72D48B1FA7}"/>
              </a:ext>
            </a:extLst>
          </p:cNvPr>
          <p:cNvSpPr>
            <a:spLocks/>
          </p:cNvSpPr>
          <p:nvPr/>
        </p:nvSpPr>
        <p:spPr>
          <a:xfrm>
            <a:off x="1537766" y="5976153"/>
            <a:ext cx="9117277" cy="400840"/>
          </a:xfrm>
          <a:prstGeom prst="rect">
            <a:avLst/>
          </a:prstGeom>
          <a:noFill/>
          <a:ln w="0">
            <a:noFill/>
          </a:ln>
        </p:spPr>
        <p:txBody>
          <a:bodyPr wrap="square" lIns="0" tIns="0" rIns="0" bIns="0" anchor="t">
            <a:noAutofit/>
          </a:bodyPr>
          <a:lstStyle>
            <a:defPPr algn="l">
              <a:defRPr sz="1722" b="1">
                <a:solidFill>
                  <a:srgbClr val="9C3E76"/>
                </a:solidFill>
                <a:latin typeface="Noto Sans SC"/>
                <a:ea typeface="Noto Sans SC"/>
                <a:cs typeface="Noto Sans SC"/>
              </a:defRPr>
            </a:defPPr>
          </a:lstStyle>
          <a:p>
            <a:pPr algn="l">
              <a:defRPr sz="1722" b="1">
                <a:solidFill>
                  <a:srgbClr val="9C3E76"/>
                </a:solidFill>
                <a:latin typeface="Noto Sans SC"/>
                <a:ea typeface="Noto Sans SC"/>
                <a:cs typeface="Noto Sans SC"/>
              </a:defRPr>
            </a:pPr>
            <a:r>
              <a:rPr sz="1722" b="1">
                <a:solidFill>
                  <a:srgbClr val="9C3E76"/>
                </a:solidFill>
                <a:latin typeface="Noto Sans SC"/>
                <a:ea typeface="Noto Sans SC"/>
                <a:cs typeface="Noto Sans SC"/>
              </a:rPr>
              <a:t>下一步：保持模型身份与整体误差不变，只增加残差结构，比较未执行候选的排序</a:t>
            </a:r>
          </a:p>
        </p:txBody>
      </p:sp>
    </p:spTree>
    <p:extLst>
      <p:ext uri="{BB962C8B-B14F-4D97-AF65-F5344CB8AC3E}">
        <p14:creationId xmlns:p14="http://schemas.microsoft.com/office/powerpoint/2010/main" val="11410851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 name="p14_rect_1">
            <a:extLst>
              <a:ext uri="{FF2B5EF4-FFF2-40B4-BE49-F238E27FC236}">
                <a16:creationId xmlns:a16="http://schemas.microsoft.com/office/drawing/2014/main" id="{FAB7CC66-CF2C-45F7-8E9E-BDF5DAF3F017}"/>
              </a:ext>
            </a:extLst>
          </p:cNvPr>
          <p:cNvSpPr>
            <a:spLocks/>
          </p:cNvSpPr>
          <p:nvPr/>
        </p:nvSpPr>
        <p:spPr>
          <a:xfrm>
            <a:off x="174912" y="1231671"/>
            <a:ext cx="3505524" cy="3695012"/>
          </a:xfrm>
          <a:prstGeom prst="roundRect">
            <a:avLst>
              <a:gd name="adj" fmla="val 2911"/>
            </a:avLst>
          </a:prstGeom>
          <a:gradFill>
            <a:gsLst>
              <a:gs pos="0">
                <a:srgbClr val="FEFEFF"/>
              </a:gs>
              <a:gs pos="100000">
                <a:srgbClr val="EDF0F8"/>
              </a:gs>
            </a:gsLst>
            <a:lin ang="5400000"/>
          </a:gradFill>
          <a:ln w="12390">
            <a:solidFill>
              <a:srgbClr val="172956"/>
            </a:solidFill>
            <a:prstDash val="solid"/>
          </a:ln>
        </p:spPr>
      </p:sp>
      <p:sp>
        <p:nvSpPr>
          <p:cNvPr id="2" name="p14_rect_2">
            <a:extLst>
              <a:ext uri="{FF2B5EF4-FFF2-40B4-BE49-F238E27FC236}">
                <a16:creationId xmlns:a16="http://schemas.microsoft.com/office/drawing/2014/main" id="{6EF1BECE-6979-45D8-A56F-72048441B967}"/>
              </a:ext>
            </a:extLst>
          </p:cNvPr>
          <p:cNvSpPr>
            <a:spLocks/>
          </p:cNvSpPr>
          <p:nvPr/>
        </p:nvSpPr>
        <p:spPr>
          <a:xfrm>
            <a:off x="306096" y="2062502"/>
            <a:ext cx="1494038" cy="2681981"/>
          </a:xfrm>
          <a:prstGeom prst="roundRect">
            <a:avLst>
              <a:gd name="adj" fmla="val 3902"/>
            </a:avLst>
          </a:prstGeom>
          <a:solidFill>
            <a:srgbClr val="FFFFFF"/>
          </a:solidFill>
          <a:ln w="7288">
            <a:solidFill>
              <a:srgbClr val="8599C3"/>
            </a:solidFill>
            <a:prstDash val="solid"/>
          </a:ln>
        </p:spPr>
      </p:sp>
      <p:sp>
        <p:nvSpPr>
          <p:cNvPr id="3" name="p14_path_3">
            <a:extLst>
              <a:ext uri="{FF2B5EF4-FFF2-40B4-BE49-F238E27FC236}">
                <a16:creationId xmlns:a16="http://schemas.microsoft.com/office/drawing/2014/main" id="{F18A8023-E103-4DC8-945E-B1C0D328B720}"/>
              </a:ext>
            </a:extLst>
          </p:cNvPr>
          <p:cNvSpPr>
            <a:spLocks/>
          </p:cNvSpPr>
          <p:nvPr/>
        </p:nvSpPr>
        <p:spPr>
          <a:xfrm>
            <a:off x="422704" y="2793405"/>
            <a:ext cx="1260823" cy="369779"/>
          </a:xfrm>
          <a:custGeom>
            <a:avLst/>
            <a:gdLst/>
            <a:ahLst/>
            <a:cxnLst/>
            <a:rect l="0" t="0" r="0" b="0"/>
            <a:pathLst>
              <a:path w="1647825" h="483281">
                <a:moveTo>
                  <a:pt x="0" y="187840"/>
                </a:moveTo>
                <a:lnTo>
                  <a:pt x="16645" y="196577"/>
                </a:lnTo>
                <a:lnTo>
                  <a:pt x="33289" y="246806"/>
                </a:lnTo>
                <a:lnTo>
                  <a:pt x="49934" y="411002"/>
                </a:lnTo>
                <a:lnTo>
                  <a:pt x="66579" y="434282"/>
                </a:lnTo>
                <a:lnTo>
                  <a:pt x="83223" y="292273"/>
                </a:lnTo>
                <a:lnTo>
                  <a:pt x="99868" y="235408"/>
                </a:lnTo>
                <a:lnTo>
                  <a:pt x="116513" y="184760"/>
                </a:lnTo>
                <a:lnTo>
                  <a:pt x="133158" y="202411"/>
                </a:lnTo>
                <a:lnTo>
                  <a:pt x="149802" y="196872"/>
                </a:lnTo>
                <a:lnTo>
                  <a:pt x="166447" y="224052"/>
                </a:lnTo>
                <a:lnTo>
                  <a:pt x="183092" y="0"/>
                </a:lnTo>
                <a:lnTo>
                  <a:pt x="199736" y="109754"/>
                </a:lnTo>
                <a:lnTo>
                  <a:pt x="216381" y="131275"/>
                </a:lnTo>
                <a:lnTo>
                  <a:pt x="233026" y="122518"/>
                </a:lnTo>
                <a:lnTo>
                  <a:pt x="249670" y="207087"/>
                </a:lnTo>
                <a:lnTo>
                  <a:pt x="266315" y="418342"/>
                </a:lnTo>
                <a:lnTo>
                  <a:pt x="282960" y="265453"/>
                </a:lnTo>
                <a:lnTo>
                  <a:pt x="299605" y="303688"/>
                </a:lnTo>
                <a:lnTo>
                  <a:pt x="316249" y="409313"/>
                </a:lnTo>
                <a:lnTo>
                  <a:pt x="332894" y="246670"/>
                </a:lnTo>
                <a:lnTo>
                  <a:pt x="349539" y="256845"/>
                </a:lnTo>
                <a:lnTo>
                  <a:pt x="366183" y="348069"/>
                </a:lnTo>
                <a:lnTo>
                  <a:pt x="382828" y="63480"/>
                </a:lnTo>
                <a:lnTo>
                  <a:pt x="399473" y="73798"/>
                </a:lnTo>
                <a:lnTo>
                  <a:pt x="416117" y="173350"/>
                </a:lnTo>
                <a:lnTo>
                  <a:pt x="432762" y="195452"/>
                </a:lnTo>
                <a:lnTo>
                  <a:pt x="449407" y="94986"/>
                </a:lnTo>
                <a:lnTo>
                  <a:pt x="466052" y="168746"/>
                </a:lnTo>
                <a:lnTo>
                  <a:pt x="482696" y="349639"/>
                </a:lnTo>
                <a:lnTo>
                  <a:pt x="499341" y="306364"/>
                </a:lnTo>
                <a:lnTo>
                  <a:pt x="515986" y="284980"/>
                </a:lnTo>
                <a:lnTo>
                  <a:pt x="532630" y="357918"/>
                </a:lnTo>
                <a:lnTo>
                  <a:pt x="549275" y="382800"/>
                </a:lnTo>
                <a:lnTo>
                  <a:pt x="565920" y="237337"/>
                </a:lnTo>
                <a:lnTo>
                  <a:pt x="582564" y="323075"/>
                </a:lnTo>
                <a:lnTo>
                  <a:pt x="599209" y="130964"/>
                </a:lnTo>
                <a:lnTo>
                  <a:pt x="615854" y="270250"/>
                </a:lnTo>
                <a:lnTo>
                  <a:pt x="632498" y="185593"/>
                </a:lnTo>
                <a:lnTo>
                  <a:pt x="649143" y="86172"/>
                </a:lnTo>
                <a:lnTo>
                  <a:pt x="665788" y="4342"/>
                </a:lnTo>
                <a:lnTo>
                  <a:pt x="682433" y="71283"/>
                </a:lnTo>
                <a:lnTo>
                  <a:pt x="699077" y="113615"/>
                </a:lnTo>
                <a:lnTo>
                  <a:pt x="715722" y="180943"/>
                </a:lnTo>
                <a:lnTo>
                  <a:pt x="732367" y="176982"/>
                </a:lnTo>
                <a:lnTo>
                  <a:pt x="749011" y="233226"/>
                </a:lnTo>
                <a:lnTo>
                  <a:pt x="765656" y="272004"/>
                </a:lnTo>
                <a:lnTo>
                  <a:pt x="782301" y="448907"/>
                </a:lnTo>
                <a:lnTo>
                  <a:pt x="798945" y="258200"/>
                </a:lnTo>
                <a:lnTo>
                  <a:pt x="815590" y="278871"/>
                </a:lnTo>
                <a:lnTo>
                  <a:pt x="832235" y="242477"/>
                </a:lnTo>
                <a:lnTo>
                  <a:pt x="848880" y="293148"/>
                </a:lnTo>
                <a:lnTo>
                  <a:pt x="865524" y="200121"/>
                </a:lnTo>
                <a:lnTo>
                  <a:pt x="882169" y="242261"/>
                </a:lnTo>
                <a:lnTo>
                  <a:pt x="898814" y="6186"/>
                </a:lnTo>
                <a:lnTo>
                  <a:pt x="915458" y="105622"/>
                </a:lnTo>
                <a:lnTo>
                  <a:pt x="932103" y="178766"/>
                </a:lnTo>
                <a:lnTo>
                  <a:pt x="948748" y="179515"/>
                </a:lnTo>
                <a:lnTo>
                  <a:pt x="965392" y="188872"/>
                </a:lnTo>
                <a:lnTo>
                  <a:pt x="982037" y="361000"/>
                </a:lnTo>
                <a:lnTo>
                  <a:pt x="998682" y="343128"/>
                </a:lnTo>
                <a:lnTo>
                  <a:pt x="1015327" y="367680"/>
                </a:lnTo>
                <a:lnTo>
                  <a:pt x="1031971" y="278068"/>
                </a:lnTo>
                <a:lnTo>
                  <a:pt x="1048616" y="404248"/>
                </a:lnTo>
                <a:lnTo>
                  <a:pt x="1065261" y="357616"/>
                </a:lnTo>
                <a:lnTo>
                  <a:pt x="1081905" y="168163"/>
                </a:lnTo>
                <a:lnTo>
                  <a:pt x="1098550" y="282921"/>
                </a:lnTo>
                <a:lnTo>
                  <a:pt x="1115195" y="278971"/>
                </a:lnTo>
                <a:lnTo>
                  <a:pt x="1131839" y="55194"/>
                </a:lnTo>
                <a:lnTo>
                  <a:pt x="1148484" y="174220"/>
                </a:lnTo>
                <a:lnTo>
                  <a:pt x="1165129" y="154247"/>
                </a:lnTo>
                <a:lnTo>
                  <a:pt x="1181773" y="95946"/>
                </a:lnTo>
                <a:lnTo>
                  <a:pt x="1198418" y="365194"/>
                </a:lnTo>
                <a:lnTo>
                  <a:pt x="1215063" y="305932"/>
                </a:lnTo>
                <a:lnTo>
                  <a:pt x="1231708" y="343301"/>
                </a:lnTo>
                <a:lnTo>
                  <a:pt x="1248352" y="483281"/>
                </a:lnTo>
                <a:lnTo>
                  <a:pt x="1264997" y="409871"/>
                </a:lnTo>
                <a:lnTo>
                  <a:pt x="1281642" y="398962"/>
                </a:lnTo>
                <a:lnTo>
                  <a:pt x="1298286" y="283966"/>
                </a:lnTo>
                <a:lnTo>
                  <a:pt x="1314931" y="363916"/>
                </a:lnTo>
                <a:lnTo>
                  <a:pt x="1331576" y="165730"/>
                </a:lnTo>
                <a:lnTo>
                  <a:pt x="1348220" y="226761"/>
                </a:lnTo>
                <a:lnTo>
                  <a:pt x="1364865" y="29102"/>
                </a:lnTo>
                <a:lnTo>
                  <a:pt x="1381510" y="192885"/>
                </a:lnTo>
                <a:lnTo>
                  <a:pt x="1398155" y="182249"/>
                </a:lnTo>
                <a:lnTo>
                  <a:pt x="1414799" y="163828"/>
                </a:lnTo>
                <a:lnTo>
                  <a:pt x="1431444" y="206740"/>
                </a:lnTo>
                <a:lnTo>
                  <a:pt x="1448089" y="301968"/>
                </a:lnTo>
                <a:lnTo>
                  <a:pt x="1464733" y="270339"/>
                </a:lnTo>
                <a:lnTo>
                  <a:pt x="1481378" y="337255"/>
                </a:lnTo>
                <a:lnTo>
                  <a:pt x="1498023" y="441461"/>
                </a:lnTo>
                <a:lnTo>
                  <a:pt x="1514667" y="305589"/>
                </a:lnTo>
                <a:lnTo>
                  <a:pt x="1531312" y="281205"/>
                </a:lnTo>
                <a:lnTo>
                  <a:pt x="1547957" y="386629"/>
                </a:lnTo>
                <a:lnTo>
                  <a:pt x="1564602" y="167455"/>
                </a:lnTo>
                <a:lnTo>
                  <a:pt x="1581246" y="129906"/>
                </a:lnTo>
                <a:lnTo>
                  <a:pt x="1597891" y="130158"/>
                </a:lnTo>
                <a:lnTo>
                  <a:pt x="1614536" y="63132"/>
                </a:lnTo>
                <a:lnTo>
                  <a:pt x="1631180" y="121626"/>
                </a:lnTo>
                <a:lnTo>
                  <a:pt x="1647825" y="36066"/>
                </a:lnTo>
              </a:path>
            </a:pathLst>
          </a:custGeom>
          <a:noFill/>
          <a:ln w="13847">
            <a:solidFill>
              <a:srgbClr val="394D93"/>
            </a:solidFill>
            <a:prstDash val="solid"/>
          </a:ln>
        </p:spPr>
      </p:sp>
      <p:sp>
        <p:nvSpPr>
          <p:cNvPr id="4" name="p14_rect_4">
            <a:extLst>
              <a:ext uri="{FF2B5EF4-FFF2-40B4-BE49-F238E27FC236}">
                <a16:creationId xmlns:a16="http://schemas.microsoft.com/office/drawing/2014/main" id="{13EA8CC4-2834-4D3F-BF2A-4C0BB480AFAC}"/>
              </a:ext>
            </a:extLst>
          </p:cNvPr>
          <p:cNvSpPr>
            <a:spLocks/>
          </p:cNvSpPr>
          <p:nvPr/>
        </p:nvSpPr>
        <p:spPr>
          <a:xfrm>
            <a:off x="1953182" y="2062502"/>
            <a:ext cx="1588782" cy="2681981"/>
          </a:xfrm>
          <a:prstGeom prst="roundRect">
            <a:avLst>
              <a:gd name="adj" fmla="val 3670"/>
            </a:avLst>
          </a:prstGeom>
          <a:gradFill>
            <a:gsLst>
              <a:gs pos="0">
                <a:srgbClr val="FEFEFF"/>
              </a:gs>
              <a:gs pos="100000">
                <a:srgbClr val="EDF0F8"/>
              </a:gs>
            </a:gsLst>
            <a:lin ang="5400000"/>
          </a:gradFill>
          <a:ln w="7288">
            <a:solidFill>
              <a:srgbClr val="8599C3"/>
            </a:solidFill>
            <a:prstDash val="solid"/>
          </a:ln>
        </p:spPr>
      </p:sp>
      <p:sp>
        <p:nvSpPr>
          <p:cNvPr id="5" name="p14_rect_5">
            <a:extLst>
              <a:ext uri="{FF2B5EF4-FFF2-40B4-BE49-F238E27FC236}">
                <a16:creationId xmlns:a16="http://schemas.microsoft.com/office/drawing/2014/main" id="{DF14131A-A5FA-4F85-A2A2-E84D43F4572B}"/>
              </a:ext>
            </a:extLst>
          </p:cNvPr>
          <p:cNvSpPr>
            <a:spLocks/>
          </p:cNvSpPr>
          <p:nvPr/>
        </p:nvSpPr>
        <p:spPr>
          <a:xfrm>
            <a:off x="3818908" y="1231671"/>
            <a:ext cx="3505524" cy="3695012"/>
          </a:xfrm>
          <a:prstGeom prst="roundRect">
            <a:avLst>
              <a:gd name="adj" fmla="val 2911"/>
            </a:avLst>
          </a:prstGeom>
          <a:gradFill>
            <a:gsLst>
              <a:gs pos="0">
                <a:srgbClr val="FEFEFF"/>
              </a:gs>
              <a:gs pos="100000">
                <a:srgbClr val="EDF0F8"/>
              </a:gs>
            </a:gsLst>
            <a:lin ang="5400000"/>
          </a:gradFill>
          <a:ln w="12390">
            <a:solidFill>
              <a:srgbClr val="172956"/>
            </a:solidFill>
            <a:prstDash val="solid"/>
          </a:ln>
        </p:spPr>
      </p:sp>
      <p:sp>
        <p:nvSpPr>
          <p:cNvPr id="6" name="p14_rect_6">
            <a:extLst>
              <a:ext uri="{FF2B5EF4-FFF2-40B4-BE49-F238E27FC236}">
                <a16:creationId xmlns:a16="http://schemas.microsoft.com/office/drawing/2014/main" id="{1277C1BF-89C4-49B3-BAAE-DD0505BB39AB}"/>
              </a:ext>
            </a:extLst>
          </p:cNvPr>
          <p:cNvSpPr>
            <a:spLocks/>
          </p:cNvSpPr>
          <p:nvPr/>
        </p:nvSpPr>
        <p:spPr>
          <a:xfrm>
            <a:off x="3950091" y="2062502"/>
            <a:ext cx="1494038" cy="2681981"/>
          </a:xfrm>
          <a:prstGeom prst="roundRect">
            <a:avLst>
              <a:gd name="adj" fmla="val 3902"/>
            </a:avLst>
          </a:prstGeom>
          <a:solidFill>
            <a:srgbClr val="FFFFFF"/>
          </a:solidFill>
          <a:ln w="7288">
            <a:solidFill>
              <a:srgbClr val="8599C3"/>
            </a:solidFill>
            <a:prstDash val="solid"/>
          </a:ln>
        </p:spPr>
      </p:sp>
      <p:sp>
        <p:nvSpPr>
          <p:cNvPr id="7" name="p14_path_7">
            <a:extLst>
              <a:ext uri="{FF2B5EF4-FFF2-40B4-BE49-F238E27FC236}">
                <a16:creationId xmlns:a16="http://schemas.microsoft.com/office/drawing/2014/main" id="{FB56C8AA-3A03-4586-9109-0EF8E7370096}"/>
              </a:ext>
            </a:extLst>
          </p:cNvPr>
          <p:cNvSpPr>
            <a:spLocks/>
          </p:cNvSpPr>
          <p:nvPr/>
        </p:nvSpPr>
        <p:spPr>
          <a:xfrm>
            <a:off x="4066699" y="2793405"/>
            <a:ext cx="1260823" cy="369779"/>
          </a:xfrm>
          <a:custGeom>
            <a:avLst/>
            <a:gdLst/>
            <a:ahLst/>
            <a:cxnLst/>
            <a:rect l="0" t="0" r="0" b="0"/>
            <a:pathLst>
              <a:path w="1647825" h="483281">
                <a:moveTo>
                  <a:pt x="0" y="187840"/>
                </a:moveTo>
                <a:lnTo>
                  <a:pt x="16645" y="196577"/>
                </a:lnTo>
                <a:lnTo>
                  <a:pt x="33289" y="246806"/>
                </a:lnTo>
                <a:lnTo>
                  <a:pt x="49934" y="411002"/>
                </a:lnTo>
                <a:lnTo>
                  <a:pt x="66579" y="434282"/>
                </a:lnTo>
                <a:lnTo>
                  <a:pt x="83223" y="292273"/>
                </a:lnTo>
                <a:lnTo>
                  <a:pt x="99868" y="235408"/>
                </a:lnTo>
                <a:lnTo>
                  <a:pt x="116513" y="184760"/>
                </a:lnTo>
                <a:lnTo>
                  <a:pt x="133158" y="202411"/>
                </a:lnTo>
                <a:lnTo>
                  <a:pt x="149802" y="196872"/>
                </a:lnTo>
                <a:lnTo>
                  <a:pt x="166447" y="224052"/>
                </a:lnTo>
                <a:lnTo>
                  <a:pt x="183092" y="0"/>
                </a:lnTo>
                <a:lnTo>
                  <a:pt x="199736" y="109754"/>
                </a:lnTo>
                <a:lnTo>
                  <a:pt x="216381" y="131275"/>
                </a:lnTo>
                <a:lnTo>
                  <a:pt x="233026" y="122518"/>
                </a:lnTo>
                <a:lnTo>
                  <a:pt x="249670" y="207087"/>
                </a:lnTo>
                <a:lnTo>
                  <a:pt x="266315" y="418342"/>
                </a:lnTo>
                <a:lnTo>
                  <a:pt x="282960" y="265453"/>
                </a:lnTo>
                <a:lnTo>
                  <a:pt x="299605" y="303688"/>
                </a:lnTo>
                <a:lnTo>
                  <a:pt x="316249" y="409313"/>
                </a:lnTo>
                <a:lnTo>
                  <a:pt x="332894" y="246670"/>
                </a:lnTo>
                <a:lnTo>
                  <a:pt x="349539" y="256845"/>
                </a:lnTo>
                <a:lnTo>
                  <a:pt x="366183" y="348069"/>
                </a:lnTo>
                <a:lnTo>
                  <a:pt x="382828" y="63480"/>
                </a:lnTo>
                <a:lnTo>
                  <a:pt x="399473" y="73798"/>
                </a:lnTo>
                <a:lnTo>
                  <a:pt x="416117" y="173350"/>
                </a:lnTo>
                <a:lnTo>
                  <a:pt x="432762" y="195452"/>
                </a:lnTo>
                <a:lnTo>
                  <a:pt x="449407" y="94986"/>
                </a:lnTo>
                <a:lnTo>
                  <a:pt x="466052" y="168746"/>
                </a:lnTo>
                <a:lnTo>
                  <a:pt x="482696" y="349639"/>
                </a:lnTo>
                <a:lnTo>
                  <a:pt x="499341" y="306364"/>
                </a:lnTo>
                <a:lnTo>
                  <a:pt x="515986" y="284980"/>
                </a:lnTo>
                <a:lnTo>
                  <a:pt x="532630" y="357918"/>
                </a:lnTo>
                <a:lnTo>
                  <a:pt x="549275" y="382800"/>
                </a:lnTo>
                <a:lnTo>
                  <a:pt x="565920" y="237337"/>
                </a:lnTo>
                <a:lnTo>
                  <a:pt x="582564" y="323075"/>
                </a:lnTo>
                <a:lnTo>
                  <a:pt x="599209" y="130964"/>
                </a:lnTo>
                <a:lnTo>
                  <a:pt x="615854" y="270250"/>
                </a:lnTo>
                <a:lnTo>
                  <a:pt x="632498" y="185593"/>
                </a:lnTo>
                <a:lnTo>
                  <a:pt x="649143" y="86172"/>
                </a:lnTo>
                <a:lnTo>
                  <a:pt x="665788" y="4342"/>
                </a:lnTo>
                <a:lnTo>
                  <a:pt x="682433" y="71283"/>
                </a:lnTo>
                <a:lnTo>
                  <a:pt x="699077" y="113615"/>
                </a:lnTo>
                <a:lnTo>
                  <a:pt x="715722" y="180943"/>
                </a:lnTo>
                <a:lnTo>
                  <a:pt x="732367" y="176982"/>
                </a:lnTo>
                <a:lnTo>
                  <a:pt x="749011" y="233226"/>
                </a:lnTo>
                <a:lnTo>
                  <a:pt x="765656" y="272004"/>
                </a:lnTo>
                <a:lnTo>
                  <a:pt x="782301" y="448907"/>
                </a:lnTo>
                <a:lnTo>
                  <a:pt x="798945" y="258200"/>
                </a:lnTo>
                <a:lnTo>
                  <a:pt x="815590" y="278871"/>
                </a:lnTo>
                <a:lnTo>
                  <a:pt x="832235" y="242477"/>
                </a:lnTo>
                <a:lnTo>
                  <a:pt x="848880" y="293148"/>
                </a:lnTo>
                <a:lnTo>
                  <a:pt x="865524" y="200121"/>
                </a:lnTo>
                <a:lnTo>
                  <a:pt x="882169" y="242261"/>
                </a:lnTo>
                <a:lnTo>
                  <a:pt x="898814" y="6186"/>
                </a:lnTo>
                <a:lnTo>
                  <a:pt x="915458" y="105622"/>
                </a:lnTo>
                <a:lnTo>
                  <a:pt x="932103" y="178766"/>
                </a:lnTo>
                <a:lnTo>
                  <a:pt x="948748" y="179515"/>
                </a:lnTo>
                <a:lnTo>
                  <a:pt x="965392" y="188872"/>
                </a:lnTo>
                <a:lnTo>
                  <a:pt x="982037" y="361000"/>
                </a:lnTo>
                <a:lnTo>
                  <a:pt x="998682" y="343128"/>
                </a:lnTo>
                <a:lnTo>
                  <a:pt x="1015327" y="367680"/>
                </a:lnTo>
                <a:lnTo>
                  <a:pt x="1031971" y="278068"/>
                </a:lnTo>
                <a:lnTo>
                  <a:pt x="1048616" y="404248"/>
                </a:lnTo>
                <a:lnTo>
                  <a:pt x="1065261" y="357616"/>
                </a:lnTo>
                <a:lnTo>
                  <a:pt x="1081905" y="168163"/>
                </a:lnTo>
                <a:lnTo>
                  <a:pt x="1098550" y="282921"/>
                </a:lnTo>
                <a:lnTo>
                  <a:pt x="1115195" y="278971"/>
                </a:lnTo>
                <a:lnTo>
                  <a:pt x="1131839" y="55194"/>
                </a:lnTo>
                <a:lnTo>
                  <a:pt x="1148484" y="174220"/>
                </a:lnTo>
                <a:lnTo>
                  <a:pt x="1165129" y="154247"/>
                </a:lnTo>
                <a:lnTo>
                  <a:pt x="1181773" y="95946"/>
                </a:lnTo>
                <a:lnTo>
                  <a:pt x="1198418" y="365194"/>
                </a:lnTo>
                <a:lnTo>
                  <a:pt x="1215063" y="305932"/>
                </a:lnTo>
                <a:lnTo>
                  <a:pt x="1231708" y="343301"/>
                </a:lnTo>
                <a:lnTo>
                  <a:pt x="1248352" y="483281"/>
                </a:lnTo>
                <a:lnTo>
                  <a:pt x="1264997" y="409871"/>
                </a:lnTo>
                <a:lnTo>
                  <a:pt x="1281642" y="398962"/>
                </a:lnTo>
                <a:lnTo>
                  <a:pt x="1298286" y="283966"/>
                </a:lnTo>
                <a:lnTo>
                  <a:pt x="1314931" y="363916"/>
                </a:lnTo>
                <a:lnTo>
                  <a:pt x="1331576" y="165730"/>
                </a:lnTo>
                <a:lnTo>
                  <a:pt x="1348220" y="226761"/>
                </a:lnTo>
                <a:lnTo>
                  <a:pt x="1364865" y="29102"/>
                </a:lnTo>
                <a:lnTo>
                  <a:pt x="1381510" y="192885"/>
                </a:lnTo>
                <a:lnTo>
                  <a:pt x="1398155" y="182249"/>
                </a:lnTo>
                <a:lnTo>
                  <a:pt x="1414799" y="163828"/>
                </a:lnTo>
                <a:lnTo>
                  <a:pt x="1431444" y="206740"/>
                </a:lnTo>
                <a:lnTo>
                  <a:pt x="1448089" y="301968"/>
                </a:lnTo>
                <a:lnTo>
                  <a:pt x="1464733" y="270339"/>
                </a:lnTo>
                <a:lnTo>
                  <a:pt x="1481378" y="337255"/>
                </a:lnTo>
                <a:lnTo>
                  <a:pt x="1498023" y="441461"/>
                </a:lnTo>
                <a:lnTo>
                  <a:pt x="1514667" y="305589"/>
                </a:lnTo>
                <a:lnTo>
                  <a:pt x="1531312" y="281205"/>
                </a:lnTo>
                <a:lnTo>
                  <a:pt x="1547957" y="386629"/>
                </a:lnTo>
                <a:lnTo>
                  <a:pt x="1564602" y="167455"/>
                </a:lnTo>
                <a:lnTo>
                  <a:pt x="1581246" y="129906"/>
                </a:lnTo>
                <a:lnTo>
                  <a:pt x="1597891" y="130158"/>
                </a:lnTo>
                <a:lnTo>
                  <a:pt x="1614536" y="63132"/>
                </a:lnTo>
                <a:lnTo>
                  <a:pt x="1631180" y="121626"/>
                </a:lnTo>
                <a:lnTo>
                  <a:pt x="1647825" y="36066"/>
                </a:lnTo>
              </a:path>
            </a:pathLst>
          </a:custGeom>
          <a:noFill/>
          <a:ln w="13847">
            <a:solidFill>
              <a:srgbClr val="394D93"/>
            </a:solidFill>
            <a:prstDash val="solid"/>
          </a:ln>
        </p:spPr>
      </p:sp>
      <p:sp>
        <p:nvSpPr>
          <p:cNvPr id="8" name="p14_rect_8">
            <a:extLst>
              <a:ext uri="{FF2B5EF4-FFF2-40B4-BE49-F238E27FC236}">
                <a16:creationId xmlns:a16="http://schemas.microsoft.com/office/drawing/2014/main" id="{3F6156E4-A1A0-4E01-9C8D-9C5CF2C3C667}"/>
              </a:ext>
            </a:extLst>
          </p:cNvPr>
          <p:cNvSpPr>
            <a:spLocks/>
          </p:cNvSpPr>
          <p:nvPr/>
        </p:nvSpPr>
        <p:spPr>
          <a:xfrm>
            <a:off x="5582601" y="2062502"/>
            <a:ext cx="1588782" cy="2681981"/>
          </a:xfrm>
          <a:prstGeom prst="roundRect">
            <a:avLst>
              <a:gd name="adj" fmla="val 3670"/>
            </a:avLst>
          </a:prstGeom>
          <a:gradFill>
            <a:gsLst>
              <a:gs pos="0">
                <a:srgbClr val="FFFDFE"/>
              </a:gs>
              <a:gs pos="100000">
                <a:srgbClr val="F7EAF2"/>
              </a:gs>
            </a:gsLst>
            <a:lin ang="5400000"/>
          </a:gradFill>
          <a:ln w="7288">
            <a:solidFill>
              <a:srgbClr val="9C3E76"/>
            </a:solidFill>
            <a:prstDash val="solid"/>
          </a:ln>
        </p:spPr>
      </p:sp>
      <p:sp>
        <p:nvSpPr>
          <p:cNvPr id="9" name="p14_rect_9">
            <a:extLst>
              <a:ext uri="{FF2B5EF4-FFF2-40B4-BE49-F238E27FC236}">
                <a16:creationId xmlns:a16="http://schemas.microsoft.com/office/drawing/2014/main" id="{A4657205-BD8B-4FB1-A177-44AD549BE2D3}"/>
              </a:ext>
            </a:extLst>
          </p:cNvPr>
          <p:cNvSpPr>
            <a:spLocks/>
          </p:cNvSpPr>
          <p:nvPr/>
        </p:nvSpPr>
        <p:spPr>
          <a:xfrm>
            <a:off x="5706497" y="3068244"/>
            <a:ext cx="1326414" cy="408128"/>
          </a:xfrm>
          <a:prstGeom prst="roundRect">
            <a:avLst>
              <a:gd name="adj" fmla="val 12500"/>
            </a:avLst>
          </a:prstGeom>
          <a:solidFill>
            <a:srgbClr val="FFFFFF"/>
          </a:solidFill>
          <a:ln w="7288">
            <a:solidFill>
              <a:srgbClr val="8599C3"/>
            </a:solidFill>
            <a:prstDash val="solid"/>
          </a:ln>
        </p:spPr>
      </p:sp>
      <p:sp>
        <p:nvSpPr>
          <p:cNvPr id="10" name="p14_rect_10">
            <a:extLst>
              <a:ext uri="{FF2B5EF4-FFF2-40B4-BE49-F238E27FC236}">
                <a16:creationId xmlns:a16="http://schemas.microsoft.com/office/drawing/2014/main" id="{AB5E5C1F-DB85-4DDE-BF25-8F95203A932F}"/>
              </a:ext>
            </a:extLst>
          </p:cNvPr>
          <p:cNvSpPr>
            <a:spLocks/>
          </p:cNvSpPr>
          <p:nvPr/>
        </p:nvSpPr>
        <p:spPr>
          <a:xfrm>
            <a:off x="7462903" y="1231671"/>
            <a:ext cx="4540419" cy="3695012"/>
          </a:xfrm>
          <a:prstGeom prst="roundRect">
            <a:avLst>
              <a:gd name="adj" fmla="val 2761"/>
            </a:avLst>
          </a:prstGeom>
          <a:gradFill>
            <a:gsLst>
              <a:gs pos="0">
                <a:srgbClr val="FEFEFF"/>
              </a:gs>
              <a:gs pos="100000">
                <a:srgbClr val="EDF0F8"/>
              </a:gs>
            </a:gsLst>
            <a:lin ang="5400000"/>
          </a:gradFill>
          <a:ln w="12390">
            <a:solidFill>
              <a:srgbClr val="172956"/>
            </a:solidFill>
            <a:prstDash val="solid"/>
          </a:ln>
        </p:spPr>
      </p:sp>
      <p:sp>
        <p:nvSpPr>
          <p:cNvPr id="11" name="p14_rect_11">
            <a:extLst>
              <a:ext uri="{FF2B5EF4-FFF2-40B4-BE49-F238E27FC236}">
                <a16:creationId xmlns:a16="http://schemas.microsoft.com/office/drawing/2014/main" id="{1E4651A1-24C3-40C0-9254-9517C15D686A}"/>
              </a:ext>
            </a:extLst>
          </p:cNvPr>
          <p:cNvSpPr>
            <a:spLocks/>
          </p:cNvSpPr>
          <p:nvPr/>
        </p:nvSpPr>
        <p:spPr>
          <a:xfrm>
            <a:off x="7594087" y="2062502"/>
            <a:ext cx="1494038" cy="2681981"/>
          </a:xfrm>
          <a:prstGeom prst="roundRect">
            <a:avLst>
              <a:gd name="adj" fmla="val 3902"/>
            </a:avLst>
          </a:prstGeom>
          <a:solidFill>
            <a:srgbClr val="FFFFFF"/>
          </a:solidFill>
          <a:ln w="7288">
            <a:solidFill>
              <a:srgbClr val="8599C3"/>
            </a:solidFill>
            <a:prstDash val="solid"/>
          </a:ln>
        </p:spPr>
      </p:sp>
      <p:sp>
        <p:nvSpPr>
          <p:cNvPr id="12" name="p14_path_12">
            <a:extLst>
              <a:ext uri="{FF2B5EF4-FFF2-40B4-BE49-F238E27FC236}">
                <a16:creationId xmlns:a16="http://schemas.microsoft.com/office/drawing/2014/main" id="{C744104E-8A2A-48AE-A407-ADA1E621AE34}"/>
              </a:ext>
            </a:extLst>
          </p:cNvPr>
          <p:cNvSpPr>
            <a:spLocks/>
          </p:cNvSpPr>
          <p:nvPr/>
        </p:nvSpPr>
        <p:spPr>
          <a:xfrm>
            <a:off x="7710695" y="2793405"/>
            <a:ext cx="1260823" cy="369779"/>
          </a:xfrm>
          <a:custGeom>
            <a:avLst/>
            <a:gdLst/>
            <a:ahLst/>
            <a:cxnLst/>
            <a:rect l="0" t="0" r="0" b="0"/>
            <a:pathLst>
              <a:path w="1647825" h="483281">
                <a:moveTo>
                  <a:pt x="0" y="187840"/>
                </a:moveTo>
                <a:lnTo>
                  <a:pt x="16645" y="196577"/>
                </a:lnTo>
                <a:lnTo>
                  <a:pt x="33289" y="246806"/>
                </a:lnTo>
                <a:lnTo>
                  <a:pt x="49934" y="411002"/>
                </a:lnTo>
                <a:lnTo>
                  <a:pt x="66579" y="434282"/>
                </a:lnTo>
                <a:lnTo>
                  <a:pt x="83223" y="292273"/>
                </a:lnTo>
                <a:lnTo>
                  <a:pt x="99868" y="235408"/>
                </a:lnTo>
                <a:lnTo>
                  <a:pt x="116513" y="184760"/>
                </a:lnTo>
                <a:lnTo>
                  <a:pt x="133158" y="202411"/>
                </a:lnTo>
                <a:lnTo>
                  <a:pt x="149802" y="196872"/>
                </a:lnTo>
                <a:lnTo>
                  <a:pt x="166447" y="224052"/>
                </a:lnTo>
                <a:lnTo>
                  <a:pt x="183092" y="0"/>
                </a:lnTo>
                <a:lnTo>
                  <a:pt x="199736" y="109754"/>
                </a:lnTo>
                <a:lnTo>
                  <a:pt x="216381" y="131275"/>
                </a:lnTo>
                <a:lnTo>
                  <a:pt x="233026" y="122518"/>
                </a:lnTo>
                <a:lnTo>
                  <a:pt x="249670" y="207087"/>
                </a:lnTo>
                <a:lnTo>
                  <a:pt x="266315" y="418342"/>
                </a:lnTo>
                <a:lnTo>
                  <a:pt x="282960" y="265453"/>
                </a:lnTo>
                <a:lnTo>
                  <a:pt x="299605" y="303688"/>
                </a:lnTo>
                <a:lnTo>
                  <a:pt x="316249" y="409313"/>
                </a:lnTo>
                <a:lnTo>
                  <a:pt x="332894" y="246670"/>
                </a:lnTo>
                <a:lnTo>
                  <a:pt x="349539" y="256845"/>
                </a:lnTo>
                <a:lnTo>
                  <a:pt x="366183" y="348069"/>
                </a:lnTo>
                <a:lnTo>
                  <a:pt x="382828" y="63480"/>
                </a:lnTo>
                <a:lnTo>
                  <a:pt x="399473" y="73798"/>
                </a:lnTo>
                <a:lnTo>
                  <a:pt x="416117" y="173350"/>
                </a:lnTo>
                <a:lnTo>
                  <a:pt x="432762" y="195452"/>
                </a:lnTo>
                <a:lnTo>
                  <a:pt x="449407" y="94986"/>
                </a:lnTo>
                <a:lnTo>
                  <a:pt x="466052" y="168746"/>
                </a:lnTo>
                <a:lnTo>
                  <a:pt x="482696" y="349639"/>
                </a:lnTo>
                <a:lnTo>
                  <a:pt x="499341" y="306364"/>
                </a:lnTo>
                <a:lnTo>
                  <a:pt x="515986" y="284980"/>
                </a:lnTo>
                <a:lnTo>
                  <a:pt x="532630" y="357918"/>
                </a:lnTo>
                <a:lnTo>
                  <a:pt x="549275" y="382800"/>
                </a:lnTo>
                <a:lnTo>
                  <a:pt x="565920" y="237337"/>
                </a:lnTo>
                <a:lnTo>
                  <a:pt x="582564" y="323075"/>
                </a:lnTo>
                <a:lnTo>
                  <a:pt x="599209" y="130964"/>
                </a:lnTo>
                <a:lnTo>
                  <a:pt x="615854" y="270250"/>
                </a:lnTo>
                <a:lnTo>
                  <a:pt x="632498" y="185593"/>
                </a:lnTo>
                <a:lnTo>
                  <a:pt x="649143" y="86172"/>
                </a:lnTo>
                <a:lnTo>
                  <a:pt x="665788" y="4342"/>
                </a:lnTo>
                <a:lnTo>
                  <a:pt x="682433" y="71283"/>
                </a:lnTo>
                <a:lnTo>
                  <a:pt x="699077" y="113615"/>
                </a:lnTo>
                <a:lnTo>
                  <a:pt x="715722" y="180943"/>
                </a:lnTo>
                <a:lnTo>
                  <a:pt x="732367" y="176982"/>
                </a:lnTo>
                <a:lnTo>
                  <a:pt x="749011" y="233226"/>
                </a:lnTo>
                <a:lnTo>
                  <a:pt x="765656" y="272004"/>
                </a:lnTo>
                <a:lnTo>
                  <a:pt x="782301" y="448907"/>
                </a:lnTo>
                <a:lnTo>
                  <a:pt x="798945" y="258200"/>
                </a:lnTo>
                <a:lnTo>
                  <a:pt x="815590" y="278871"/>
                </a:lnTo>
                <a:lnTo>
                  <a:pt x="832235" y="242477"/>
                </a:lnTo>
                <a:lnTo>
                  <a:pt x="848880" y="293148"/>
                </a:lnTo>
                <a:lnTo>
                  <a:pt x="865524" y="200121"/>
                </a:lnTo>
                <a:lnTo>
                  <a:pt x="882169" y="242261"/>
                </a:lnTo>
                <a:lnTo>
                  <a:pt x="898814" y="6186"/>
                </a:lnTo>
                <a:lnTo>
                  <a:pt x="915458" y="105622"/>
                </a:lnTo>
                <a:lnTo>
                  <a:pt x="932103" y="178766"/>
                </a:lnTo>
                <a:lnTo>
                  <a:pt x="948748" y="179515"/>
                </a:lnTo>
                <a:lnTo>
                  <a:pt x="965392" y="188872"/>
                </a:lnTo>
                <a:lnTo>
                  <a:pt x="982037" y="361000"/>
                </a:lnTo>
                <a:lnTo>
                  <a:pt x="998682" y="343128"/>
                </a:lnTo>
                <a:lnTo>
                  <a:pt x="1015327" y="367680"/>
                </a:lnTo>
                <a:lnTo>
                  <a:pt x="1031971" y="278068"/>
                </a:lnTo>
                <a:lnTo>
                  <a:pt x="1048616" y="404248"/>
                </a:lnTo>
                <a:lnTo>
                  <a:pt x="1065261" y="357616"/>
                </a:lnTo>
                <a:lnTo>
                  <a:pt x="1081905" y="168163"/>
                </a:lnTo>
                <a:lnTo>
                  <a:pt x="1098550" y="282921"/>
                </a:lnTo>
                <a:lnTo>
                  <a:pt x="1115195" y="278971"/>
                </a:lnTo>
                <a:lnTo>
                  <a:pt x="1131839" y="55194"/>
                </a:lnTo>
                <a:lnTo>
                  <a:pt x="1148484" y="174220"/>
                </a:lnTo>
                <a:lnTo>
                  <a:pt x="1165129" y="154247"/>
                </a:lnTo>
                <a:lnTo>
                  <a:pt x="1181773" y="95946"/>
                </a:lnTo>
                <a:lnTo>
                  <a:pt x="1198418" y="365194"/>
                </a:lnTo>
                <a:lnTo>
                  <a:pt x="1215063" y="305932"/>
                </a:lnTo>
                <a:lnTo>
                  <a:pt x="1231708" y="343301"/>
                </a:lnTo>
                <a:lnTo>
                  <a:pt x="1248352" y="483281"/>
                </a:lnTo>
                <a:lnTo>
                  <a:pt x="1264997" y="409871"/>
                </a:lnTo>
                <a:lnTo>
                  <a:pt x="1281642" y="398962"/>
                </a:lnTo>
                <a:lnTo>
                  <a:pt x="1298286" y="283966"/>
                </a:lnTo>
                <a:lnTo>
                  <a:pt x="1314931" y="363916"/>
                </a:lnTo>
                <a:lnTo>
                  <a:pt x="1331576" y="165730"/>
                </a:lnTo>
                <a:lnTo>
                  <a:pt x="1348220" y="226761"/>
                </a:lnTo>
                <a:lnTo>
                  <a:pt x="1364865" y="29102"/>
                </a:lnTo>
                <a:lnTo>
                  <a:pt x="1381510" y="192885"/>
                </a:lnTo>
                <a:lnTo>
                  <a:pt x="1398155" y="182249"/>
                </a:lnTo>
                <a:lnTo>
                  <a:pt x="1414799" y="163828"/>
                </a:lnTo>
                <a:lnTo>
                  <a:pt x="1431444" y="206740"/>
                </a:lnTo>
                <a:lnTo>
                  <a:pt x="1448089" y="301968"/>
                </a:lnTo>
                <a:lnTo>
                  <a:pt x="1464733" y="270339"/>
                </a:lnTo>
                <a:lnTo>
                  <a:pt x="1481378" y="337255"/>
                </a:lnTo>
                <a:lnTo>
                  <a:pt x="1498023" y="441461"/>
                </a:lnTo>
                <a:lnTo>
                  <a:pt x="1514667" y="305589"/>
                </a:lnTo>
                <a:lnTo>
                  <a:pt x="1531312" y="281205"/>
                </a:lnTo>
                <a:lnTo>
                  <a:pt x="1547957" y="386629"/>
                </a:lnTo>
                <a:lnTo>
                  <a:pt x="1564602" y="167455"/>
                </a:lnTo>
                <a:lnTo>
                  <a:pt x="1581246" y="129906"/>
                </a:lnTo>
                <a:lnTo>
                  <a:pt x="1597891" y="130158"/>
                </a:lnTo>
                <a:lnTo>
                  <a:pt x="1614536" y="63132"/>
                </a:lnTo>
                <a:lnTo>
                  <a:pt x="1631180" y="121626"/>
                </a:lnTo>
                <a:lnTo>
                  <a:pt x="1647825" y="36066"/>
                </a:lnTo>
              </a:path>
            </a:pathLst>
          </a:custGeom>
          <a:noFill/>
          <a:ln w="13847">
            <a:solidFill>
              <a:srgbClr val="394D93"/>
            </a:solidFill>
            <a:prstDash val="solid"/>
          </a:ln>
        </p:spPr>
      </p:sp>
      <p:sp>
        <p:nvSpPr>
          <p:cNvPr id="13" name="p14_rect_13">
            <a:extLst>
              <a:ext uri="{FF2B5EF4-FFF2-40B4-BE49-F238E27FC236}">
                <a16:creationId xmlns:a16="http://schemas.microsoft.com/office/drawing/2014/main" id="{52A444C9-C67E-4072-9567-86225C3642AA}"/>
              </a:ext>
            </a:extLst>
          </p:cNvPr>
          <p:cNvSpPr>
            <a:spLocks/>
          </p:cNvSpPr>
          <p:nvPr/>
        </p:nvSpPr>
        <p:spPr>
          <a:xfrm>
            <a:off x="9226597" y="2062502"/>
            <a:ext cx="1588782" cy="2681981"/>
          </a:xfrm>
          <a:prstGeom prst="roundRect">
            <a:avLst>
              <a:gd name="adj" fmla="val 3670"/>
            </a:avLst>
          </a:prstGeom>
          <a:gradFill>
            <a:gsLst>
              <a:gs pos="0">
                <a:srgbClr val="FFFDFE"/>
              </a:gs>
              <a:gs pos="100000">
                <a:srgbClr val="F7EAF2"/>
              </a:gs>
            </a:gsLst>
            <a:lin ang="5400000"/>
          </a:gradFill>
          <a:ln w="7288">
            <a:solidFill>
              <a:srgbClr val="9C3E76"/>
            </a:solidFill>
            <a:prstDash val="solid"/>
          </a:ln>
        </p:spPr>
      </p:sp>
      <p:sp>
        <p:nvSpPr>
          <p:cNvPr id="14" name="p14_rect_14">
            <a:extLst>
              <a:ext uri="{FF2B5EF4-FFF2-40B4-BE49-F238E27FC236}">
                <a16:creationId xmlns:a16="http://schemas.microsoft.com/office/drawing/2014/main" id="{A722F680-85CE-4DA8-BFAD-0A0A804CD8A0}"/>
              </a:ext>
            </a:extLst>
          </p:cNvPr>
          <p:cNvSpPr>
            <a:spLocks/>
          </p:cNvSpPr>
          <p:nvPr/>
        </p:nvSpPr>
        <p:spPr>
          <a:xfrm>
            <a:off x="9350493" y="3068244"/>
            <a:ext cx="1326414" cy="408128"/>
          </a:xfrm>
          <a:prstGeom prst="roundRect">
            <a:avLst>
              <a:gd name="adj" fmla="val 12500"/>
            </a:avLst>
          </a:prstGeom>
          <a:solidFill>
            <a:srgbClr val="FFFFFF"/>
          </a:solidFill>
          <a:ln w="7288">
            <a:solidFill>
              <a:srgbClr val="8599C3"/>
            </a:solidFill>
            <a:prstDash val="solid"/>
          </a:ln>
        </p:spPr>
      </p:sp>
      <p:sp>
        <p:nvSpPr>
          <p:cNvPr id="15" name="p14_rect_15">
            <a:extLst>
              <a:ext uri="{FF2B5EF4-FFF2-40B4-BE49-F238E27FC236}">
                <a16:creationId xmlns:a16="http://schemas.microsoft.com/office/drawing/2014/main" id="{E3242F2A-94CA-4485-B15C-2E1E5DD5BBC2}"/>
              </a:ext>
            </a:extLst>
          </p:cNvPr>
          <p:cNvSpPr>
            <a:spLocks/>
          </p:cNvSpPr>
          <p:nvPr/>
        </p:nvSpPr>
        <p:spPr>
          <a:xfrm>
            <a:off x="10939275" y="2062502"/>
            <a:ext cx="925575" cy="2681981"/>
          </a:xfrm>
          <a:prstGeom prst="roundRect">
            <a:avLst>
              <a:gd name="adj" fmla="val 6299"/>
            </a:avLst>
          </a:prstGeom>
          <a:solidFill>
            <a:srgbClr val="FFFFFF"/>
          </a:solidFill>
          <a:ln w="7288">
            <a:solidFill>
              <a:srgbClr val="9C3E76"/>
            </a:solidFill>
            <a:prstDash val="solid"/>
          </a:ln>
        </p:spPr>
      </p:sp>
      <p:sp>
        <p:nvSpPr>
          <p:cNvPr id="16" name="p14_path_16">
            <a:extLst>
              <a:ext uri="{FF2B5EF4-FFF2-40B4-BE49-F238E27FC236}">
                <a16:creationId xmlns:a16="http://schemas.microsoft.com/office/drawing/2014/main" id="{F0C4CFFC-321F-4D24-B78E-D678D258EF2F}"/>
              </a:ext>
            </a:extLst>
          </p:cNvPr>
          <p:cNvSpPr>
            <a:spLocks/>
          </p:cNvSpPr>
          <p:nvPr/>
        </p:nvSpPr>
        <p:spPr>
          <a:xfrm>
            <a:off x="11019443" y="2782411"/>
            <a:ext cx="757951" cy="242486"/>
          </a:xfrm>
          <a:custGeom>
            <a:avLst/>
            <a:gdLst/>
            <a:ahLst/>
            <a:cxnLst/>
            <a:rect l="0" t="0" r="0" b="0"/>
            <a:pathLst>
              <a:path w="990600" h="316916">
                <a:moveTo>
                  <a:pt x="0" y="83892"/>
                </a:moveTo>
                <a:lnTo>
                  <a:pt x="10006" y="82877"/>
                </a:lnTo>
                <a:lnTo>
                  <a:pt x="20012" y="172800"/>
                </a:lnTo>
                <a:lnTo>
                  <a:pt x="30018" y="165092"/>
                </a:lnTo>
                <a:lnTo>
                  <a:pt x="40024" y="224282"/>
                </a:lnTo>
                <a:lnTo>
                  <a:pt x="50030" y="61238"/>
                </a:lnTo>
                <a:lnTo>
                  <a:pt x="60036" y="170066"/>
                </a:lnTo>
                <a:lnTo>
                  <a:pt x="70042" y="57461"/>
                </a:lnTo>
                <a:lnTo>
                  <a:pt x="80048" y="216834"/>
                </a:lnTo>
                <a:lnTo>
                  <a:pt x="90055" y="0"/>
                </a:lnTo>
                <a:lnTo>
                  <a:pt x="100061" y="234463"/>
                </a:lnTo>
                <a:lnTo>
                  <a:pt x="110067" y="148987"/>
                </a:lnTo>
                <a:lnTo>
                  <a:pt x="120073" y="266188"/>
                </a:lnTo>
                <a:lnTo>
                  <a:pt x="130079" y="54647"/>
                </a:lnTo>
                <a:lnTo>
                  <a:pt x="140085" y="187556"/>
                </a:lnTo>
                <a:lnTo>
                  <a:pt x="150091" y="128376"/>
                </a:lnTo>
                <a:lnTo>
                  <a:pt x="160097" y="159452"/>
                </a:lnTo>
                <a:lnTo>
                  <a:pt x="170103" y="153493"/>
                </a:lnTo>
                <a:lnTo>
                  <a:pt x="180109" y="119014"/>
                </a:lnTo>
                <a:lnTo>
                  <a:pt x="190115" y="296660"/>
                </a:lnTo>
                <a:lnTo>
                  <a:pt x="200121" y="236057"/>
                </a:lnTo>
                <a:lnTo>
                  <a:pt x="210127" y="281442"/>
                </a:lnTo>
                <a:lnTo>
                  <a:pt x="220133" y="933"/>
                </a:lnTo>
                <a:lnTo>
                  <a:pt x="230139" y="245794"/>
                </a:lnTo>
                <a:lnTo>
                  <a:pt x="240145" y="15038"/>
                </a:lnTo>
                <a:lnTo>
                  <a:pt x="250152" y="90002"/>
                </a:lnTo>
                <a:lnTo>
                  <a:pt x="260158" y="40696"/>
                </a:lnTo>
                <a:lnTo>
                  <a:pt x="270164" y="216249"/>
                </a:lnTo>
                <a:lnTo>
                  <a:pt x="280170" y="259632"/>
                </a:lnTo>
                <a:lnTo>
                  <a:pt x="290176" y="212902"/>
                </a:lnTo>
                <a:lnTo>
                  <a:pt x="300182" y="187776"/>
                </a:lnTo>
                <a:lnTo>
                  <a:pt x="310188" y="309466"/>
                </a:lnTo>
                <a:lnTo>
                  <a:pt x="320194" y="174032"/>
                </a:lnTo>
                <a:lnTo>
                  <a:pt x="330200" y="20520"/>
                </a:lnTo>
                <a:lnTo>
                  <a:pt x="340206" y="187912"/>
                </a:lnTo>
                <a:lnTo>
                  <a:pt x="350212" y="216232"/>
                </a:lnTo>
                <a:lnTo>
                  <a:pt x="360218" y="180423"/>
                </a:lnTo>
                <a:lnTo>
                  <a:pt x="370224" y="148454"/>
                </a:lnTo>
                <a:lnTo>
                  <a:pt x="380230" y="48830"/>
                </a:lnTo>
                <a:lnTo>
                  <a:pt x="390236" y="270882"/>
                </a:lnTo>
                <a:lnTo>
                  <a:pt x="400242" y="200412"/>
                </a:lnTo>
                <a:lnTo>
                  <a:pt x="410248" y="187183"/>
                </a:lnTo>
                <a:lnTo>
                  <a:pt x="420255" y="218297"/>
                </a:lnTo>
                <a:lnTo>
                  <a:pt x="430261" y="214470"/>
                </a:lnTo>
                <a:lnTo>
                  <a:pt x="440267" y="186622"/>
                </a:lnTo>
                <a:lnTo>
                  <a:pt x="450273" y="29128"/>
                </a:lnTo>
                <a:lnTo>
                  <a:pt x="460279" y="211860"/>
                </a:lnTo>
                <a:lnTo>
                  <a:pt x="470285" y="179173"/>
                </a:lnTo>
                <a:lnTo>
                  <a:pt x="480291" y="72323"/>
                </a:lnTo>
                <a:lnTo>
                  <a:pt x="490297" y="250195"/>
                </a:lnTo>
                <a:lnTo>
                  <a:pt x="500303" y="303158"/>
                </a:lnTo>
                <a:lnTo>
                  <a:pt x="510309" y="116107"/>
                </a:lnTo>
                <a:lnTo>
                  <a:pt x="520315" y="250839"/>
                </a:lnTo>
                <a:lnTo>
                  <a:pt x="530321" y="202808"/>
                </a:lnTo>
                <a:lnTo>
                  <a:pt x="540327" y="24023"/>
                </a:lnTo>
                <a:lnTo>
                  <a:pt x="550333" y="86161"/>
                </a:lnTo>
                <a:lnTo>
                  <a:pt x="560339" y="235515"/>
                </a:lnTo>
                <a:lnTo>
                  <a:pt x="570345" y="304594"/>
                </a:lnTo>
                <a:lnTo>
                  <a:pt x="580352" y="179873"/>
                </a:lnTo>
                <a:lnTo>
                  <a:pt x="590358" y="50632"/>
                </a:lnTo>
                <a:lnTo>
                  <a:pt x="600364" y="314344"/>
                </a:lnTo>
                <a:lnTo>
                  <a:pt x="610370" y="277930"/>
                </a:lnTo>
                <a:lnTo>
                  <a:pt x="620376" y="34996"/>
                </a:lnTo>
                <a:lnTo>
                  <a:pt x="630382" y="132506"/>
                </a:lnTo>
                <a:lnTo>
                  <a:pt x="640388" y="147683"/>
                </a:lnTo>
                <a:lnTo>
                  <a:pt x="650394" y="307416"/>
                </a:lnTo>
                <a:lnTo>
                  <a:pt x="660400" y="75592"/>
                </a:lnTo>
                <a:lnTo>
                  <a:pt x="670406" y="146140"/>
                </a:lnTo>
                <a:lnTo>
                  <a:pt x="680412" y="249965"/>
                </a:lnTo>
                <a:lnTo>
                  <a:pt x="690418" y="250918"/>
                </a:lnTo>
                <a:lnTo>
                  <a:pt x="700424" y="234452"/>
                </a:lnTo>
                <a:lnTo>
                  <a:pt x="710430" y="171056"/>
                </a:lnTo>
                <a:lnTo>
                  <a:pt x="720436" y="142850"/>
                </a:lnTo>
                <a:lnTo>
                  <a:pt x="730442" y="168871"/>
                </a:lnTo>
                <a:lnTo>
                  <a:pt x="740448" y="282803"/>
                </a:lnTo>
                <a:lnTo>
                  <a:pt x="750455" y="162738"/>
                </a:lnTo>
                <a:lnTo>
                  <a:pt x="760461" y="247544"/>
                </a:lnTo>
                <a:lnTo>
                  <a:pt x="770467" y="44018"/>
                </a:lnTo>
                <a:lnTo>
                  <a:pt x="780473" y="160839"/>
                </a:lnTo>
                <a:lnTo>
                  <a:pt x="790479" y="215176"/>
                </a:lnTo>
                <a:lnTo>
                  <a:pt x="800485" y="176915"/>
                </a:lnTo>
                <a:lnTo>
                  <a:pt x="810491" y="185586"/>
                </a:lnTo>
                <a:lnTo>
                  <a:pt x="820497" y="30637"/>
                </a:lnTo>
                <a:lnTo>
                  <a:pt x="830503" y="272892"/>
                </a:lnTo>
                <a:lnTo>
                  <a:pt x="840509" y="12216"/>
                </a:lnTo>
                <a:lnTo>
                  <a:pt x="850515" y="29087"/>
                </a:lnTo>
                <a:lnTo>
                  <a:pt x="860521" y="237584"/>
                </a:lnTo>
                <a:lnTo>
                  <a:pt x="870527" y="102350"/>
                </a:lnTo>
                <a:lnTo>
                  <a:pt x="880533" y="283531"/>
                </a:lnTo>
                <a:lnTo>
                  <a:pt x="890539" y="206187"/>
                </a:lnTo>
                <a:lnTo>
                  <a:pt x="900545" y="159147"/>
                </a:lnTo>
                <a:lnTo>
                  <a:pt x="910552" y="91181"/>
                </a:lnTo>
                <a:lnTo>
                  <a:pt x="920558" y="316916"/>
                </a:lnTo>
                <a:lnTo>
                  <a:pt x="930564" y="283723"/>
                </a:lnTo>
                <a:lnTo>
                  <a:pt x="940570" y="151415"/>
                </a:lnTo>
                <a:lnTo>
                  <a:pt x="950576" y="304690"/>
                </a:lnTo>
                <a:lnTo>
                  <a:pt x="960582" y="164758"/>
                </a:lnTo>
                <a:lnTo>
                  <a:pt x="970588" y="104788"/>
                </a:lnTo>
                <a:lnTo>
                  <a:pt x="980594" y="260162"/>
                </a:lnTo>
                <a:lnTo>
                  <a:pt x="990600" y="138778"/>
                </a:lnTo>
              </a:path>
            </a:pathLst>
          </a:custGeom>
          <a:noFill/>
          <a:ln w="13847">
            <a:solidFill>
              <a:srgbClr val="9C3E76"/>
            </a:solidFill>
            <a:prstDash val="solid"/>
          </a:ln>
        </p:spPr>
      </p:sp>
      <p:sp>
        <p:nvSpPr>
          <p:cNvPr id="17" name="p14_path_17">
            <a:extLst>
              <a:ext uri="{FF2B5EF4-FFF2-40B4-BE49-F238E27FC236}">
                <a16:creationId xmlns:a16="http://schemas.microsoft.com/office/drawing/2014/main" id="{C525F856-E708-4992-8E28-A8C8BEF35D08}"/>
              </a:ext>
            </a:extLst>
          </p:cNvPr>
          <p:cNvSpPr>
            <a:spLocks/>
          </p:cNvSpPr>
          <p:nvPr/>
        </p:nvSpPr>
        <p:spPr>
          <a:xfrm>
            <a:off x="11019443" y="3527388"/>
            <a:ext cx="729" cy="415416"/>
          </a:xfrm>
          <a:custGeom>
            <a:avLst/>
            <a:gdLst/>
            <a:ahLst/>
            <a:cxnLst/>
            <a:rect l="0" t="0" r="0" b="0"/>
            <a:pathLst>
              <a:path w="953" h="542925">
                <a:moveTo>
                  <a:pt x="0" y="0"/>
                </a:moveTo>
                <a:lnTo>
                  <a:pt x="0" y="542925"/>
                </a:lnTo>
              </a:path>
            </a:pathLst>
          </a:custGeom>
          <a:noFill/>
          <a:ln w="8746">
            <a:solidFill>
              <a:srgbClr val="8599C3"/>
            </a:solidFill>
            <a:prstDash val="solid"/>
          </a:ln>
        </p:spPr>
      </p:sp>
      <p:sp>
        <p:nvSpPr>
          <p:cNvPr id="18" name="p14_path_18">
            <a:extLst>
              <a:ext uri="{FF2B5EF4-FFF2-40B4-BE49-F238E27FC236}">
                <a16:creationId xmlns:a16="http://schemas.microsoft.com/office/drawing/2014/main" id="{31DE8187-FE88-46F0-B0C4-92165100BDC8}"/>
              </a:ext>
            </a:extLst>
          </p:cNvPr>
          <p:cNvSpPr>
            <a:spLocks/>
          </p:cNvSpPr>
          <p:nvPr/>
        </p:nvSpPr>
        <p:spPr>
          <a:xfrm>
            <a:off x="11019443" y="3942803"/>
            <a:ext cx="757951" cy="729"/>
          </a:xfrm>
          <a:custGeom>
            <a:avLst/>
            <a:gdLst/>
            <a:ahLst/>
            <a:cxnLst/>
            <a:rect l="0" t="0" r="0" b="0"/>
            <a:pathLst>
              <a:path w="990600" h="953">
                <a:moveTo>
                  <a:pt x="0" y="0"/>
                </a:moveTo>
                <a:lnTo>
                  <a:pt x="990600" y="0"/>
                </a:lnTo>
              </a:path>
            </a:pathLst>
          </a:custGeom>
          <a:noFill/>
          <a:ln w="8746">
            <a:solidFill>
              <a:srgbClr val="8599C3"/>
            </a:solidFill>
            <a:prstDash val="solid"/>
          </a:ln>
        </p:spPr>
      </p:sp>
      <p:sp>
        <p:nvSpPr>
          <p:cNvPr id="19" name="p14_path_19">
            <a:extLst>
              <a:ext uri="{FF2B5EF4-FFF2-40B4-BE49-F238E27FC236}">
                <a16:creationId xmlns:a16="http://schemas.microsoft.com/office/drawing/2014/main" id="{BE0EDA32-008C-4FAD-836A-9067E5D455D2}"/>
              </a:ext>
            </a:extLst>
          </p:cNvPr>
          <p:cNvSpPr>
            <a:spLocks/>
          </p:cNvSpPr>
          <p:nvPr/>
        </p:nvSpPr>
        <p:spPr>
          <a:xfrm>
            <a:off x="11063171" y="3577238"/>
            <a:ext cx="729" cy="365566"/>
          </a:xfrm>
          <a:custGeom>
            <a:avLst/>
            <a:gdLst/>
            <a:ahLst/>
            <a:cxnLst/>
            <a:rect l="0" t="0" r="0" b="0"/>
            <a:pathLst>
              <a:path w="953" h="477774">
                <a:moveTo>
                  <a:pt x="0" y="477774"/>
                </a:moveTo>
                <a:lnTo>
                  <a:pt x="0" y="0"/>
                </a:lnTo>
              </a:path>
            </a:pathLst>
          </a:custGeom>
          <a:noFill/>
          <a:ln w="29152">
            <a:solidFill>
              <a:srgbClr val="9C3E76"/>
            </a:solidFill>
            <a:prstDash val="solid"/>
          </a:ln>
        </p:spPr>
      </p:sp>
      <p:sp>
        <p:nvSpPr>
          <p:cNvPr id="20" name="p14_path_20">
            <a:extLst>
              <a:ext uri="{FF2B5EF4-FFF2-40B4-BE49-F238E27FC236}">
                <a16:creationId xmlns:a16="http://schemas.microsoft.com/office/drawing/2014/main" id="{F13017B6-9E4F-44F8-B0D8-4BB0B0F2B5A9}"/>
              </a:ext>
            </a:extLst>
          </p:cNvPr>
          <p:cNvSpPr>
            <a:spLocks/>
          </p:cNvSpPr>
          <p:nvPr/>
        </p:nvSpPr>
        <p:spPr>
          <a:xfrm>
            <a:off x="11110543" y="3639653"/>
            <a:ext cx="729" cy="303150"/>
          </a:xfrm>
          <a:custGeom>
            <a:avLst/>
            <a:gdLst/>
            <a:ahLst/>
            <a:cxnLst/>
            <a:rect l="0" t="0" r="0" b="0"/>
            <a:pathLst>
              <a:path w="953" h="396201">
                <a:moveTo>
                  <a:pt x="0" y="396201"/>
                </a:moveTo>
                <a:lnTo>
                  <a:pt x="0" y="0"/>
                </a:lnTo>
              </a:path>
            </a:pathLst>
          </a:custGeom>
          <a:noFill/>
          <a:ln w="29152">
            <a:solidFill>
              <a:srgbClr val="9C3E76"/>
            </a:solidFill>
            <a:prstDash val="solid"/>
          </a:ln>
        </p:spPr>
      </p:sp>
      <p:sp>
        <p:nvSpPr>
          <p:cNvPr id="21" name="p14_path_21">
            <a:extLst>
              <a:ext uri="{FF2B5EF4-FFF2-40B4-BE49-F238E27FC236}">
                <a16:creationId xmlns:a16="http://schemas.microsoft.com/office/drawing/2014/main" id="{8DCFE002-3FC8-4594-8AD0-FF3E6DA9BE6D}"/>
              </a:ext>
            </a:extLst>
          </p:cNvPr>
          <p:cNvSpPr>
            <a:spLocks/>
          </p:cNvSpPr>
          <p:nvPr/>
        </p:nvSpPr>
        <p:spPr>
          <a:xfrm>
            <a:off x="11157915" y="3695067"/>
            <a:ext cx="729" cy="247736"/>
          </a:xfrm>
          <a:custGeom>
            <a:avLst/>
            <a:gdLst/>
            <a:ahLst/>
            <a:cxnLst/>
            <a:rect l="0" t="0" r="0" b="0"/>
            <a:pathLst>
              <a:path w="953" h="323778">
                <a:moveTo>
                  <a:pt x="0" y="323778"/>
                </a:moveTo>
                <a:lnTo>
                  <a:pt x="0" y="0"/>
                </a:lnTo>
              </a:path>
            </a:pathLst>
          </a:custGeom>
          <a:noFill/>
          <a:ln w="29152">
            <a:solidFill>
              <a:srgbClr val="9C3E76"/>
            </a:solidFill>
            <a:prstDash val="solid"/>
          </a:ln>
        </p:spPr>
      </p:sp>
      <p:sp>
        <p:nvSpPr>
          <p:cNvPr id="22" name="p14_path_22">
            <a:extLst>
              <a:ext uri="{FF2B5EF4-FFF2-40B4-BE49-F238E27FC236}">
                <a16:creationId xmlns:a16="http://schemas.microsoft.com/office/drawing/2014/main" id="{954F3616-49B4-4F6F-AC76-52C281A1BE57}"/>
              </a:ext>
            </a:extLst>
          </p:cNvPr>
          <p:cNvSpPr>
            <a:spLocks/>
          </p:cNvSpPr>
          <p:nvPr/>
        </p:nvSpPr>
        <p:spPr>
          <a:xfrm>
            <a:off x="11205287" y="3743427"/>
            <a:ext cx="729" cy="199377"/>
          </a:xfrm>
          <a:custGeom>
            <a:avLst/>
            <a:gdLst/>
            <a:ahLst/>
            <a:cxnLst/>
            <a:rect l="0" t="0" r="0" b="0"/>
            <a:pathLst>
              <a:path w="953" h="260574">
                <a:moveTo>
                  <a:pt x="0" y="260574"/>
                </a:moveTo>
                <a:lnTo>
                  <a:pt x="0" y="0"/>
                </a:lnTo>
              </a:path>
            </a:pathLst>
          </a:custGeom>
          <a:noFill/>
          <a:ln w="29152">
            <a:solidFill>
              <a:srgbClr val="9C3E76"/>
            </a:solidFill>
            <a:prstDash val="solid"/>
          </a:ln>
        </p:spPr>
      </p:sp>
      <p:sp>
        <p:nvSpPr>
          <p:cNvPr id="23" name="p14_path_23">
            <a:extLst>
              <a:ext uri="{FF2B5EF4-FFF2-40B4-BE49-F238E27FC236}">
                <a16:creationId xmlns:a16="http://schemas.microsoft.com/office/drawing/2014/main" id="{BBC98E8E-88D7-4D6D-B751-57B0801965C1}"/>
              </a:ext>
            </a:extLst>
          </p:cNvPr>
          <p:cNvSpPr>
            <a:spLocks/>
          </p:cNvSpPr>
          <p:nvPr/>
        </p:nvSpPr>
        <p:spPr>
          <a:xfrm>
            <a:off x="11252659" y="3784972"/>
            <a:ext cx="729" cy="157832"/>
          </a:xfrm>
          <a:custGeom>
            <a:avLst/>
            <a:gdLst/>
            <a:ahLst/>
            <a:cxnLst/>
            <a:rect l="0" t="0" r="0" b="0"/>
            <a:pathLst>
              <a:path w="953" h="206277">
                <a:moveTo>
                  <a:pt x="0" y="206277"/>
                </a:moveTo>
                <a:lnTo>
                  <a:pt x="0" y="0"/>
                </a:lnTo>
              </a:path>
            </a:pathLst>
          </a:custGeom>
          <a:noFill/>
          <a:ln w="29152">
            <a:solidFill>
              <a:srgbClr val="9C3E76"/>
            </a:solidFill>
            <a:prstDash val="solid"/>
          </a:ln>
        </p:spPr>
      </p:sp>
      <p:sp>
        <p:nvSpPr>
          <p:cNvPr id="24" name="p14_path_24">
            <a:extLst>
              <a:ext uri="{FF2B5EF4-FFF2-40B4-BE49-F238E27FC236}">
                <a16:creationId xmlns:a16="http://schemas.microsoft.com/office/drawing/2014/main" id="{BCC3FCD8-EF30-4C78-A143-E1F4A273F274}"/>
              </a:ext>
            </a:extLst>
          </p:cNvPr>
          <p:cNvSpPr>
            <a:spLocks/>
          </p:cNvSpPr>
          <p:nvPr/>
        </p:nvSpPr>
        <p:spPr>
          <a:xfrm>
            <a:off x="11300031" y="3820135"/>
            <a:ext cx="729" cy="122668"/>
          </a:xfrm>
          <a:custGeom>
            <a:avLst/>
            <a:gdLst/>
            <a:ahLst/>
            <a:cxnLst/>
            <a:rect l="0" t="0" r="0" b="0"/>
            <a:pathLst>
              <a:path w="953" h="160320">
                <a:moveTo>
                  <a:pt x="0" y="160320"/>
                </a:moveTo>
                <a:lnTo>
                  <a:pt x="0" y="0"/>
                </a:lnTo>
              </a:path>
            </a:pathLst>
          </a:custGeom>
          <a:noFill/>
          <a:ln w="29152">
            <a:solidFill>
              <a:srgbClr val="9C3E76"/>
            </a:solidFill>
            <a:prstDash val="solid"/>
          </a:ln>
        </p:spPr>
      </p:sp>
      <p:sp>
        <p:nvSpPr>
          <p:cNvPr id="25" name="p14_path_25">
            <a:extLst>
              <a:ext uri="{FF2B5EF4-FFF2-40B4-BE49-F238E27FC236}">
                <a16:creationId xmlns:a16="http://schemas.microsoft.com/office/drawing/2014/main" id="{6B18A3EB-8812-4192-86CA-523C79780FDF}"/>
              </a:ext>
            </a:extLst>
          </p:cNvPr>
          <p:cNvSpPr>
            <a:spLocks/>
          </p:cNvSpPr>
          <p:nvPr/>
        </p:nvSpPr>
        <p:spPr>
          <a:xfrm>
            <a:off x="11347403" y="3849471"/>
            <a:ext cx="729" cy="93333"/>
          </a:xfrm>
          <a:custGeom>
            <a:avLst/>
            <a:gdLst/>
            <a:ahLst/>
            <a:cxnLst/>
            <a:rect l="0" t="0" r="0" b="0"/>
            <a:pathLst>
              <a:path w="953" h="121980">
                <a:moveTo>
                  <a:pt x="0" y="121980"/>
                </a:moveTo>
                <a:lnTo>
                  <a:pt x="0" y="0"/>
                </a:lnTo>
              </a:path>
            </a:pathLst>
          </a:custGeom>
          <a:noFill/>
          <a:ln w="29152">
            <a:solidFill>
              <a:srgbClr val="9C3E76"/>
            </a:solidFill>
            <a:prstDash val="solid"/>
          </a:ln>
        </p:spPr>
      </p:sp>
      <p:sp>
        <p:nvSpPr>
          <p:cNvPr id="26" name="p14_path_26">
            <a:extLst>
              <a:ext uri="{FF2B5EF4-FFF2-40B4-BE49-F238E27FC236}">
                <a16:creationId xmlns:a16="http://schemas.microsoft.com/office/drawing/2014/main" id="{F8EEC58F-159A-4F74-8621-32EEC5BE6D16}"/>
              </a:ext>
            </a:extLst>
          </p:cNvPr>
          <p:cNvSpPr>
            <a:spLocks/>
          </p:cNvSpPr>
          <p:nvPr/>
        </p:nvSpPr>
        <p:spPr>
          <a:xfrm>
            <a:off x="11394775" y="3873591"/>
            <a:ext cx="729" cy="69212"/>
          </a:xfrm>
          <a:custGeom>
            <a:avLst/>
            <a:gdLst/>
            <a:ahLst/>
            <a:cxnLst/>
            <a:rect l="0" t="0" r="0" b="0"/>
            <a:pathLst>
              <a:path w="953" h="90456">
                <a:moveTo>
                  <a:pt x="0" y="90456"/>
                </a:moveTo>
                <a:lnTo>
                  <a:pt x="0" y="0"/>
                </a:lnTo>
              </a:path>
            </a:pathLst>
          </a:custGeom>
          <a:noFill/>
          <a:ln w="29152">
            <a:solidFill>
              <a:srgbClr val="9C3E76"/>
            </a:solidFill>
            <a:prstDash val="solid"/>
          </a:ln>
        </p:spPr>
      </p:sp>
      <p:sp>
        <p:nvSpPr>
          <p:cNvPr id="27" name="p14_path_27">
            <a:extLst>
              <a:ext uri="{FF2B5EF4-FFF2-40B4-BE49-F238E27FC236}">
                <a16:creationId xmlns:a16="http://schemas.microsoft.com/office/drawing/2014/main" id="{2D83EE5F-D4C1-44D0-BB97-90129556032C}"/>
              </a:ext>
            </a:extLst>
          </p:cNvPr>
          <p:cNvSpPr>
            <a:spLocks/>
          </p:cNvSpPr>
          <p:nvPr/>
        </p:nvSpPr>
        <p:spPr>
          <a:xfrm>
            <a:off x="11442147" y="3893129"/>
            <a:ext cx="729" cy="49674"/>
          </a:xfrm>
          <a:custGeom>
            <a:avLst/>
            <a:gdLst/>
            <a:ahLst/>
            <a:cxnLst/>
            <a:rect l="0" t="0" r="0" b="0"/>
            <a:pathLst>
              <a:path w="953" h="64921">
                <a:moveTo>
                  <a:pt x="0" y="64921"/>
                </a:moveTo>
                <a:lnTo>
                  <a:pt x="0" y="0"/>
                </a:lnTo>
              </a:path>
            </a:pathLst>
          </a:custGeom>
          <a:noFill/>
          <a:ln w="29152">
            <a:solidFill>
              <a:srgbClr val="9C3E76"/>
            </a:solidFill>
            <a:prstDash val="solid"/>
          </a:ln>
        </p:spPr>
      </p:sp>
      <p:sp>
        <p:nvSpPr>
          <p:cNvPr id="28" name="p14_path_28">
            <a:extLst>
              <a:ext uri="{FF2B5EF4-FFF2-40B4-BE49-F238E27FC236}">
                <a16:creationId xmlns:a16="http://schemas.microsoft.com/office/drawing/2014/main" id="{A9AF843E-8CCD-4171-AA6B-C21591545B77}"/>
              </a:ext>
            </a:extLst>
          </p:cNvPr>
          <p:cNvSpPr>
            <a:spLocks/>
          </p:cNvSpPr>
          <p:nvPr/>
        </p:nvSpPr>
        <p:spPr>
          <a:xfrm>
            <a:off x="11489519" y="3908705"/>
            <a:ext cx="729" cy="34098"/>
          </a:xfrm>
          <a:custGeom>
            <a:avLst/>
            <a:gdLst/>
            <a:ahLst/>
            <a:cxnLst/>
            <a:rect l="0" t="0" r="0" b="0"/>
            <a:pathLst>
              <a:path w="953" h="44564">
                <a:moveTo>
                  <a:pt x="0" y="44564"/>
                </a:moveTo>
                <a:lnTo>
                  <a:pt x="0" y="0"/>
                </a:lnTo>
              </a:path>
            </a:pathLst>
          </a:custGeom>
          <a:noFill/>
          <a:ln w="29152">
            <a:solidFill>
              <a:srgbClr val="9C3E76"/>
            </a:solidFill>
            <a:prstDash val="solid"/>
          </a:ln>
        </p:spPr>
      </p:sp>
      <p:sp>
        <p:nvSpPr>
          <p:cNvPr id="29" name="p14_path_29">
            <a:extLst>
              <a:ext uri="{FF2B5EF4-FFF2-40B4-BE49-F238E27FC236}">
                <a16:creationId xmlns:a16="http://schemas.microsoft.com/office/drawing/2014/main" id="{4683FBB7-D2ED-467F-A4F4-3E4C0385F48A}"/>
              </a:ext>
            </a:extLst>
          </p:cNvPr>
          <p:cNvSpPr>
            <a:spLocks/>
          </p:cNvSpPr>
          <p:nvPr/>
        </p:nvSpPr>
        <p:spPr>
          <a:xfrm>
            <a:off x="11536891" y="3920907"/>
            <a:ext cx="729" cy="21896"/>
          </a:xfrm>
          <a:custGeom>
            <a:avLst/>
            <a:gdLst/>
            <a:ahLst/>
            <a:cxnLst/>
            <a:rect l="0" t="0" r="0" b="0"/>
            <a:pathLst>
              <a:path w="953" h="28617">
                <a:moveTo>
                  <a:pt x="0" y="28617"/>
                </a:moveTo>
                <a:lnTo>
                  <a:pt x="0" y="0"/>
                </a:lnTo>
              </a:path>
            </a:pathLst>
          </a:custGeom>
          <a:noFill/>
          <a:ln w="29152">
            <a:solidFill>
              <a:srgbClr val="9C3E76"/>
            </a:solidFill>
            <a:prstDash val="solid"/>
          </a:ln>
        </p:spPr>
      </p:sp>
      <p:sp>
        <p:nvSpPr>
          <p:cNvPr id="30" name="p14_path_30">
            <a:extLst>
              <a:ext uri="{FF2B5EF4-FFF2-40B4-BE49-F238E27FC236}">
                <a16:creationId xmlns:a16="http://schemas.microsoft.com/office/drawing/2014/main" id="{A826FE75-0A1F-4977-A78E-CFA219D3F777}"/>
              </a:ext>
            </a:extLst>
          </p:cNvPr>
          <p:cNvSpPr>
            <a:spLocks/>
          </p:cNvSpPr>
          <p:nvPr/>
        </p:nvSpPr>
        <p:spPr>
          <a:xfrm>
            <a:off x="11584262" y="3930277"/>
            <a:ext cx="729" cy="12526"/>
          </a:xfrm>
          <a:custGeom>
            <a:avLst/>
            <a:gdLst/>
            <a:ahLst/>
            <a:cxnLst/>
            <a:rect l="0" t="0" r="0" b="0"/>
            <a:pathLst>
              <a:path w="953" h="16371">
                <a:moveTo>
                  <a:pt x="0" y="16371"/>
                </a:moveTo>
                <a:lnTo>
                  <a:pt x="0" y="0"/>
                </a:lnTo>
              </a:path>
            </a:pathLst>
          </a:custGeom>
          <a:noFill/>
          <a:ln w="29152">
            <a:solidFill>
              <a:srgbClr val="9C3E76"/>
            </a:solidFill>
            <a:prstDash val="solid"/>
          </a:ln>
        </p:spPr>
      </p:sp>
      <p:sp>
        <p:nvSpPr>
          <p:cNvPr id="31" name="p14_path_31">
            <a:extLst>
              <a:ext uri="{FF2B5EF4-FFF2-40B4-BE49-F238E27FC236}">
                <a16:creationId xmlns:a16="http://schemas.microsoft.com/office/drawing/2014/main" id="{F871DF33-0071-4188-9255-6B28117EB7C7}"/>
              </a:ext>
            </a:extLst>
          </p:cNvPr>
          <p:cNvSpPr>
            <a:spLocks/>
          </p:cNvSpPr>
          <p:nvPr/>
        </p:nvSpPr>
        <p:spPr>
          <a:xfrm>
            <a:off x="11631634" y="3937305"/>
            <a:ext cx="729" cy="5499"/>
          </a:xfrm>
          <a:custGeom>
            <a:avLst/>
            <a:gdLst/>
            <a:ahLst/>
            <a:cxnLst/>
            <a:rect l="0" t="0" r="0" b="0"/>
            <a:pathLst>
              <a:path w="953" h="7186">
                <a:moveTo>
                  <a:pt x="0" y="7186"/>
                </a:moveTo>
                <a:lnTo>
                  <a:pt x="0" y="0"/>
                </a:lnTo>
              </a:path>
            </a:pathLst>
          </a:custGeom>
          <a:noFill/>
          <a:ln w="29152">
            <a:solidFill>
              <a:srgbClr val="9C3E76"/>
            </a:solidFill>
            <a:prstDash val="solid"/>
          </a:ln>
        </p:spPr>
      </p:sp>
      <p:sp>
        <p:nvSpPr>
          <p:cNvPr id="32" name="p14_path_32">
            <a:extLst>
              <a:ext uri="{FF2B5EF4-FFF2-40B4-BE49-F238E27FC236}">
                <a16:creationId xmlns:a16="http://schemas.microsoft.com/office/drawing/2014/main" id="{1CD9467C-2473-4E7A-8E0C-35818FFE0821}"/>
              </a:ext>
            </a:extLst>
          </p:cNvPr>
          <p:cNvSpPr>
            <a:spLocks/>
          </p:cNvSpPr>
          <p:nvPr/>
        </p:nvSpPr>
        <p:spPr>
          <a:xfrm>
            <a:off x="11679006" y="3942423"/>
            <a:ext cx="729" cy="380"/>
          </a:xfrm>
          <a:custGeom>
            <a:avLst/>
            <a:gdLst/>
            <a:ahLst/>
            <a:cxnLst/>
            <a:rect l="0" t="0" r="0" b="0"/>
            <a:pathLst>
              <a:path w="953" h="497">
                <a:moveTo>
                  <a:pt x="0" y="497"/>
                </a:moveTo>
                <a:lnTo>
                  <a:pt x="0" y="0"/>
                </a:lnTo>
              </a:path>
            </a:pathLst>
          </a:custGeom>
          <a:noFill/>
          <a:ln w="29152">
            <a:solidFill>
              <a:srgbClr val="9C3E76"/>
            </a:solidFill>
            <a:prstDash val="solid"/>
          </a:ln>
        </p:spPr>
      </p:sp>
      <p:sp>
        <p:nvSpPr>
          <p:cNvPr id="33" name="p14_path_33">
            <a:extLst>
              <a:ext uri="{FF2B5EF4-FFF2-40B4-BE49-F238E27FC236}">
                <a16:creationId xmlns:a16="http://schemas.microsoft.com/office/drawing/2014/main" id="{31603B87-7FEF-4982-8F26-B9AF5163D920}"/>
              </a:ext>
            </a:extLst>
          </p:cNvPr>
          <p:cNvSpPr>
            <a:spLocks/>
          </p:cNvSpPr>
          <p:nvPr/>
        </p:nvSpPr>
        <p:spPr>
          <a:xfrm>
            <a:off x="11726378" y="3942803"/>
            <a:ext cx="729" cy="3206"/>
          </a:xfrm>
          <a:custGeom>
            <a:avLst/>
            <a:gdLst/>
            <a:ahLst/>
            <a:cxnLst/>
            <a:rect l="0" t="0" r="0" b="0"/>
            <a:pathLst>
              <a:path w="953" h="4190">
                <a:moveTo>
                  <a:pt x="0" y="0"/>
                </a:moveTo>
                <a:lnTo>
                  <a:pt x="0" y="4190"/>
                </a:lnTo>
              </a:path>
            </a:pathLst>
          </a:custGeom>
          <a:noFill/>
          <a:ln w="29152">
            <a:solidFill>
              <a:srgbClr val="9C3E76"/>
            </a:solidFill>
            <a:prstDash val="solid"/>
          </a:ln>
        </p:spPr>
      </p:sp>
      <p:sp>
        <p:nvSpPr>
          <p:cNvPr id="34" name="p14_path_34">
            <a:extLst>
              <a:ext uri="{FF2B5EF4-FFF2-40B4-BE49-F238E27FC236}">
                <a16:creationId xmlns:a16="http://schemas.microsoft.com/office/drawing/2014/main" id="{660CC1D1-C005-4F62-80FB-4D81250FB470}"/>
              </a:ext>
            </a:extLst>
          </p:cNvPr>
          <p:cNvSpPr>
            <a:spLocks/>
          </p:cNvSpPr>
          <p:nvPr/>
        </p:nvSpPr>
        <p:spPr>
          <a:xfrm>
            <a:off x="11019443" y="3876337"/>
            <a:ext cx="757951" cy="729"/>
          </a:xfrm>
          <a:custGeom>
            <a:avLst/>
            <a:gdLst/>
            <a:ahLst/>
            <a:cxnLst/>
            <a:rect l="0" t="0" r="0" b="0"/>
            <a:pathLst>
              <a:path w="990600" h="953">
                <a:moveTo>
                  <a:pt x="0" y="0"/>
                </a:moveTo>
                <a:lnTo>
                  <a:pt x="990600" y="0"/>
                </a:lnTo>
              </a:path>
            </a:pathLst>
          </a:custGeom>
          <a:noFill/>
          <a:ln w="5830">
            <a:solidFill>
              <a:srgbClr val="8599C3"/>
            </a:solidFill>
            <a:prstDash val="dash"/>
          </a:ln>
        </p:spPr>
      </p:sp>
      <p:sp>
        <p:nvSpPr>
          <p:cNvPr id="35" name="p14_path_35">
            <a:extLst>
              <a:ext uri="{FF2B5EF4-FFF2-40B4-BE49-F238E27FC236}">
                <a16:creationId xmlns:a16="http://schemas.microsoft.com/office/drawing/2014/main" id="{4A14711F-AB6F-48A9-9B43-322E49CCDC24}"/>
              </a:ext>
            </a:extLst>
          </p:cNvPr>
          <p:cNvSpPr>
            <a:spLocks/>
          </p:cNvSpPr>
          <p:nvPr/>
        </p:nvSpPr>
        <p:spPr>
          <a:xfrm>
            <a:off x="11019443" y="4197883"/>
            <a:ext cx="729" cy="415416"/>
          </a:xfrm>
          <a:custGeom>
            <a:avLst/>
            <a:gdLst/>
            <a:ahLst/>
            <a:cxnLst/>
            <a:rect l="0" t="0" r="0" b="0"/>
            <a:pathLst>
              <a:path w="953" h="542925">
                <a:moveTo>
                  <a:pt x="0" y="0"/>
                </a:moveTo>
                <a:lnTo>
                  <a:pt x="0" y="542925"/>
                </a:lnTo>
              </a:path>
            </a:pathLst>
          </a:custGeom>
          <a:noFill/>
          <a:ln w="8746">
            <a:solidFill>
              <a:srgbClr val="8599C3"/>
            </a:solidFill>
            <a:prstDash val="solid"/>
          </a:ln>
        </p:spPr>
      </p:sp>
      <p:sp>
        <p:nvSpPr>
          <p:cNvPr id="36" name="p14_path_36">
            <a:extLst>
              <a:ext uri="{FF2B5EF4-FFF2-40B4-BE49-F238E27FC236}">
                <a16:creationId xmlns:a16="http://schemas.microsoft.com/office/drawing/2014/main" id="{554A7BEA-F78D-474F-B50B-F029576CC47F}"/>
              </a:ext>
            </a:extLst>
          </p:cNvPr>
          <p:cNvSpPr>
            <a:spLocks/>
          </p:cNvSpPr>
          <p:nvPr/>
        </p:nvSpPr>
        <p:spPr>
          <a:xfrm>
            <a:off x="11019443" y="4613299"/>
            <a:ext cx="757951" cy="729"/>
          </a:xfrm>
          <a:custGeom>
            <a:avLst/>
            <a:gdLst/>
            <a:ahLst/>
            <a:cxnLst/>
            <a:rect l="0" t="0" r="0" b="0"/>
            <a:pathLst>
              <a:path w="990600" h="953">
                <a:moveTo>
                  <a:pt x="0" y="0"/>
                </a:moveTo>
                <a:lnTo>
                  <a:pt x="990600" y="0"/>
                </a:lnTo>
              </a:path>
            </a:pathLst>
          </a:custGeom>
          <a:noFill/>
          <a:ln w="8746">
            <a:solidFill>
              <a:srgbClr val="8599C3"/>
            </a:solidFill>
            <a:prstDash val="solid"/>
          </a:ln>
        </p:spPr>
      </p:sp>
      <p:sp>
        <p:nvSpPr>
          <p:cNvPr id="37" name="p14_path_37">
            <a:extLst>
              <a:ext uri="{FF2B5EF4-FFF2-40B4-BE49-F238E27FC236}">
                <a16:creationId xmlns:a16="http://schemas.microsoft.com/office/drawing/2014/main" id="{5557CF0B-ED74-491B-8F78-E7A30EDE392D}"/>
              </a:ext>
            </a:extLst>
          </p:cNvPr>
          <p:cNvSpPr>
            <a:spLocks/>
          </p:cNvSpPr>
          <p:nvPr/>
        </p:nvSpPr>
        <p:spPr>
          <a:xfrm>
            <a:off x="11019443" y="4263005"/>
            <a:ext cx="757951" cy="329522"/>
          </a:xfrm>
          <a:custGeom>
            <a:avLst/>
            <a:gdLst/>
            <a:ahLst/>
            <a:cxnLst/>
            <a:rect l="0" t="0" r="0" b="0"/>
            <a:pathLst>
              <a:path w="990600" h="430668">
                <a:moveTo>
                  <a:pt x="0" y="414380"/>
                </a:moveTo>
                <a:lnTo>
                  <a:pt x="14357" y="407419"/>
                </a:lnTo>
                <a:lnTo>
                  <a:pt x="28713" y="426967"/>
                </a:lnTo>
                <a:lnTo>
                  <a:pt x="43070" y="398583"/>
                </a:lnTo>
                <a:lnTo>
                  <a:pt x="57426" y="430357"/>
                </a:lnTo>
                <a:lnTo>
                  <a:pt x="71783" y="401288"/>
                </a:lnTo>
                <a:lnTo>
                  <a:pt x="86139" y="422075"/>
                </a:lnTo>
                <a:lnTo>
                  <a:pt x="100496" y="413559"/>
                </a:lnTo>
                <a:lnTo>
                  <a:pt x="114852" y="408170"/>
                </a:lnTo>
                <a:lnTo>
                  <a:pt x="129209" y="426429"/>
                </a:lnTo>
                <a:lnTo>
                  <a:pt x="143565" y="398803"/>
                </a:lnTo>
                <a:lnTo>
                  <a:pt x="157922" y="430496"/>
                </a:lnTo>
                <a:lnTo>
                  <a:pt x="172278" y="400810"/>
                </a:lnTo>
                <a:lnTo>
                  <a:pt x="186635" y="422703"/>
                </a:lnTo>
                <a:lnTo>
                  <a:pt x="200991" y="411922"/>
                </a:lnTo>
                <a:lnTo>
                  <a:pt x="215348" y="403418"/>
                </a:lnTo>
                <a:lnTo>
                  <a:pt x="229704" y="399531"/>
                </a:lnTo>
                <a:lnTo>
                  <a:pt x="244061" y="310296"/>
                </a:lnTo>
                <a:lnTo>
                  <a:pt x="258417" y="219129"/>
                </a:lnTo>
                <a:lnTo>
                  <a:pt x="272774" y="44390"/>
                </a:lnTo>
                <a:lnTo>
                  <a:pt x="287130" y="0"/>
                </a:lnTo>
                <a:lnTo>
                  <a:pt x="301487" y="55936"/>
                </a:lnTo>
                <a:lnTo>
                  <a:pt x="315843" y="198252"/>
                </a:lnTo>
                <a:lnTo>
                  <a:pt x="330200" y="336498"/>
                </a:lnTo>
                <a:lnTo>
                  <a:pt x="344557" y="373031"/>
                </a:lnTo>
                <a:lnTo>
                  <a:pt x="358913" y="425133"/>
                </a:lnTo>
                <a:lnTo>
                  <a:pt x="373270" y="399160"/>
                </a:lnTo>
                <a:lnTo>
                  <a:pt x="387626" y="424065"/>
                </a:lnTo>
                <a:lnTo>
                  <a:pt x="401983" y="411110"/>
                </a:lnTo>
                <a:lnTo>
                  <a:pt x="416339" y="410511"/>
                </a:lnTo>
                <a:lnTo>
                  <a:pt x="430696" y="424640"/>
                </a:lnTo>
                <a:lnTo>
                  <a:pt x="445052" y="399698"/>
                </a:lnTo>
                <a:lnTo>
                  <a:pt x="459409" y="430668"/>
                </a:lnTo>
                <a:lnTo>
                  <a:pt x="473765" y="399612"/>
                </a:lnTo>
                <a:lnTo>
                  <a:pt x="488122" y="424793"/>
                </a:lnTo>
                <a:lnTo>
                  <a:pt x="502478" y="410295"/>
                </a:lnTo>
                <a:lnTo>
                  <a:pt x="516835" y="411181"/>
                </a:lnTo>
                <a:lnTo>
                  <a:pt x="531191" y="423285"/>
                </a:lnTo>
                <a:lnTo>
                  <a:pt x="545548" y="397089"/>
                </a:lnTo>
                <a:lnTo>
                  <a:pt x="559904" y="420515"/>
                </a:lnTo>
                <a:lnTo>
                  <a:pt x="574261" y="371756"/>
                </a:lnTo>
                <a:lnTo>
                  <a:pt x="588617" y="365495"/>
                </a:lnTo>
                <a:lnTo>
                  <a:pt x="602974" y="305091"/>
                </a:lnTo>
                <a:lnTo>
                  <a:pt x="617330" y="266375"/>
                </a:lnTo>
                <a:lnTo>
                  <a:pt x="631687" y="260436"/>
                </a:lnTo>
                <a:lnTo>
                  <a:pt x="646043" y="254734"/>
                </a:lnTo>
                <a:lnTo>
                  <a:pt x="660400" y="326141"/>
                </a:lnTo>
                <a:lnTo>
                  <a:pt x="674757" y="339076"/>
                </a:lnTo>
                <a:lnTo>
                  <a:pt x="689113" y="398475"/>
                </a:lnTo>
                <a:lnTo>
                  <a:pt x="703470" y="398620"/>
                </a:lnTo>
                <a:lnTo>
                  <a:pt x="717826" y="409958"/>
                </a:lnTo>
                <a:lnTo>
                  <a:pt x="732183" y="421911"/>
                </a:lnTo>
                <a:lnTo>
                  <a:pt x="746539" y="400796"/>
                </a:lnTo>
                <a:lnTo>
                  <a:pt x="760896" y="430446"/>
                </a:lnTo>
                <a:lnTo>
                  <a:pt x="775252" y="398743"/>
                </a:lnTo>
                <a:lnTo>
                  <a:pt x="789609" y="426564"/>
                </a:lnTo>
                <a:lnTo>
                  <a:pt x="803965" y="407984"/>
                </a:lnTo>
                <a:lnTo>
                  <a:pt x="818322" y="413761"/>
                </a:lnTo>
                <a:lnTo>
                  <a:pt x="832678" y="421896"/>
                </a:lnTo>
                <a:lnTo>
                  <a:pt x="847035" y="401409"/>
                </a:lnTo>
                <a:lnTo>
                  <a:pt x="861391" y="430317"/>
                </a:lnTo>
                <a:lnTo>
                  <a:pt x="875748" y="398535"/>
                </a:lnTo>
                <a:lnTo>
                  <a:pt x="890104" y="427094"/>
                </a:lnTo>
                <a:lnTo>
                  <a:pt x="904461" y="407237"/>
                </a:lnTo>
                <a:lnTo>
                  <a:pt x="918817" y="414582"/>
                </a:lnTo>
                <a:lnTo>
                  <a:pt x="933174" y="421158"/>
                </a:lnTo>
                <a:lnTo>
                  <a:pt x="947530" y="401923"/>
                </a:lnTo>
                <a:lnTo>
                  <a:pt x="961887" y="430127"/>
                </a:lnTo>
                <a:lnTo>
                  <a:pt x="976243" y="398365"/>
                </a:lnTo>
                <a:lnTo>
                  <a:pt x="990600" y="427591"/>
                </a:lnTo>
              </a:path>
            </a:pathLst>
          </a:custGeom>
          <a:noFill/>
          <a:ln w="13847">
            <a:solidFill>
              <a:srgbClr val="9C3E76"/>
            </a:solidFill>
            <a:prstDash val="solid"/>
          </a:ln>
        </p:spPr>
      </p:sp>
      <p:sp>
        <p:nvSpPr>
          <p:cNvPr id="38" name="p14_path_38">
            <a:extLst>
              <a:ext uri="{FF2B5EF4-FFF2-40B4-BE49-F238E27FC236}">
                <a16:creationId xmlns:a16="http://schemas.microsoft.com/office/drawing/2014/main" id="{B27ECAD4-8FFC-4324-B5C8-EAF880A91CAE}"/>
              </a:ext>
            </a:extLst>
          </p:cNvPr>
          <p:cNvSpPr>
            <a:spLocks/>
          </p:cNvSpPr>
          <p:nvPr/>
        </p:nvSpPr>
        <p:spPr>
          <a:xfrm>
            <a:off x="3716876" y="3155700"/>
            <a:ext cx="65592" cy="729"/>
          </a:xfrm>
          <a:custGeom>
            <a:avLst/>
            <a:gdLst/>
            <a:ahLst/>
            <a:cxnLst/>
            <a:rect l="0" t="0" r="0" b="0"/>
            <a:pathLst>
              <a:path w="85725" h="953">
                <a:moveTo>
                  <a:pt x="0" y="0"/>
                </a:moveTo>
                <a:lnTo>
                  <a:pt x="85725" y="0"/>
                </a:lnTo>
              </a:path>
            </a:pathLst>
          </a:custGeom>
          <a:noFill/>
          <a:ln w="14576">
            <a:solidFill>
              <a:srgbClr val="394D93"/>
            </a:solidFill>
            <a:prstDash val="solid"/>
          </a:ln>
        </p:spPr>
      </p:sp>
      <p:sp>
        <p:nvSpPr>
          <p:cNvPr id="39" name="p14_path_39">
            <a:extLst>
              <a:ext uri="{FF2B5EF4-FFF2-40B4-BE49-F238E27FC236}">
                <a16:creationId xmlns:a16="http://schemas.microsoft.com/office/drawing/2014/main" id="{E9F448AE-C241-40D6-BF46-F8D78E3170D6}"/>
              </a:ext>
            </a:extLst>
          </p:cNvPr>
          <p:cNvSpPr>
            <a:spLocks/>
          </p:cNvSpPr>
          <p:nvPr/>
        </p:nvSpPr>
        <p:spPr>
          <a:xfrm>
            <a:off x="3695012" y="3117220"/>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40" name="p14_path_40">
            <a:extLst>
              <a:ext uri="{FF2B5EF4-FFF2-40B4-BE49-F238E27FC236}">
                <a16:creationId xmlns:a16="http://schemas.microsoft.com/office/drawing/2014/main" id="{81D7BC8D-1764-417F-AF1D-0D9E60E15DBE}"/>
              </a:ext>
            </a:extLst>
          </p:cNvPr>
          <p:cNvSpPr>
            <a:spLocks/>
          </p:cNvSpPr>
          <p:nvPr/>
        </p:nvSpPr>
        <p:spPr>
          <a:xfrm>
            <a:off x="7353583" y="3155700"/>
            <a:ext cx="72880" cy="729"/>
          </a:xfrm>
          <a:custGeom>
            <a:avLst/>
            <a:gdLst/>
            <a:ahLst/>
            <a:cxnLst/>
            <a:rect l="0" t="0" r="0" b="0"/>
            <a:pathLst>
              <a:path w="95250" h="953">
                <a:moveTo>
                  <a:pt x="0" y="0"/>
                </a:moveTo>
                <a:lnTo>
                  <a:pt x="95250" y="0"/>
                </a:lnTo>
              </a:path>
            </a:pathLst>
          </a:custGeom>
          <a:noFill/>
          <a:ln w="14576">
            <a:solidFill>
              <a:srgbClr val="9C3E76"/>
            </a:solidFill>
            <a:prstDash val="solid"/>
          </a:ln>
        </p:spPr>
      </p:sp>
      <p:sp>
        <p:nvSpPr>
          <p:cNvPr id="41" name="p14_path_41">
            <a:extLst>
              <a:ext uri="{FF2B5EF4-FFF2-40B4-BE49-F238E27FC236}">
                <a16:creationId xmlns:a16="http://schemas.microsoft.com/office/drawing/2014/main" id="{CF7C5AA4-92A4-42BF-883D-597753C0A625}"/>
              </a:ext>
            </a:extLst>
          </p:cNvPr>
          <p:cNvSpPr>
            <a:spLocks/>
          </p:cNvSpPr>
          <p:nvPr/>
        </p:nvSpPr>
        <p:spPr>
          <a:xfrm>
            <a:off x="7339007" y="3117220"/>
            <a:ext cx="87456" cy="76961"/>
          </a:xfrm>
          <a:custGeom>
            <a:avLst/>
            <a:gdLst/>
            <a:ahLst/>
            <a:cxnLst/>
            <a:rect l="0" t="0" r="0" b="0"/>
            <a:pathLst>
              <a:path w="114300" h="100584">
                <a:moveTo>
                  <a:pt x="114300" y="50292"/>
                </a:moveTo>
                <a:lnTo>
                  <a:pt x="0" y="100584"/>
                </a:lnTo>
                <a:lnTo>
                  <a:pt x="0" y="0"/>
                </a:lnTo>
                <a:close/>
              </a:path>
            </a:pathLst>
          </a:custGeom>
          <a:solidFill>
            <a:srgbClr val="9C3E76"/>
          </a:solidFill>
          <a:ln w="0">
            <a:noFill/>
            <a:prstDash val="solid"/>
          </a:ln>
        </p:spPr>
      </p:sp>
      <p:sp>
        <p:nvSpPr>
          <p:cNvPr id="42" name="p14_rect_42">
            <a:extLst>
              <a:ext uri="{FF2B5EF4-FFF2-40B4-BE49-F238E27FC236}">
                <a16:creationId xmlns:a16="http://schemas.microsoft.com/office/drawing/2014/main" id="{C9CF4FE1-4959-49D2-8FE8-8BED9DB66A67}"/>
              </a:ext>
            </a:extLst>
          </p:cNvPr>
          <p:cNvSpPr>
            <a:spLocks/>
          </p:cNvSpPr>
          <p:nvPr/>
        </p:nvSpPr>
        <p:spPr>
          <a:xfrm>
            <a:off x="182200" y="5283794"/>
            <a:ext cx="11821122" cy="1282687"/>
          </a:xfrm>
          <a:prstGeom prst="roundRect">
            <a:avLst>
              <a:gd name="adj" fmla="val 6250"/>
            </a:avLst>
          </a:prstGeom>
          <a:gradFill>
            <a:gsLst>
              <a:gs pos="0">
                <a:srgbClr val="FFFDFE"/>
              </a:gs>
              <a:gs pos="100000">
                <a:srgbClr val="F7EAF2"/>
              </a:gs>
            </a:gsLst>
            <a:lin ang="5400000"/>
          </a:gradFill>
          <a:ln w="10203">
            <a:solidFill>
              <a:srgbClr val="9C3E76"/>
            </a:solidFill>
            <a:prstDash val="solid"/>
          </a:ln>
        </p:spPr>
      </p:sp>
      <p:sp>
        <p:nvSpPr>
          <p:cNvPr id="43" name="p14_label_1">
            <a:extLst>
              <a:ext uri="{FF2B5EF4-FFF2-40B4-BE49-F238E27FC236}">
                <a16:creationId xmlns:a16="http://schemas.microsoft.com/office/drawing/2014/main" id="{E2B2FA61-CF0F-4410-AFF2-742BDB79B601}"/>
              </a:ext>
            </a:extLst>
          </p:cNvPr>
          <p:cNvSpPr>
            <a:spLocks/>
          </p:cNvSpPr>
          <p:nvPr/>
        </p:nvSpPr>
        <p:spPr>
          <a:xfrm>
            <a:off x="174912" y="58304"/>
            <a:ext cx="10421828" cy="444567"/>
          </a:xfrm>
          <a:prstGeom prst="rect">
            <a:avLst/>
          </a:prstGeom>
          <a:noFill/>
          <a:ln w="0">
            <a:noFill/>
          </a:ln>
        </p:spPr>
        <p:txBody>
          <a:bodyPr wrap="square" lIns="0" tIns="0" rIns="0" bIns="0" anchor="t">
            <a:noAutofit/>
          </a:bodyPr>
          <a:lstStyle>
            <a:defPPr algn="l">
              <a:defRPr sz="2640" b="1">
                <a:solidFill>
                  <a:srgbClr val="172956"/>
                </a:solidFill>
                <a:latin typeface="Source Han Serif SC Heavy"/>
                <a:ea typeface="Source Han Serif SC Heavy"/>
                <a:cs typeface="Source Han Serif SC Heavy"/>
              </a:defRPr>
            </a:defPPr>
          </a:lstStyle>
          <a:p>
            <a:pPr algn="l">
              <a:defRPr sz="2640" b="1">
                <a:solidFill>
                  <a:srgbClr val="172956"/>
                </a:solidFill>
                <a:latin typeface="Source Han Serif SC Heavy"/>
                <a:ea typeface="Source Han Serif SC Heavy"/>
                <a:cs typeface="Source Han Serif SC Heavy"/>
              </a:defRPr>
            </a:pPr>
            <a:r>
              <a:rPr sz="2640" b="1">
                <a:solidFill>
                  <a:srgbClr val="172956"/>
                </a:solidFill>
                <a:latin typeface="Source Han Serif SC Heavy"/>
                <a:ea typeface="Source Han Serif SC Heavy"/>
                <a:cs typeface="Source Han Serif SC Heavy"/>
              </a:rPr>
              <a:t>RQ2：用A/B/C消融隔离残差结构的增量价值</a:t>
            </a:r>
          </a:p>
        </p:txBody>
      </p:sp>
      <p:sp>
        <p:nvSpPr>
          <p:cNvPr id="44" name="p14_label_2">
            <a:extLst>
              <a:ext uri="{FF2B5EF4-FFF2-40B4-BE49-F238E27FC236}">
                <a16:creationId xmlns:a16="http://schemas.microsoft.com/office/drawing/2014/main" id="{76F5E7D4-DBBF-4F6C-B845-0A1652F36570}"/>
              </a:ext>
            </a:extLst>
          </p:cNvPr>
          <p:cNvSpPr>
            <a:spLocks/>
          </p:cNvSpPr>
          <p:nvPr/>
        </p:nvSpPr>
        <p:spPr>
          <a:xfrm>
            <a:off x="204064" y="510159"/>
            <a:ext cx="10859107" cy="233216"/>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相同任务、历史、候选池和元模型容量；重点比较 C 相对 B</a:t>
            </a:r>
          </a:p>
        </p:txBody>
      </p:sp>
      <p:sp>
        <p:nvSpPr>
          <p:cNvPr id="45" name="p14_label_3">
            <a:extLst>
              <a:ext uri="{FF2B5EF4-FFF2-40B4-BE49-F238E27FC236}">
                <a16:creationId xmlns:a16="http://schemas.microsoft.com/office/drawing/2014/main" id="{01777A45-39F1-47A0-BFD6-9E57B75A8C35}"/>
              </a:ext>
            </a:extLst>
          </p:cNvPr>
          <p:cNvSpPr>
            <a:spLocks/>
          </p:cNvSpPr>
          <p:nvPr/>
        </p:nvSpPr>
        <p:spPr>
          <a:xfrm>
            <a:off x="11004867" y="94744"/>
            <a:ext cx="1020319" cy="233216"/>
          </a:xfrm>
          <a:prstGeom prst="rect">
            <a:avLst/>
          </a:prstGeom>
          <a:noFill/>
          <a:ln w="0">
            <a:noFill/>
          </a:ln>
        </p:spPr>
        <p:txBody>
          <a:bodyPr wrap="square" lIns="0" tIns="0" rIns="0" bIns="0" anchor="t">
            <a:noAutofit/>
          </a:bodyPr>
          <a:lstStyle>
            <a:defPPr algn="r">
              <a:defRPr sz="1205" b="0">
                <a:solidFill>
                  <a:srgbClr val="52617D"/>
                </a:solidFill>
                <a:latin typeface="Noto Sans SC"/>
                <a:ea typeface="Noto Sans SC"/>
                <a:cs typeface="Noto Sans SC"/>
              </a:defRPr>
            </a:defPPr>
          </a:lstStyle>
          <a:p>
            <a:pPr algn="r">
              <a:defRPr sz="1205" b="0">
                <a:solidFill>
                  <a:srgbClr val="52617D"/>
                </a:solidFill>
                <a:latin typeface="Noto Sans SC"/>
                <a:ea typeface="Noto Sans SC"/>
                <a:cs typeface="Noto Sans SC"/>
              </a:defRPr>
            </a:pPr>
            <a:r>
              <a:rPr sz="1205" b="0">
                <a:solidFill>
                  <a:srgbClr val="52617D"/>
                </a:solidFill>
                <a:latin typeface="Noto Sans SC"/>
                <a:ea typeface="Noto Sans SC"/>
                <a:cs typeface="Noto Sans SC"/>
              </a:rPr>
              <a:t>04 研究问题</a:t>
            </a:r>
          </a:p>
        </p:txBody>
      </p:sp>
      <p:sp>
        <p:nvSpPr>
          <p:cNvPr id="46" name="p14_label_4">
            <a:extLst>
              <a:ext uri="{FF2B5EF4-FFF2-40B4-BE49-F238E27FC236}">
                <a16:creationId xmlns:a16="http://schemas.microsoft.com/office/drawing/2014/main" id="{E2CCBF7F-01E4-4CDA-A3D5-B84B19C7D62F}"/>
              </a:ext>
            </a:extLst>
          </p:cNvPr>
          <p:cNvSpPr>
            <a:spLocks/>
          </p:cNvSpPr>
          <p:nvPr/>
        </p:nvSpPr>
        <p:spPr>
          <a:xfrm>
            <a:off x="291520" y="1297262"/>
            <a:ext cx="3272308"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A  静态信息</a:t>
            </a:r>
          </a:p>
        </p:txBody>
      </p:sp>
      <p:sp>
        <p:nvSpPr>
          <p:cNvPr id="47" name="p14_label_5">
            <a:extLst>
              <a:ext uri="{FF2B5EF4-FFF2-40B4-BE49-F238E27FC236}">
                <a16:creationId xmlns:a16="http://schemas.microsoft.com/office/drawing/2014/main" id="{A9705C33-92E8-4643-B2B5-CB82AFD934E4}"/>
              </a:ext>
            </a:extLst>
          </p:cNvPr>
          <p:cNvSpPr>
            <a:spLocks/>
          </p:cNvSpPr>
          <p:nvPr/>
        </p:nvSpPr>
        <p:spPr>
          <a:xfrm>
            <a:off x="291520" y="1603358"/>
            <a:ext cx="3272308"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原始特征 + 候选配置</a:t>
            </a:r>
          </a:p>
        </p:txBody>
      </p:sp>
      <p:sp>
        <p:nvSpPr>
          <p:cNvPr id="48" name="p14_label_6">
            <a:extLst>
              <a:ext uri="{FF2B5EF4-FFF2-40B4-BE49-F238E27FC236}">
                <a16:creationId xmlns:a16="http://schemas.microsoft.com/office/drawing/2014/main" id="{2D93D449-E20F-4BCF-A94B-A2F13E97E9A9}"/>
              </a:ext>
            </a:extLst>
          </p:cNvPr>
          <p:cNvSpPr>
            <a:spLocks/>
          </p:cNvSpPr>
          <p:nvPr/>
        </p:nvSpPr>
        <p:spPr>
          <a:xfrm>
            <a:off x="422704" y="2193685"/>
            <a:ext cx="1268111" cy="276944"/>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任务特征</a:t>
            </a:r>
          </a:p>
        </p:txBody>
      </p:sp>
      <p:sp>
        <p:nvSpPr>
          <p:cNvPr id="49" name="p14_label_7">
            <a:extLst>
              <a:ext uri="{FF2B5EF4-FFF2-40B4-BE49-F238E27FC236}">
                <a16:creationId xmlns:a16="http://schemas.microsoft.com/office/drawing/2014/main" id="{883FC5C5-FEFE-4BA6-B38C-A7EA80B914A3}"/>
              </a:ext>
            </a:extLst>
          </p:cNvPr>
          <p:cNvSpPr>
            <a:spLocks/>
          </p:cNvSpPr>
          <p:nvPr/>
        </p:nvSpPr>
        <p:spPr>
          <a:xfrm>
            <a:off x="422704" y="3629420"/>
            <a:ext cx="1268111" cy="276944"/>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候选配置</a:t>
            </a:r>
          </a:p>
        </p:txBody>
      </p:sp>
      <p:sp>
        <p:nvSpPr>
          <p:cNvPr id="50" name="p14_label_8">
            <a:extLst>
              <a:ext uri="{FF2B5EF4-FFF2-40B4-BE49-F238E27FC236}">
                <a16:creationId xmlns:a16="http://schemas.microsoft.com/office/drawing/2014/main" id="{44024FB7-3C39-4C0D-94C8-07E9306DB107}"/>
              </a:ext>
            </a:extLst>
          </p:cNvPr>
          <p:cNvSpPr>
            <a:spLocks/>
          </p:cNvSpPr>
          <p:nvPr/>
        </p:nvSpPr>
        <p:spPr>
          <a:xfrm>
            <a:off x="422704" y="4044835"/>
            <a:ext cx="1268111" cy="335248"/>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模型类别</a:t>
            </a:r>
          </a:p>
        </p:txBody>
      </p:sp>
      <p:sp>
        <p:nvSpPr>
          <p:cNvPr id="51" name="p14_label_9">
            <a:extLst>
              <a:ext uri="{FF2B5EF4-FFF2-40B4-BE49-F238E27FC236}">
                <a16:creationId xmlns:a16="http://schemas.microsoft.com/office/drawing/2014/main" id="{26108EEB-1457-42AE-8F2C-84DD9FBDA717}"/>
              </a:ext>
            </a:extLst>
          </p:cNvPr>
          <p:cNvSpPr>
            <a:spLocks/>
          </p:cNvSpPr>
          <p:nvPr/>
        </p:nvSpPr>
        <p:spPr>
          <a:xfrm>
            <a:off x="422704" y="4336355"/>
            <a:ext cx="1268111" cy="335248"/>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关键超参数</a:t>
            </a:r>
          </a:p>
        </p:txBody>
      </p:sp>
      <p:sp>
        <p:nvSpPr>
          <p:cNvPr id="52" name="p14_label_10">
            <a:extLst>
              <a:ext uri="{FF2B5EF4-FFF2-40B4-BE49-F238E27FC236}">
                <a16:creationId xmlns:a16="http://schemas.microsoft.com/office/drawing/2014/main" id="{6637D748-A2AC-4DF8-A576-15D5129DF9AA}"/>
              </a:ext>
            </a:extLst>
          </p:cNvPr>
          <p:cNvSpPr>
            <a:spLocks/>
          </p:cNvSpPr>
          <p:nvPr/>
        </p:nvSpPr>
        <p:spPr>
          <a:xfrm>
            <a:off x="2091654" y="2266565"/>
            <a:ext cx="1311838" cy="451855"/>
          </a:xfrm>
          <a:prstGeom prst="rect">
            <a:avLst/>
          </a:prstGeom>
          <a:noFill/>
          <a:ln w="0">
            <a:noFill/>
          </a:ln>
        </p:spPr>
        <p:txBody>
          <a:bodyPr wrap="square" lIns="0" tIns="0" rIns="0" bIns="0" anchor="t">
            <a:noAutofit/>
          </a:bodyPr>
          <a:lstStyle>
            <a:defPPr algn="l">
              <a:defRPr sz="1377" b="1">
                <a:solidFill>
                  <a:srgbClr val="172956"/>
                </a:solidFill>
                <a:latin typeface="Noto Sans SC"/>
                <a:ea typeface="Noto Sans SC"/>
                <a:cs typeface="Noto Sans SC"/>
              </a:defRPr>
            </a:defPPr>
          </a:lstStyle>
          <a:p>
            <a:pPr algn="l">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当前数据结构</a:t>
            </a:r>
          </a:p>
        </p:txBody>
      </p:sp>
      <p:sp>
        <p:nvSpPr>
          <p:cNvPr id="53" name="p14_label_11">
            <a:extLst>
              <a:ext uri="{FF2B5EF4-FFF2-40B4-BE49-F238E27FC236}">
                <a16:creationId xmlns:a16="http://schemas.microsoft.com/office/drawing/2014/main" id="{7A1F508A-5B80-40B1-A8E6-95EFF78DFE06}"/>
              </a:ext>
            </a:extLst>
          </p:cNvPr>
          <p:cNvSpPr>
            <a:spLocks/>
          </p:cNvSpPr>
          <p:nvPr/>
        </p:nvSpPr>
        <p:spPr>
          <a:xfrm>
            <a:off x="2091654" y="2674693"/>
            <a:ext cx="1311838" cy="451855"/>
          </a:xfrm>
          <a:prstGeom prst="rect">
            <a:avLst/>
          </a:prstGeom>
          <a:noFill/>
          <a:ln w="0">
            <a:noFill/>
          </a:ln>
        </p:spPr>
        <p:txBody>
          <a:bodyPr wrap="square" lIns="0" tIns="0" rIns="0" bIns="0" anchor="t">
            <a:noAutofit/>
          </a:bodyPr>
          <a:lstStyle>
            <a:defPPr algn="l">
              <a:defRPr sz="1377" b="1">
                <a:solidFill>
                  <a:srgbClr val="172956"/>
                </a:solidFill>
                <a:latin typeface="Noto Sans SC"/>
                <a:ea typeface="Noto Sans SC"/>
                <a:cs typeface="Noto Sans SC"/>
              </a:defRPr>
            </a:defPPr>
          </a:lstStyle>
          <a:p>
            <a:pPr algn="l">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趋势与周期</a:t>
            </a:r>
          </a:p>
        </p:txBody>
      </p:sp>
      <p:sp>
        <p:nvSpPr>
          <p:cNvPr id="54" name="p14_label_12">
            <a:extLst>
              <a:ext uri="{FF2B5EF4-FFF2-40B4-BE49-F238E27FC236}">
                <a16:creationId xmlns:a16="http://schemas.microsoft.com/office/drawing/2014/main" id="{786C2B41-BB2F-4047-820E-D1F300627F87}"/>
              </a:ext>
            </a:extLst>
          </p:cNvPr>
          <p:cNvSpPr>
            <a:spLocks/>
          </p:cNvSpPr>
          <p:nvPr/>
        </p:nvSpPr>
        <p:spPr>
          <a:xfrm>
            <a:off x="2091654" y="3082820"/>
            <a:ext cx="1311838" cy="451855"/>
          </a:xfrm>
          <a:prstGeom prst="rect">
            <a:avLst/>
          </a:prstGeom>
          <a:noFill/>
          <a:ln w="0">
            <a:noFill/>
          </a:ln>
        </p:spPr>
        <p:txBody>
          <a:bodyPr wrap="square" lIns="0" tIns="0" rIns="0" bIns="0" anchor="t">
            <a:noAutofit/>
          </a:bodyPr>
          <a:lstStyle>
            <a:defPPr algn="l">
              <a:defRPr sz="1377" b="1">
                <a:solidFill>
                  <a:srgbClr val="172956"/>
                </a:solidFill>
                <a:latin typeface="Noto Sans SC"/>
                <a:ea typeface="Noto Sans SC"/>
                <a:cs typeface="Noto Sans SC"/>
              </a:defRPr>
            </a:defPPr>
          </a:lstStyle>
          <a:p>
            <a:pPr algn="l">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输入长度</a:t>
            </a:r>
          </a:p>
        </p:txBody>
      </p:sp>
      <p:sp>
        <p:nvSpPr>
          <p:cNvPr id="55" name="p14_label_13">
            <a:extLst>
              <a:ext uri="{FF2B5EF4-FFF2-40B4-BE49-F238E27FC236}">
                <a16:creationId xmlns:a16="http://schemas.microsoft.com/office/drawing/2014/main" id="{CE373E22-97A0-4C93-9BB5-2CA866C68F8F}"/>
              </a:ext>
            </a:extLst>
          </p:cNvPr>
          <p:cNvSpPr>
            <a:spLocks/>
          </p:cNvSpPr>
          <p:nvPr/>
        </p:nvSpPr>
        <p:spPr>
          <a:xfrm>
            <a:off x="2091654" y="3490948"/>
            <a:ext cx="1311838" cy="451855"/>
          </a:xfrm>
          <a:prstGeom prst="rect">
            <a:avLst/>
          </a:prstGeom>
          <a:noFill/>
          <a:ln w="0">
            <a:noFill/>
          </a:ln>
        </p:spPr>
        <p:txBody>
          <a:bodyPr wrap="square" lIns="0" tIns="0" rIns="0" bIns="0" anchor="t">
            <a:noAutofit/>
          </a:bodyPr>
          <a:lstStyle>
            <a:defPPr algn="l">
              <a:defRPr sz="1377" b="1">
                <a:solidFill>
                  <a:srgbClr val="172956"/>
                </a:solidFill>
                <a:latin typeface="Noto Sans SC"/>
                <a:ea typeface="Noto Sans SC"/>
                <a:cs typeface="Noto Sans SC"/>
              </a:defRPr>
            </a:defPPr>
          </a:lstStyle>
          <a:p>
            <a:pPr algn="l">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预测步长</a:t>
            </a:r>
          </a:p>
        </p:txBody>
      </p:sp>
      <p:sp>
        <p:nvSpPr>
          <p:cNvPr id="56" name="p14_label_14">
            <a:extLst>
              <a:ext uri="{FF2B5EF4-FFF2-40B4-BE49-F238E27FC236}">
                <a16:creationId xmlns:a16="http://schemas.microsoft.com/office/drawing/2014/main" id="{1275B899-6799-4CEF-960E-C79AC5AF2A62}"/>
              </a:ext>
            </a:extLst>
          </p:cNvPr>
          <p:cNvSpPr>
            <a:spLocks/>
          </p:cNvSpPr>
          <p:nvPr/>
        </p:nvSpPr>
        <p:spPr>
          <a:xfrm>
            <a:off x="3935515" y="1297262"/>
            <a:ext cx="3272308"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B  加入当前整体反馈</a:t>
            </a:r>
          </a:p>
        </p:txBody>
      </p:sp>
      <p:sp>
        <p:nvSpPr>
          <p:cNvPr id="57" name="p14_label_15">
            <a:extLst>
              <a:ext uri="{FF2B5EF4-FFF2-40B4-BE49-F238E27FC236}">
                <a16:creationId xmlns:a16="http://schemas.microsoft.com/office/drawing/2014/main" id="{BC2B7ADF-E81B-4A04-B45B-D897AE0B99B6}"/>
              </a:ext>
            </a:extLst>
          </p:cNvPr>
          <p:cNvSpPr>
            <a:spLocks/>
          </p:cNvSpPr>
          <p:nvPr/>
        </p:nvSpPr>
        <p:spPr>
          <a:xfrm>
            <a:off x="3935515" y="1603358"/>
            <a:ext cx="3272308"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A + 已执行模型身份与整体误差</a:t>
            </a:r>
          </a:p>
        </p:txBody>
      </p:sp>
      <p:sp>
        <p:nvSpPr>
          <p:cNvPr id="58" name="p14_label_16">
            <a:extLst>
              <a:ext uri="{FF2B5EF4-FFF2-40B4-BE49-F238E27FC236}">
                <a16:creationId xmlns:a16="http://schemas.microsoft.com/office/drawing/2014/main" id="{ED9750D7-A7E9-4F07-8A7A-F1747199E37D}"/>
              </a:ext>
            </a:extLst>
          </p:cNvPr>
          <p:cNvSpPr>
            <a:spLocks/>
          </p:cNvSpPr>
          <p:nvPr/>
        </p:nvSpPr>
        <p:spPr>
          <a:xfrm>
            <a:off x="4066699" y="2193685"/>
            <a:ext cx="1268111" cy="276944"/>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任务特征</a:t>
            </a:r>
          </a:p>
        </p:txBody>
      </p:sp>
      <p:sp>
        <p:nvSpPr>
          <p:cNvPr id="59" name="p14_label_17">
            <a:extLst>
              <a:ext uri="{FF2B5EF4-FFF2-40B4-BE49-F238E27FC236}">
                <a16:creationId xmlns:a16="http://schemas.microsoft.com/office/drawing/2014/main" id="{152C3337-7AF0-4CB8-AF93-411FDB4FBEA0}"/>
              </a:ext>
            </a:extLst>
          </p:cNvPr>
          <p:cNvSpPr>
            <a:spLocks/>
          </p:cNvSpPr>
          <p:nvPr/>
        </p:nvSpPr>
        <p:spPr>
          <a:xfrm>
            <a:off x="4066699" y="3629420"/>
            <a:ext cx="1268111" cy="276944"/>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候选配置</a:t>
            </a:r>
          </a:p>
        </p:txBody>
      </p:sp>
      <p:sp>
        <p:nvSpPr>
          <p:cNvPr id="60" name="p14_label_18">
            <a:extLst>
              <a:ext uri="{FF2B5EF4-FFF2-40B4-BE49-F238E27FC236}">
                <a16:creationId xmlns:a16="http://schemas.microsoft.com/office/drawing/2014/main" id="{6D454D07-4E38-4D8B-B057-48D6CA5598C7}"/>
              </a:ext>
            </a:extLst>
          </p:cNvPr>
          <p:cNvSpPr>
            <a:spLocks/>
          </p:cNvSpPr>
          <p:nvPr/>
        </p:nvSpPr>
        <p:spPr>
          <a:xfrm>
            <a:off x="4066699" y="4044835"/>
            <a:ext cx="1268111" cy="335248"/>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模型类别</a:t>
            </a:r>
          </a:p>
        </p:txBody>
      </p:sp>
      <p:sp>
        <p:nvSpPr>
          <p:cNvPr id="61" name="p14_label_19">
            <a:extLst>
              <a:ext uri="{FF2B5EF4-FFF2-40B4-BE49-F238E27FC236}">
                <a16:creationId xmlns:a16="http://schemas.microsoft.com/office/drawing/2014/main" id="{80AFDD44-B0BB-4443-B97F-BE6D7481A91F}"/>
              </a:ext>
            </a:extLst>
          </p:cNvPr>
          <p:cNvSpPr>
            <a:spLocks/>
          </p:cNvSpPr>
          <p:nvPr/>
        </p:nvSpPr>
        <p:spPr>
          <a:xfrm>
            <a:off x="4066699" y="4336355"/>
            <a:ext cx="1268111" cy="335248"/>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关键超参数</a:t>
            </a:r>
          </a:p>
        </p:txBody>
      </p:sp>
      <p:sp>
        <p:nvSpPr>
          <p:cNvPr id="62" name="p14_label_20">
            <a:extLst>
              <a:ext uri="{FF2B5EF4-FFF2-40B4-BE49-F238E27FC236}">
                <a16:creationId xmlns:a16="http://schemas.microsoft.com/office/drawing/2014/main" id="{E3F2FFF0-11E4-46A5-815B-120F3BB62D34}"/>
              </a:ext>
            </a:extLst>
          </p:cNvPr>
          <p:cNvSpPr>
            <a:spLocks/>
          </p:cNvSpPr>
          <p:nvPr/>
        </p:nvSpPr>
        <p:spPr>
          <a:xfrm>
            <a:off x="5713785" y="2215549"/>
            <a:ext cx="1319126" cy="335248"/>
          </a:xfrm>
          <a:prstGeom prst="rect">
            <a:avLst/>
          </a:prstGeom>
          <a:noFill/>
          <a:ln w="0">
            <a:noFill/>
          </a:ln>
        </p:spPr>
        <p:txBody>
          <a:bodyPr wrap="square" lIns="0" tIns="0" rIns="0" bIns="0" anchor="t">
            <a:noAutofit/>
          </a:bodyPr>
          <a:lstStyle>
            <a:defPPr algn="l">
              <a:defRPr sz="1492" b="1">
                <a:solidFill>
                  <a:srgbClr val="172956"/>
                </a:solidFill>
                <a:latin typeface="Noto Sans SC"/>
                <a:ea typeface="Noto Sans SC"/>
                <a:cs typeface="Noto Sans SC"/>
              </a:defRPr>
            </a:defPPr>
          </a:lstStyle>
          <a:p>
            <a:pPr algn="l">
              <a:defRPr sz="1492" b="1">
                <a:solidFill>
                  <a:srgbClr val="172956"/>
                </a:solidFill>
                <a:latin typeface="Noto Sans SC"/>
                <a:ea typeface="Noto Sans SC"/>
                <a:cs typeface="Noto Sans SC"/>
              </a:defRPr>
            </a:pPr>
            <a:r>
              <a:rPr sz="1492" b="1">
                <a:solidFill>
                  <a:srgbClr val="172956"/>
                </a:solidFill>
                <a:latin typeface="Noto Sans SC"/>
                <a:ea typeface="Noto Sans SC"/>
                <a:cs typeface="Noto Sans SC"/>
              </a:rPr>
              <a:t>已执行模型</a:t>
            </a:r>
          </a:p>
        </p:txBody>
      </p:sp>
      <p:sp>
        <p:nvSpPr>
          <p:cNvPr id="63" name="p14_label_21">
            <a:extLst>
              <a:ext uri="{FF2B5EF4-FFF2-40B4-BE49-F238E27FC236}">
                <a16:creationId xmlns:a16="http://schemas.microsoft.com/office/drawing/2014/main" id="{68E593ED-1469-4587-B362-9D15195E41BA}"/>
              </a:ext>
            </a:extLst>
          </p:cNvPr>
          <p:cNvSpPr>
            <a:spLocks/>
          </p:cNvSpPr>
          <p:nvPr/>
        </p:nvSpPr>
        <p:spPr>
          <a:xfrm>
            <a:off x="5713785" y="2507069"/>
            <a:ext cx="1319126" cy="335248"/>
          </a:xfrm>
          <a:prstGeom prst="rect">
            <a:avLst/>
          </a:prstGeom>
          <a:noFill/>
          <a:ln w="0">
            <a:noFill/>
          </a:ln>
        </p:spPr>
        <p:txBody>
          <a:bodyPr wrap="square" lIns="0" tIns="0" rIns="0" bIns="0" anchor="t">
            <a:noAutofit/>
          </a:bodyPr>
          <a:lstStyle>
            <a:defPPr algn="l">
              <a:defRPr sz="1492" b="1">
                <a:solidFill>
                  <a:srgbClr val="172956"/>
                </a:solidFill>
                <a:latin typeface="Noto Sans SC"/>
                <a:ea typeface="Noto Sans SC"/>
                <a:cs typeface="Noto Sans SC"/>
              </a:defRPr>
            </a:defPPr>
          </a:lstStyle>
          <a:p>
            <a:pPr algn="l">
              <a:defRPr sz="1492" b="1">
                <a:solidFill>
                  <a:srgbClr val="172956"/>
                </a:solidFill>
                <a:latin typeface="Noto Sans SC"/>
                <a:ea typeface="Noto Sans SC"/>
                <a:cs typeface="Noto Sans SC"/>
              </a:defRPr>
            </a:pPr>
            <a:r>
              <a:rPr sz="1492" b="1">
                <a:solidFill>
                  <a:srgbClr val="172956"/>
                </a:solidFill>
                <a:latin typeface="Noto Sans SC"/>
                <a:ea typeface="Noto Sans SC"/>
                <a:cs typeface="Noto Sans SC"/>
              </a:rPr>
              <a:t>身份</a:t>
            </a:r>
          </a:p>
        </p:txBody>
      </p:sp>
      <p:sp>
        <p:nvSpPr>
          <p:cNvPr id="64" name="p14_label_22">
            <a:extLst>
              <a:ext uri="{FF2B5EF4-FFF2-40B4-BE49-F238E27FC236}">
                <a16:creationId xmlns:a16="http://schemas.microsoft.com/office/drawing/2014/main" id="{ED1206D2-0DC1-4808-831E-1FF8AE77ADFA}"/>
              </a:ext>
            </a:extLst>
          </p:cNvPr>
          <p:cNvSpPr>
            <a:spLocks/>
          </p:cNvSpPr>
          <p:nvPr/>
        </p:nvSpPr>
        <p:spPr>
          <a:xfrm>
            <a:off x="5801241" y="3162988"/>
            <a:ext cx="1129639" cy="269656"/>
          </a:xfrm>
          <a:prstGeom prst="rect">
            <a:avLst/>
          </a:prstGeom>
          <a:noFill/>
          <a:ln w="0">
            <a:noFill/>
          </a:ln>
        </p:spPr>
        <p:txBody>
          <a:bodyPr wrap="square" lIns="0" tIns="0" rIns="0" bIns="0" anchor="t">
            <a:noAutofit/>
          </a:bodyPr>
          <a:lstStyle>
            <a:defPPr algn="l">
              <a:defRPr sz="1435" b="0">
                <a:solidFill>
                  <a:srgbClr val="172956"/>
                </a:solidFill>
                <a:latin typeface="Arial"/>
                <a:ea typeface="Arial"/>
                <a:cs typeface="Arial"/>
              </a:defRPr>
            </a:defPPr>
          </a:lstStyle>
          <a:p>
            <a:pPr algn="l">
              <a:defRPr sz="1435" b="0">
                <a:solidFill>
                  <a:srgbClr val="172956"/>
                </a:solidFill>
                <a:latin typeface="Arial"/>
                <a:ea typeface="Arial"/>
                <a:cs typeface="Arial"/>
              </a:defRPr>
            </a:pPr>
            <a:r>
              <a:rPr sz="1435" b="0">
                <a:solidFill>
                  <a:srgbClr val="172956"/>
                </a:solidFill>
                <a:latin typeface="Arial"/>
                <a:ea typeface="Arial"/>
                <a:cs typeface="Arial"/>
              </a:rPr>
              <a:t>DLinear</a:t>
            </a:r>
          </a:p>
        </p:txBody>
      </p:sp>
      <p:sp>
        <p:nvSpPr>
          <p:cNvPr id="65" name="p14_label_23">
            <a:extLst>
              <a:ext uri="{FF2B5EF4-FFF2-40B4-BE49-F238E27FC236}">
                <a16:creationId xmlns:a16="http://schemas.microsoft.com/office/drawing/2014/main" id="{F14702E0-D35F-4186-9D39-AA554791199C}"/>
              </a:ext>
            </a:extLst>
          </p:cNvPr>
          <p:cNvSpPr>
            <a:spLocks/>
          </p:cNvSpPr>
          <p:nvPr/>
        </p:nvSpPr>
        <p:spPr>
          <a:xfrm>
            <a:off x="5713785" y="3818908"/>
            <a:ext cx="1319126" cy="364400"/>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整体验证误差</a:t>
            </a:r>
          </a:p>
        </p:txBody>
      </p:sp>
      <p:sp>
        <p:nvSpPr>
          <p:cNvPr id="66" name="p14_label_24">
            <a:extLst>
              <a:ext uri="{FF2B5EF4-FFF2-40B4-BE49-F238E27FC236}">
                <a16:creationId xmlns:a16="http://schemas.microsoft.com/office/drawing/2014/main" id="{185D12E8-725A-430A-99B9-22D3CD65B79F}"/>
              </a:ext>
            </a:extLst>
          </p:cNvPr>
          <p:cNvSpPr>
            <a:spLocks/>
          </p:cNvSpPr>
          <p:nvPr/>
        </p:nvSpPr>
        <p:spPr>
          <a:xfrm>
            <a:off x="5713785" y="4139579"/>
            <a:ext cx="1319126" cy="364400"/>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MAE / MSE</a:t>
            </a:r>
          </a:p>
        </p:txBody>
      </p:sp>
      <p:sp>
        <p:nvSpPr>
          <p:cNvPr id="67" name="p14_label_25">
            <a:extLst>
              <a:ext uri="{FF2B5EF4-FFF2-40B4-BE49-F238E27FC236}">
                <a16:creationId xmlns:a16="http://schemas.microsoft.com/office/drawing/2014/main" id="{F9D53688-BB8F-458E-81C4-980CF47B6B20}"/>
              </a:ext>
            </a:extLst>
          </p:cNvPr>
          <p:cNvSpPr>
            <a:spLocks/>
          </p:cNvSpPr>
          <p:nvPr/>
        </p:nvSpPr>
        <p:spPr>
          <a:xfrm>
            <a:off x="7579511" y="1297262"/>
            <a:ext cx="4307203"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C  增加细粒度残差</a:t>
            </a:r>
          </a:p>
        </p:txBody>
      </p:sp>
      <p:sp>
        <p:nvSpPr>
          <p:cNvPr id="68" name="p14_label_26">
            <a:extLst>
              <a:ext uri="{FF2B5EF4-FFF2-40B4-BE49-F238E27FC236}">
                <a16:creationId xmlns:a16="http://schemas.microsoft.com/office/drawing/2014/main" id="{AC750D23-A5E2-49B3-BC69-623D3D01F34B}"/>
              </a:ext>
            </a:extLst>
          </p:cNvPr>
          <p:cNvSpPr>
            <a:spLocks/>
          </p:cNvSpPr>
          <p:nvPr/>
        </p:nvSpPr>
        <p:spPr>
          <a:xfrm>
            <a:off x="7579511" y="1603358"/>
            <a:ext cx="4307203"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B + 细粒度验证残差结构</a:t>
            </a:r>
          </a:p>
        </p:txBody>
      </p:sp>
      <p:sp>
        <p:nvSpPr>
          <p:cNvPr id="69" name="p14_label_27">
            <a:extLst>
              <a:ext uri="{FF2B5EF4-FFF2-40B4-BE49-F238E27FC236}">
                <a16:creationId xmlns:a16="http://schemas.microsoft.com/office/drawing/2014/main" id="{A2CFD44B-E1B1-4131-B968-93B17175B336}"/>
              </a:ext>
            </a:extLst>
          </p:cNvPr>
          <p:cNvSpPr>
            <a:spLocks/>
          </p:cNvSpPr>
          <p:nvPr/>
        </p:nvSpPr>
        <p:spPr>
          <a:xfrm>
            <a:off x="7710695" y="2193685"/>
            <a:ext cx="1268111" cy="276944"/>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任务特征</a:t>
            </a:r>
          </a:p>
        </p:txBody>
      </p:sp>
      <p:sp>
        <p:nvSpPr>
          <p:cNvPr id="70" name="p14_label_28">
            <a:extLst>
              <a:ext uri="{FF2B5EF4-FFF2-40B4-BE49-F238E27FC236}">
                <a16:creationId xmlns:a16="http://schemas.microsoft.com/office/drawing/2014/main" id="{ACE7274C-66F8-4FDC-8079-564C03C75563}"/>
              </a:ext>
            </a:extLst>
          </p:cNvPr>
          <p:cNvSpPr>
            <a:spLocks/>
          </p:cNvSpPr>
          <p:nvPr/>
        </p:nvSpPr>
        <p:spPr>
          <a:xfrm>
            <a:off x="7710695" y="3629420"/>
            <a:ext cx="1268111" cy="276944"/>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候选配置</a:t>
            </a:r>
          </a:p>
        </p:txBody>
      </p:sp>
      <p:sp>
        <p:nvSpPr>
          <p:cNvPr id="71" name="p14_label_29">
            <a:extLst>
              <a:ext uri="{FF2B5EF4-FFF2-40B4-BE49-F238E27FC236}">
                <a16:creationId xmlns:a16="http://schemas.microsoft.com/office/drawing/2014/main" id="{E3241D2D-3167-4CD9-8459-5EFC5EFF166A}"/>
              </a:ext>
            </a:extLst>
          </p:cNvPr>
          <p:cNvSpPr>
            <a:spLocks/>
          </p:cNvSpPr>
          <p:nvPr/>
        </p:nvSpPr>
        <p:spPr>
          <a:xfrm>
            <a:off x="7710695" y="4044835"/>
            <a:ext cx="1268111" cy="335248"/>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模型类别</a:t>
            </a:r>
          </a:p>
        </p:txBody>
      </p:sp>
      <p:sp>
        <p:nvSpPr>
          <p:cNvPr id="72" name="p14_label_30">
            <a:extLst>
              <a:ext uri="{FF2B5EF4-FFF2-40B4-BE49-F238E27FC236}">
                <a16:creationId xmlns:a16="http://schemas.microsoft.com/office/drawing/2014/main" id="{03C27000-C26B-4CCB-B275-5862AA499DE8}"/>
              </a:ext>
            </a:extLst>
          </p:cNvPr>
          <p:cNvSpPr>
            <a:spLocks/>
          </p:cNvSpPr>
          <p:nvPr/>
        </p:nvSpPr>
        <p:spPr>
          <a:xfrm>
            <a:off x="7710695" y="4336355"/>
            <a:ext cx="1268111" cy="335248"/>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关键超参数</a:t>
            </a:r>
          </a:p>
        </p:txBody>
      </p:sp>
      <p:sp>
        <p:nvSpPr>
          <p:cNvPr id="73" name="p14_label_31">
            <a:extLst>
              <a:ext uri="{FF2B5EF4-FFF2-40B4-BE49-F238E27FC236}">
                <a16:creationId xmlns:a16="http://schemas.microsoft.com/office/drawing/2014/main" id="{2E3D873B-B3D4-4673-BBDB-D13FE4ECE3F9}"/>
              </a:ext>
            </a:extLst>
          </p:cNvPr>
          <p:cNvSpPr>
            <a:spLocks/>
          </p:cNvSpPr>
          <p:nvPr/>
        </p:nvSpPr>
        <p:spPr>
          <a:xfrm>
            <a:off x="9357781" y="2215549"/>
            <a:ext cx="1319126" cy="335248"/>
          </a:xfrm>
          <a:prstGeom prst="rect">
            <a:avLst/>
          </a:prstGeom>
          <a:noFill/>
          <a:ln w="0">
            <a:noFill/>
          </a:ln>
        </p:spPr>
        <p:txBody>
          <a:bodyPr wrap="square" lIns="0" tIns="0" rIns="0" bIns="0" anchor="t">
            <a:noAutofit/>
          </a:bodyPr>
          <a:lstStyle>
            <a:defPPr algn="l">
              <a:defRPr sz="1492" b="1">
                <a:solidFill>
                  <a:srgbClr val="172956"/>
                </a:solidFill>
                <a:latin typeface="Noto Sans SC"/>
                <a:ea typeface="Noto Sans SC"/>
                <a:cs typeface="Noto Sans SC"/>
              </a:defRPr>
            </a:defPPr>
          </a:lstStyle>
          <a:p>
            <a:pPr algn="l">
              <a:defRPr sz="1492" b="1">
                <a:solidFill>
                  <a:srgbClr val="172956"/>
                </a:solidFill>
                <a:latin typeface="Noto Sans SC"/>
                <a:ea typeface="Noto Sans SC"/>
                <a:cs typeface="Noto Sans SC"/>
              </a:defRPr>
            </a:pPr>
            <a:r>
              <a:rPr sz="1492" b="1">
                <a:solidFill>
                  <a:srgbClr val="172956"/>
                </a:solidFill>
                <a:latin typeface="Noto Sans SC"/>
                <a:ea typeface="Noto Sans SC"/>
                <a:cs typeface="Noto Sans SC"/>
              </a:rPr>
              <a:t>已执行模型</a:t>
            </a:r>
          </a:p>
        </p:txBody>
      </p:sp>
      <p:sp>
        <p:nvSpPr>
          <p:cNvPr id="74" name="p14_label_32">
            <a:extLst>
              <a:ext uri="{FF2B5EF4-FFF2-40B4-BE49-F238E27FC236}">
                <a16:creationId xmlns:a16="http://schemas.microsoft.com/office/drawing/2014/main" id="{B3425ED7-746E-4811-ACB9-83BE77A2D2C0}"/>
              </a:ext>
            </a:extLst>
          </p:cNvPr>
          <p:cNvSpPr>
            <a:spLocks/>
          </p:cNvSpPr>
          <p:nvPr/>
        </p:nvSpPr>
        <p:spPr>
          <a:xfrm>
            <a:off x="9357781" y="2507069"/>
            <a:ext cx="1319126" cy="335248"/>
          </a:xfrm>
          <a:prstGeom prst="rect">
            <a:avLst/>
          </a:prstGeom>
          <a:noFill/>
          <a:ln w="0">
            <a:noFill/>
          </a:ln>
        </p:spPr>
        <p:txBody>
          <a:bodyPr wrap="square" lIns="0" tIns="0" rIns="0" bIns="0" anchor="t">
            <a:noAutofit/>
          </a:bodyPr>
          <a:lstStyle>
            <a:defPPr algn="l">
              <a:defRPr sz="1492" b="1">
                <a:solidFill>
                  <a:srgbClr val="172956"/>
                </a:solidFill>
                <a:latin typeface="Noto Sans SC"/>
                <a:ea typeface="Noto Sans SC"/>
                <a:cs typeface="Noto Sans SC"/>
              </a:defRPr>
            </a:defPPr>
          </a:lstStyle>
          <a:p>
            <a:pPr algn="l">
              <a:defRPr sz="1492" b="1">
                <a:solidFill>
                  <a:srgbClr val="172956"/>
                </a:solidFill>
                <a:latin typeface="Noto Sans SC"/>
                <a:ea typeface="Noto Sans SC"/>
                <a:cs typeface="Noto Sans SC"/>
              </a:defRPr>
            </a:pPr>
            <a:r>
              <a:rPr sz="1492" b="1">
                <a:solidFill>
                  <a:srgbClr val="172956"/>
                </a:solidFill>
                <a:latin typeface="Noto Sans SC"/>
                <a:ea typeface="Noto Sans SC"/>
                <a:cs typeface="Noto Sans SC"/>
              </a:rPr>
              <a:t>身份</a:t>
            </a:r>
          </a:p>
        </p:txBody>
      </p:sp>
      <p:sp>
        <p:nvSpPr>
          <p:cNvPr id="75" name="p14_label_33">
            <a:extLst>
              <a:ext uri="{FF2B5EF4-FFF2-40B4-BE49-F238E27FC236}">
                <a16:creationId xmlns:a16="http://schemas.microsoft.com/office/drawing/2014/main" id="{DA6F6081-14C9-408B-805E-2317F6DF0D2C}"/>
              </a:ext>
            </a:extLst>
          </p:cNvPr>
          <p:cNvSpPr>
            <a:spLocks/>
          </p:cNvSpPr>
          <p:nvPr/>
        </p:nvSpPr>
        <p:spPr>
          <a:xfrm>
            <a:off x="9445237" y="3162988"/>
            <a:ext cx="1129639" cy="269656"/>
          </a:xfrm>
          <a:prstGeom prst="rect">
            <a:avLst/>
          </a:prstGeom>
          <a:noFill/>
          <a:ln w="0">
            <a:noFill/>
          </a:ln>
        </p:spPr>
        <p:txBody>
          <a:bodyPr wrap="square" lIns="0" tIns="0" rIns="0" bIns="0" anchor="t">
            <a:noAutofit/>
          </a:bodyPr>
          <a:lstStyle>
            <a:defPPr algn="l">
              <a:defRPr sz="1435" b="0">
                <a:solidFill>
                  <a:srgbClr val="172956"/>
                </a:solidFill>
                <a:latin typeface="Arial"/>
                <a:ea typeface="Arial"/>
                <a:cs typeface="Arial"/>
              </a:defRPr>
            </a:defPPr>
          </a:lstStyle>
          <a:p>
            <a:pPr algn="l">
              <a:defRPr sz="1435" b="0">
                <a:solidFill>
                  <a:srgbClr val="172956"/>
                </a:solidFill>
                <a:latin typeface="Arial"/>
                <a:ea typeface="Arial"/>
                <a:cs typeface="Arial"/>
              </a:defRPr>
            </a:pPr>
            <a:r>
              <a:rPr sz="1435" b="0">
                <a:solidFill>
                  <a:srgbClr val="172956"/>
                </a:solidFill>
                <a:latin typeface="Arial"/>
                <a:ea typeface="Arial"/>
                <a:cs typeface="Arial"/>
              </a:rPr>
              <a:t>DLinear</a:t>
            </a:r>
          </a:p>
        </p:txBody>
      </p:sp>
      <p:sp>
        <p:nvSpPr>
          <p:cNvPr id="76" name="p14_label_34">
            <a:extLst>
              <a:ext uri="{FF2B5EF4-FFF2-40B4-BE49-F238E27FC236}">
                <a16:creationId xmlns:a16="http://schemas.microsoft.com/office/drawing/2014/main" id="{5E2A7E35-79C1-4BE1-B7AD-49E938A5FB9C}"/>
              </a:ext>
            </a:extLst>
          </p:cNvPr>
          <p:cNvSpPr>
            <a:spLocks/>
          </p:cNvSpPr>
          <p:nvPr/>
        </p:nvSpPr>
        <p:spPr>
          <a:xfrm>
            <a:off x="9357781" y="3818908"/>
            <a:ext cx="1319126" cy="364400"/>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整体验证误差</a:t>
            </a:r>
          </a:p>
        </p:txBody>
      </p:sp>
      <p:sp>
        <p:nvSpPr>
          <p:cNvPr id="77" name="p14_label_35">
            <a:extLst>
              <a:ext uri="{FF2B5EF4-FFF2-40B4-BE49-F238E27FC236}">
                <a16:creationId xmlns:a16="http://schemas.microsoft.com/office/drawing/2014/main" id="{ED45474A-30E9-4A99-984A-60BD05960EBB}"/>
              </a:ext>
            </a:extLst>
          </p:cNvPr>
          <p:cNvSpPr>
            <a:spLocks/>
          </p:cNvSpPr>
          <p:nvPr/>
        </p:nvSpPr>
        <p:spPr>
          <a:xfrm>
            <a:off x="9357781" y="4139579"/>
            <a:ext cx="1319126" cy="364400"/>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MAE / MSE</a:t>
            </a:r>
          </a:p>
        </p:txBody>
      </p:sp>
      <p:sp>
        <p:nvSpPr>
          <p:cNvPr id="78" name="p14_label_36">
            <a:extLst>
              <a:ext uri="{FF2B5EF4-FFF2-40B4-BE49-F238E27FC236}">
                <a16:creationId xmlns:a16="http://schemas.microsoft.com/office/drawing/2014/main" id="{85E3ED1F-2F8C-485F-9C57-2E1BCBCB925A}"/>
              </a:ext>
            </a:extLst>
          </p:cNvPr>
          <p:cNvSpPr>
            <a:spLocks/>
          </p:cNvSpPr>
          <p:nvPr/>
        </p:nvSpPr>
        <p:spPr>
          <a:xfrm>
            <a:off x="11019443" y="2215549"/>
            <a:ext cx="757951" cy="276944"/>
          </a:xfrm>
          <a:prstGeom prst="rect">
            <a:avLst/>
          </a:prstGeom>
          <a:noFill/>
          <a:ln w="0">
            <a:noFill/>
          </a:ln>
        </p:spPr>
        <p:txBody>
          <a:bodyPr wrap="square" lIns="0" tIns="0" rIns="0" bIns="0" anchor="t">
            <a:noAutofit/>
          </a:bodyPr>
          <a:lstStyle>
            <a:defPPr algn="l">
              <a:defRPr sz="1377" b="1">
                <a:solidFill>
                  <a:srgbClr val="9C3E76"/>
                </a:solidFill>
                <a:latin typeface="Noto Sans SC"/>
                <a:ea typeface="Noto Sans SC"/>
                <a:cs typeface="Noto Sans SC"/>
              </a:defRPr>
            </a:defPPr>
          </a:lstStyle>
          <a:p>
            <a:pPr algn="l">
              <a:defRPr sz="1377" b="1">
                <a:solidFill>
                  <a:srgbClr val="9C3E76"/>
                </a:solidFill>
                <a:latin typeface="Noto Sans SC"/>
                <a:ea typeface="Noto Sans SC"/>
                <a:cs typeface="Noto Sans SC"/>
              </a:defRPr>
            </a:pPr>
            <a:r>
              <a:rPr sz="1377" b="1">
                <a:solidFill>
                  <a:srgbClr val="9C3E76"/>
                </a:solidFill>
                <a:latin typeface="Noto Sans SC"/>
                <a:ea typeface="Noto Sans SC"/>
                <a:cs typeface="Noto Sans SC"/>
              </a:rPr>
              <a:t>残差结构</a:t>
            </a:r>
          </a:p>
        </p:txBody>
      </p:sp>
      <p:sp>
        <p:nvSpPr>
          <p:cNvPr id="79" name="p14_label_37">
            <a:extLst>
              <a:ext uri="{FF2B5EF4-FFF2-40B4-BE49-F238E27FC236}">
                <a16:creationId xmlns:a16="http://schemas.microsoft.com/office/drawing/2014/main" id="{EB08BD6B-9994-4AAA-9FED-02374DCF1E9E}"/>
              </a:ext>
            </a:extLst>
          </p:cNvPr>
          <p:cNvSpPr>
            <a:spLocks/>
          </p:cNvSpPr>
          <p:nvPr/>
        </p:nvSpPr>
        <p:spPr>
          <a:xfrm>
            <a:off x="349824" y="5407690"/>
            <a:ext cx="11485875" cy="335248"/>
          </a:xfrm>
          <a:prstGeom prst="rect">
            <a:avLst/>
          </a:prstGeom>
          <a:noFill/>
          <a:ln w="0">
            <a:noFill/>
          </a:ln>
        </p:spPr>
        <p:txBody>
          <a:bodyPr wrap="square" lIns="0" tIns="0" rIns="0" bIns="0" anchor="t">
            <a:noAutofit/>
          </a:bodyPr>
          <a:lstStyle>
            <a:defPPr algn="l">
              <a:defRPr sz="1836" b="1">
                <a:solidFill>
                  <a:srgbClr val="9C3E76"/>
                </a:solidFill>
                <a:latin typeface="Noto Sans SC"/>
                <a:ea typeface="Noto Sans SC"/>
                <a:cs typeface="Noto Sans SC"/>
              </a:defRPr>
            </a:defPPr>
          </a:lstStyle>
          <a:p>
            <a:pPr algn="l">
              <a:defRPr sz="1836" b="1">
                <a:solidFill>
                  <a:srgbClr val="9C3E76"/>
                </a:solidFill>
                <a:latin typeface="Noto Sans SC"/>
                <a:ea typeface="Noto Sans SC"/>
                <a:cs typeface="Noto Sans SC"/>
              </a:defRPr>
            </a:pPr>
            <a:r>
              <a:rPr sz="1836" b="1">
                <a:solidFill>
                  <a:srgbClr val="9C3E76"/>
                </a:solidFill>
                <a:latin typeface="Noto Sans SC"/>
                <a:ea typeface="Noto Sans SC"/>
                <a:cs typeface="Noto Sans SC"/>
              </a:rPr>
              <a:t>主要证据：C 相对 B 能否稳定改善未执行候选的排序？</a:t>
            </a:r>
          </a:p>
        </p:txBody>
      </p:sp>
      <p:sp>
        <p:nvSpPr>
          <p:cNvPr id="80" name="p14_label_38">
            <a:extLst>
              <a:ext uri="{FF2B5EF4-FFF2-40B4-BE49-F238E27FC236}">
                <a16:creationId xmlns:a16="http://schemas.microsoft.com/office/drawing/2014/main" id="{D8F62A9A-B7E9-40A3-89F7-6B2C9E0C3D83}"/>
              </a:ext>
            </a:extLst>
          </p:cNvPr>
          <p:cNvSpPr>
            <a:spLocks/>
          </p:cNvSpPr>
          <p:nvPr/>
        </p:nvSpPr>
        <p:spPr>
          <a:xfrm>
            <a:off x="597615" y="6027169"/>
            <a:ext cx="3490948" cy="342536"/>
          </a:xfrm>
          <a:prstGeom prst="rect">
            <a:avLst/>
          </a:prstGeom>
          <a:noFill/>
          <a:ln w="0">
            <a:noFill/>
          </a:ln>
        </p:spPr>
        <p:txBody>
          <a:bodyPr wrap="square" lIns="0" tIns="0" rIns="0" bIns="0" anchor="t">
            <a:noAutofit/>
          </a:bodyPr>
          <a:lstStyle>
            <a:defPPr algn="l">
              <a:defRPr sz="1664" b="1">
                <a:solidFill>
                  <a:srgbClr val="172956"/>
                </a:solidFill>
                <a:latin typeface="Noto Sans SC"/>
                <a:ea typeface="Noto Sans SC"/>
                <a:cs typeface="Noto Sans SC"/>
              </a:defRPr>
            </a:defPPr>
          </a:lstStyle>
          <a:p>
            <a:pPr algn="l">
              <a:defRPr sz="1664" b="1">
                <a:solidFill>
                  <a:srgbClr val="172956"/>
                </a:solidFill>
                <a:latin typeface="Noto Sans SC"/>
                <a:ea typeface="Noto Sans SC"/>
                <a:cs typeface="Noto Sans SC"/>
              </a:defRPr>
            </a:pPr>
            <a:r>
              <a:rPr sz="1664" b="1">
                <a:solidFill>
                  <a:srgbClr val="172956"/>
                </a:solidFill>
                <a:latin typeface="Noto Sans SC"/>
                <a:ea typeface="Noto Sans SC"/>
                <a:cs typeface="Noto Sans SC"/>
              </a:rPr>
              <a:t>排序相关性：待检验</a:t>
            </a:r>
          </a:p>
        </p:txBody>
      </p:sp>
      <p:sp>
        <p:nvSpPr>
          <p:cNvPr id="81" name="p14_label_39">
            <a:extLst>
              <a:ext uri="{FF2B5EF4-FFF2-40B4-BE49-F238E27FC236}">
                <a16:creationId xmlns:a16="http://schemas.microsoft.com/office/drawing/2014/main" id="{42522C1C-A488-4B3F-B5EF-8F930ABF1A00}"/>
              </a:ext>
            </a:extLst>
          </p:cNvPr>
          <p:cNvSpPr>
            <a:spLocks/>
          </p:cNvSpPr>
          <p:nvPr/>
        </p:nvSpPr>
        <p:spPr>
          <a:xfrm>
            <a:off x="4431099" y="6027169"/>
            <a:ext cx="3490948" cy="342536"/>
          </a:xfrm>
          <a:prstGeom prst="rect">
            <a:avLst/>
          </a:prstGeom>
          <a:noFill/>
          <a:ln w="0">
            <a:noFill/>
          </a:ln>
        </p:spPr>
        <p:txBody>
          <a:bodyPr wrap="square" lIns="0" tIns="0" rIns="0" bIns="0" anchor="t">
            <a:noAutofit/>
          </a:bodyPr>
          <a:lstStyle>
            <a:defPPr algn="l">
              <a:defRPr sz="1664" b="1">
                <a:solidFill>
                  <a:srgbClr val="172956"/>
                </a:solidFill>
                <a:latin typeface="Noto Sans SC"/>
                <a:ea typeface="Noto Sans SC"/>
                <a:cs typeface="Noto Sans SC"/>
              </a:defRPr>
            </a:defPPr>
          </a:lstStyle>
          <a:p>
            <a:pPr algn="l">
              <a:defRPr sz="1664" b="1">
                <a:solidFill>
                  <a:srgbClr val="172956"/>
                </a:solidFill>
                <a:latin typeface="Noto Sans SC"/>
                <a:ea typeface="Noto Sans SC"/>
                <a:cs typeface="Noto Sans SC"/>
              </a:defRPr>
            </a:pPr>
            <a:r>
              <a:rPr sz="1664" b="1">
                <a:solidFill>
                  <a:srgbClr val="172956"/>
                </a:solidFill>
                <a:latin typeface="Noto Sans SC"/>
                <a:ea typeface="Noto Sans SC"/>
                <a:cs typeface="Noto Sans SC"/>
              </a:rPr>
              <a:t>选择 Regret：待检验</a:t>
            </a:r>
          </a:p>
        </p:txBody>
      </p:sp>
      <p:sp>
        <p:nvSpPr>
          <p:cNvPr id="82" name="p14_label_40">
            <a:extLst>
              <a:ext uri="{FF2B5EF4-FFF2-40B4-BE49-F238E27FC236}">
                <a16:creationId xmlns:a16="http://schemas.microsoft.com/office/drawing/2014/main" id="{1749669A-85B6-44F8-A10E-07AF764EBE2F}"/>
              </a:ext>
            </a:extLst>
          </p:cNvPr>
          <p:cNvSpPr>
            <a:spLocks/>
          </p:cNvSpPr>
          <p:nvPr/>
        </p:nvSpPr>
        <p:spPr>
          <a:xfrm>
            <a:off x="8264582" y="6027169"/>
            <a:ext cx="3490948" cy="342536"/>
          </a:xfrm>
          <a:prstGeom prst="rect">
            <a:avLst/>
          </a:prstGeom>
          <a:noFill/>
          <a:ln w="0">
            <a:noFill/>
          </a:ln>
        </p:spPr>
        <p:txBody>
          <a:bodyPr wrap="square" lIns="0" tIns="0" rIns="0" bIns="0" anchor="t">
            <a:noAutofit/>
          </a:bodyPr>
          <a:lstStyle>
            <a:defPPr algn="l">
              <a:defRPr sz="1664" b="1">
                <a:solidFill>
                  <a:srgbClr val="172956"/>
                </a:solidFill>
                <a:latin typeface="Noto Sans SC"/>
                <a:ea typeface="Noto Sans SC"/>
                <a:cs typeface="Noto Sans SC"/>
              </a:defRPr>
            </a:defPPr>
          </a:lstStyle>
          <a:p>
            <a:pPr algn="l">
              <a:defRPr sz="1664" b="1">
                <a:solidFill>
                  <a:srgbClr val="172956"/>
                </a:solidFill>
                <a:latin typeface="Noto Sans SC"/>
                <a:ea typeface="Noto Sans SC"/>
                <a:cs typeface="Noto Sans SC"/>
              </a:defRPr>
            </a:pPr>
            <a:r>
              <a:rPr sz="1664" b="1">
                <a:solidFill>
                  <a:srgbClr val="172956"/>
                </a:solidFill>
                <a:latin typeface="Noto Sans SC"/>
                <a:ea typeface="Noto Sans SC"/>
                <a:cs typeface="Noto Sans SC"/>
              </a:rPr>
              <a:t>跨任务稳定性：待检验</a:t>
            </a:r>
          </a:p>
        </p:txBody>
      </p:sp>
    </p:spTree>
    <p:extLst>
      <p:ext uri="{BB962C8B-B14F-4D97-AF65-F5344CB8AC3E}">
        <p14:creationId xmlns:p14="http://schemas.microsoft.com/office/powerpoint/2010/main" val="784248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 name="p16_rect_1">
            <a:extLst>
              <a:ext uri="{FF2B5EF4-FFF2-40B4-BE49-F238E27FC236}">
                <a16:creationId xmlns:a16="http://schemas.microsoft.com/office/drawing/2014/main" id="{456A9979-956C-47BE-AA63-17AF0CA801FB}"/>
              </a:ext>
            </a:extLst>
          </p:cNvPr>
          <p:cNvSpPr>
            <a:spLocks/>
          </p:cNvSpPr>
          <p:nvPr/>
        </p:nvSpPr>
        <p:spPr>
          <a:xfrm>
            <a:off x="182200" y="1399294"/>
            <a:ext cx="2886045" cy="3031804"/>
          </a:xfrm>
          <a:prstGeom prst="roundRect">
            <a:avLst>
              <a:gd name="adj" fmla="val 3535"/>
            </a:avLst>
          </a:prstGeom>
          <a:gradFill>
            <a:gsLst>
              <a:gs pos="0">
                <a:srgbClr val="FEFEFF"/>
              </a:gs>
              <a:gs pos="100000">
                <a:srgbClr val="EDF0F8"/>
              </a:gs>
            </a:gsLst>
            <a:lin ang="5400000"/>
          </a:gradFill>
          <a:ln w="12390">
            <a:solidFill>
              <a:srgbClr val="172956"/>
            </a:solidFill>
            <a:prstDash val="solid"/>
          </a:ln>
        </p:spPr>
      </p:sp>
      <p:sp>
        <p:nvSpPr>
          <p:cNvPr id="2" name="p16_path_2">
            <a:extLst>
              <a:ext uri="{FF2B5EF4-FFF2-40B4-BE49-F238E27FC236}">
                <a16:creationId xmlns:a16="http://schemas.microsoft.com/office/drawing/2014/main" id="{161AF46D-C47F-453E-9778-0135E61909D4}"/>
              </a:ext>
            </a:extLst>
          </p:cNvPr>
          <p:cNvSpPr>
            <a:spLocks/>
          </p:cNvSpPr>
          <p:nvPr/>
        </p:nvSpPr>
        <p:spPr>
          <a:xfrm>
            <a:off x="818077" y="2230125"/>
            <a:ext cx="162158" cy="360027"/>
          </a:xfrm>
          <a:custGeom>
            <a:avLst/>
            <a:gdLst/>
            <a:ahLst/>
            <a:cxnLst/>
            <a:rect l="0" t="0" r="0" b="0"/>
            <a:pathLst>
              <a:path w="211931" h="470535">
                <a:moveTo>
                  <a:pt x="211931" y="0"/>
                </a:moveTo>
                <a:lnTo>
                  <a:pt x="0" y="470535"/>
                </a:lnTo>
              </a:path>
            </a:pathLst>
          </a:custGeom>
          <a:noFill/>
          <a:ln w="10932">
            <a:solidFill>
              <a:srgbClr val="394D93"/>
            </a:solidFill>
            <a:prstDash val="solid"/>
          </a:ln>
        </p:spPr>
      </p:sp>
      <p:sp>
        <p:nvSpPr>
          <p:cNvPr id="3" name="p16_path_3">
            <a:extLst>
              <a:ext uri="{FF2B5EF4-FFF2-40B4-BE49-F238E27FC236}">
                <a16:creationId xmlns:a16="http://schemas.microsoft.com/office/drawing/2014/main" id="{51EECC46-D48E-48D8-8BA3-73D877189B17}"/>
              </a:ext>
            </a:extLst>
          </p:cNvPr>
          <p:cNvSpPr>
            <a:spLocks/>
          </p:cNvSpPr>
          <p:nvPr/>
        </p:nvSpPr>
        <p:spPr>
          <a:xfrm>
            <a:off x="980235" y="2230125"/>
            <a:ext cx="162158" cy="360027"/>
          </a:xfrm>
          <a:custGeom>
            <a:avLst/>
            <a:gdLst/>
            <a:ahLst/>
            <a:cxnLst/>
            <a:rect l="0" t="0" r="0" b="0"/>
            <a:pathLst>
              <a:path w="211931" h="470535">
                <a:moveTo>
                  <a:pt x="0" y="0"/>
                </a:moveTo>
                <a:lnTo>
                  <a:pt x="211931" y="470535"/>
                </a:lnTo>
              </a:path>
            </a:pathLst>
          </a:custGeom>
          <a:noFill/>
          <a:ln w="10932">
            <a:solidFill>
              <a:srgbClr val="394D93"/>
            </a:solidFill>
            <a:prstDash val="solid"/>
          </a:ln>
        </p:spPr>
      </p:sp>
      <p:sp>
        <p:nvSpPr>
          <p:cNvPr id="4" name="p16_path_4">
            <a:extLst>
              <a:ext uri="{FF2B5EF4-FFF2-40B4-BE49-F238E27FC236}">
                <a16:creationId xmlns:a16="http://schemas.microsoft.com/office/drawing/2014/main" id="{36B846E6-D782-431D-B291-E6689A668C5B}"/>
              </a:ext>
            </a:extLst>
          </p:cNvPr>
          <p:cNvSpPr>
            <a:spLocks/>
          </p:cNvSpPr>
          <p:nvPr/>
        </p:nvSpPr>
        <p:spPr>
          <a:xfrm>
            <a:off x="707810" y="2590152"/>
            <a:ext cx="110267" cy="397924"/>
          </a:xfrm>
          <a:custGeom>
            <a:avLst/>
            <a:gdLst/>
            <a:ahLst/>
            <a:cxnLst/>
            <a:rect l="0" t="0" r="0" b="0"/>
            <a:pathLst>
              <a:path w="144113" h="520065">
                <a:moveTo>
                  <a:pt x="144113" y="0"/>
                </a:moveTo>
                <a:lnTo>
                  <a:pt x="0" y="520065"/>
                </a:lnTo>
              </a:path>
            </a:pathLst>
          </a:custGeom>
          <a:noFill/>
          <a:ln w="10932">
            <a:solidFill>
              <a:srgbClr val="394D93"/>
            </a:solidFill>
            <a:prstDash val="solid"/>
          </a:ln>
        </p:spPr>
      </p:sp>
      <p:sp>
        <p:nvSpPr>
          <p:cNvPr id="5" name="p16_path_5">
            <a:extLst>
              <a:ext uri="{FF2B5EF4-FFF2-40B4-BE49-F238E27FC236}">
                <a16:creationId xmlns:a16="http://schemas.microsoft.com/office/drawing/2014/main" id="{74A47CD4-29E4-44D3-A4D9-5E30497B0169}"/>
              </a:ext>
            </a:extLst>
          </p:cNvPr>
          <p:cNvSpPr>
            <a:spLocks/>
          </p:cNvSpPr>
          <p:nvPr/>
        </p:nvSpPr>
        <p:spPr>
          <a:xfrm>
            <a:off x="818077" y="2590152"/>
            <a:ext cx="84322" cy="397924"/>
          </a:xfrm>
          <a:custGeom>
            <a:avLst/>
            <a:gdLst/>
            <a:ahLst/>
            <a:cxnLst/>
            <a:rect l="0" t="0" r="0" b="0"/>
            <a:pathLst>
              <a:path w="110204" h="520065">
                <a:moveTo>
                  <a:pt x="0" y="0"/>
                </a:moveTo>
                <a:lnTo>
                  <a:pt x="110204" y="520065"/>
                </a:lnTo>
              </a:path>
            </a:pathLst>
          </a:custGeom>
          <a:noFill/>
          <a:ln w="10932">
            <a:solidFill>
              <a:srgbClr val="394D93"/>
            </a:solidFill>
            <a:prstDash val="solid"/>
          </a:ln>
        </p:spPr>
      </p:sp>
      <p:sp>
        <p:nvSpPr>
          <p:cNvPr id="6" name="p16_path_6">
            <a:extLst>
              <a:ext uri="{FF2B5EF4-FFF2-40B4-BE49-F238E27FC236}">
                <a16:creationId xmlns:a16="http://schemas.microsoft.com/office/drawing/2014/main" id="{93D36F77-56BA-4C03-B6C3-8A392B4E6853}"/>
              </a:ext>
            </a:extLst>
          </p:cNvPr>
          <p:cNvSpPr>
            <a:spLocks/>
          </p:cNvSpPr>
          <p:nvPr/>
        </p:nvSpPr>
        <p:spPr>
          <a:xfrm>
            <a:off x="1058071" y="2590152"/>
            <a:ext cx="84322" cy="397924"/>
          </a:xfrm>
          <a:custGeom>
            <a:avLst/>
            <a:gdLst/>
            <a:ahLst/>
            <a:cxnLst/>
            <a:rect l="0" t="0" r="0" b="0"/>
            <a:pathLst>
              <a:path w="110204" h="520065">
                <a:moveTo>
                  <a:pt x="110204" y="0"/>
                </a:moveTo>
                <a:lnTo>
                  <a:pt x="0" y="520065"/>
                </a:lnTo>
              </a:path>
            </a:pathLst>
          </a:custGeom>
          <a:noFill/>
          <a:ln w="10932">
            <a:solidFill>
              <a:srgbClr val="394D93"/>
            </a:solidFill>
            <a:prstDash val="solid"/>
          </a:ln>
        </p:spPr>
      </p:sp>
      <p:sp>
        <p:nvSpPr>
          <p:cNvPr id="7" name="p16_path_7">
            <a:extLst>
              <a:ext uri="{FF2B5EF4-FFF2-40B4-BE49-F238E27FC236}">
                <a16:creationId xmlns:a16="http://schemas.microsoft.com/office/drawing/2014/main" id="{3C1838AC-D6D0-4008-97D0-F34DA2A799F5}"/>
              </a:ext>
            </a:extLst>
          </p:cNvPr>
          <p:cNvSpPr>
            <a:spLocks/>
          </p:cNvSpPr>
          <p:nvPr/>
        </p:nvSpPr>
        <p:spPr>
          <a:xfrm>
            <a:off x="1142393" y="2590152"/>
            <a:ext cx="110267" cy="397924"/>
          </a:xfrm>
          <a:custGeom>
            <a:avLst/>
            <a:gdLst/>
            <a:ahLst/>
            <a:cxnLst/>
            <a:rect l="0" t="0" r="0" b="0"/>
            <a:pathLst>
              <a:path w="144113" h="520065">
                <a:moveTo>
                  <a:pt x="0" y="0"/>
                </a:moveTo>
                <a:lnTo>
                  <a:pt x="144113" y="520065"/>
                </a:lnTo>
              </a:path>
            </a:pathLst>
          </a:custGeom>
          <a:noFill/>
          <a:ln w="10932">
            <a:solidFill>
              <a:srgbClr val="394D93"/>
            </a:solidFill>
            <a:prstDash val="solid"/>
          </a:ln>
        </p:spPr>
      </p:sp>
      <p:sp>
        <p:nvSpPr>
          <p:cNvPr id="8" name="p16_ellipse_8">
            <a:extLst>
              <a:ext uri="{FF2B5EF4-FFF2-40B4-BE49-F238E27FC236}">
                <a16:creationId xmlns:a16="http://schemas.microsoft.com/office/drawing/2014/main" id="{A613CFFB-47AF-4730-875F-3FCE2DC5E569}"/>
              </a:ext>
            </a:extLst>
          </p:cNvPr>
          <p:cNvSpPr>
            <a:spLocks/>
          </p:cNvSpPr>
          <p:nvPr/>
        </p:nvSpPr>
        <p:spPr>
          <a:xfrm>
            <a:off x="951083" y="2200973"/>
            <a:ext cx="58304" cy="58304"/>
          </a:xfrm>
          <a:prstGeom prst="ellipse">
            <a:avLst/>
          </a:prstGeom>
          <a:solidFill>
            <a:srgbClr val="BEC8EC"/>
          </a:solidFill>
          <a:ln w="9474">
            <a:solidFill>
              <a:srgbClr val="394D93"/>
            </a:solidFill>
            <a:prstDash val="solid"/>
          </a:ln>
        </p:spPr>
      </p:sp>
      <p:sp>
        <p:nvSpPr>
          <p:cNvPr id="9" name="p16_ellipse_9">
            <a:extLst>
              <a:ext uri="{FF2B5EF4-FFF2-40B4-BE49-F238E27FC236}">
                <a16:creationId xmlns:a16="http://schemas.microsoft.com/office/drawing/2014/main" id="{C62A2FAA-0C9A-415B-B0E7-58A5A504A674}"/>
              </a:ext>
            </a:extLst>
          </p:cNvPr>
          <p:cNvSpPr>
            <a:spLocks/>
          </p:cNvSpPr>
          <p:nvPr/>
        </p:nvSpPr>
        <p:spPr>
          <a:xfrm>
            <a:off x="788925" y="2561000"/>
            <a:ext cx="58304" cy="58304"/>
          </a:xfrm>
          <a:prstGeom prst="ellipse">
            <a:avLst/>
          </a:prstGeom>
          <a:solidFill>
            <a:srgbClr val="FFFFFF"/>
          </a:solidFill>
          <a:ln w="9474">
            <a:solidFill>
              <a:srgbClr val="394D93"/>
            </a:solidFill>
            <a:prstDash val="solid"/>
          </a:ln>
        </p:spPr>
      </p:sp>
      <p:sp>
        <p:nvSpPr>
          <p:cNvPr id="10" name="p16_ellipse_10">
            <a:extLst>
              <a:ext uri="{FF2B5EF4-FFF2-40B4-BE49-F238E27FC236}">
                <a16:creationId xmlns:a16="http://schemas.microsoft.com/office/drawing/2014/main" id="{8C358D07-8D72-4A13-82BD-4FE4631E6D7C}"/>
              </a:ext>
            </a:extLst>
          </p:cNvPr>
          <p:cNvSpPr>
            <a:spLocks/>
          </p:cNvSpPr>
          <p:nvPr/>
        </p:nvSpPr>
        <p:spPr>
          <a:xfrm>
            <a:off x="1113241" y="2561000"/>
            <a:ext cx="58304" cy="58304"/>
          </a:xfrm>
          <a:prstGeom prst="ellipse">
            <a:avLst/>
          </a:prstGeom>
          <a:solidFill>
            <a:srgbClr val="BEC8EC"/>
          </a:solidFill>
          <a:ln w="9474">
            <a:solidFill>
              <a:srgbClr val="394D93"/>
            </a:solidFill>
            <a:prstDash val="solid"/>
          </a:ln>
        </p:spPr>
      </p:sp>
      <p:sp>
        <p:nvSpPr>
          <p:cNvPr id="11" name="p16_ellipse_11">
            <a:extLst>
              <a:ext uri="{FF2B5EF4-FFF2-40B4-BE49-F238E27FC236}">
                <a16:creationId xmlns:a16="http://schemas.microsoft.com/office/drawing/2014/main" id="{E5BEE8F4-CB50-4ACA-8310-AAA293598154}"/>
              </a:ext>
            </a:extLst>
          </p:cNvPr>
          <p:cNvSpPr>
            <a:spLocks/>
          </p:cNvSpPr>
          <p:nvPr/>
        </p:nvSpPr>
        <p:spPr>
          <a:xfrm>
            <a:off x="678658" y="2958925"/>
            <a:ext cx="58304" cy="58304"/>
          </a:xfrm>
          <a:prstGeom prst="ellipse">
            <a:avLst/>
          </a:prstGeom>
          <a:solidFill>
            <a:srgbClr val="FFFFFF"/>
          </a:solidFill>
          <a:ln w="9474">
            <a:solidFill>
              <a:srgbClr val="394D93"/>
            </a:solidFill>
            <a:prstDash val="solid"/>
          </a:ln>
        </p:spPr>
      </p:sp>
      <p:sp>
        <p:nvSpPr>
          <p:cNvPr id="12" name="p16_ellipse_12">
            <a:extLst>
              <a:ext uri="{FF2B5EF4-FFF2-40B4-BE49-F238E27FC236}">
                <a16:creationId xmlns:a16="http://schemas.microsoft.com/office/drawing/2014/main" id="{C1EDB6E1-319C-47C6-BEA8-5800DE0CD673}"/>
              </a:ext>
            </a:extLst>
          </p:cNvPr>
          <p:cNvSpPr>
            <a:spLocks/>
          </p:cNvSpPr>
          <p:nvPr/>
        </p:nvSpPr>
        <p:spPr>
          <a:xfrm>
            <a:off x="873247" y="2958925"/>
            <a:ext cx="58304" cy="58304"/>
          </a:xfrm>
          <a:prstGeom prst="ellipse">
            <a:avLst/>
          </a:prstGeom>
          <a:solidFill>
            <a:srgbClr val="BEC8EC"/>
          </a:solidFill>
          <a:ln w="9474">
            <a:solidFill>
              <a:srgbClr val="394D93"/>
            </a:solidFill>
            <a:prstDash val="solid"/>
          </a:ln>
        </p:spPr>
      </p:sp>
      <p:sp>
        <p:nvSpPr>
          <p:cNvPr id="13" name="p16_ellipse_13">
            <a:extLst>
              <a:ext uri="{FF2B5EF4-FFF2-40B4-BE49-F238E27FC236}">
                <a16:creationId xmlns:a16="http://schemas.microsoft.com/office/drawing/2014/main" id="{F518223D-DC0A-4910-8F06-FE9092A867E5}"/>
              </a:ext>
            </a:extLst>
          </p:cNvPr>
          <p:cNvSpPr>
            <a:spLocks/>
          </p:cNvSpPr>
          <p:nvPr/>
        </p:nvSpPr>
        <p:spPr>
          <a:xfrm>
            <a:off x="1028919" y="2958925"/>
            <a:ext cx="58304" cy="58304"/>
          </a:xfrm>
          <a:prstGeom prst="ellipse">
            <a:avLst/>
          </a:prstGeom>
          <a:solidFill>
            <a:srgbClr val="FFFFFF"/>
          </a:solidFill>
          <a:ln w="9474">
            <a:solidFill>
              <a:srgbClr val="394D93"/>
            </a:solidFill>
            <a:prstDash val="solid"/>
          </a:ln>
        </p:spPr>
      </p:sp>
      <p:sp>
        <p:nvSpPr>
          <p:cNvPr id="14" name="p16_ellipse_14">
            <a:extLst>
              <a:ext uri="{FF2B5EF4-FFF2-40B4-BE49-F238E27FC236}">
                <a16:creationId xmlns:a16="http://schemas.microsoft.com/office/drawing/2014/main" id="{D1557966-AB4C-4840-92B5-4DAA5C97E0A3}"/>
              </a:ext>
            </a:extLst>
          </p:cNvPr>
          <p:cNvSpPr>
            <a:spLocks/>
          </p:cNvSpPr>
          <p:nvPr/>
        </p:nvSpPr>
        <p:spPr>
          <a:xfrm>
            <a:off x="1223508" y="2958925"/>
            <a:ext cx="58304" cy="58304"/>
          </a:xfrm>
          <a:prstGeom prst="ellipse">
            <a:avLst/>
          </a:prstGeom>
          <a:solidFill>
            <a:srgbClr val="BEC8EC"/>
          </a:solidFill>
          <a:ln w="9474">
            <a:solidFill>
              <a:srgbClr val="394D93"/>
            </a:solidFill>
            <a:prstDash val="solid"/>
          </a:ln>
        </p:spPr>
      </p:sp>
      <p:sp>
        <p:nvSpPr>
          <p:cNvPr id="15" name="p16_path_15">
            <a:extLst>
              <a:ext uri="{FF2B5EF4-FFF2-40B4-BE49-F238E27FC236}">
                <a16:creationId xmlns:a16="http://schemas.microsoft.com/office/drawing/2014/main" id="{69ED8116-6A10-4C40-A92F-255634C0FC7B}"/>
              </a:ext>
            </a:extLst>
          </p:cNvPr>
          <p:cNvSpPr>
            <a:spLocks/>
          </p:cNvSpPr>
          <p:nvPr/>
        </p:nvSpPr>
        <p:spPr>
          <a:xfrm>
            <a:off x="1466708" y="2230125"/>
            <a:ext cx="162158" cy="360027"/>
          </a:xfrm>
          <a:custGeom>
            <a:avLst/>
            <a:gdLst/>
            <a:ahLst/>
            <a:cxnLst/>
            <a:rect l="0" t="0" r="0" b="0"/>
            <a:pathLst>
              <a:path w="211931" h="470535">
                <a:moveTo>
                  <a:pt x="211931" y="0"/>
                </a:moveTo>
                <a:lnTo>
                  <a:pt x="0" y="470535"/>
                </a:lnTo>
              </a:path>
            </a:pathLst>
          </a:custGeom>
          <a:noFill/>
          <a:ln w="10932">
            <a:solidFill>
              <a:srgbClr val="394D93"/>
            </a:solidFill>
            <a:prstDash val="solid"/>
          </a:ln>
        </p:spPr>
      </p:sp>
      <p:sp>
        <p:nvSpPr>
          <p:cNvPr id="16" name="p16_path_16">
            <a:extLst>
              <a:ext uri="{FF2B5EF4-FFF2-40B4-BE49-F238E27FC236}">
                <a16:creationId xmlns:a16="http://schemas.microsoft.com/office/drawing/2014/main" id="{99FCAAC1-9764-4328-8C24-FCDC51377057}"/>
              </a:ext>
            </a:extLst>
          </p:cNvPr>
          <p:cNvSpPr>
            <a:spLocks/>
          </p:cNvSpPr>
          <p:nvPr/>
        </p:nvSpPr>
        <p:spPr>
          <a:xfrm>
            <a:off x="1628866" y="2230125"/>
            <a:ext cx="162158" cy="360027"/>
          </a:xfrm>
          <a:custGeom>
            <a:avLst/>
            <a:gdLst/>
            <a:ahLst/>
            <a:cxnLst/>
            <a:rect l="0" t="0" r="0" b="0"/>
            <a:pathLst>
              <a:path w="211931" h="470535">
                <a:moveTo>
                  <a:pt x="0" y="0"/>
                </a:moveTo>
                <a:lnTo>
                  <a:pt x="211931" y="470535"/>
                </a:lnTo>
              </a:path>
            </a:pathLst>
          </a:custGeom>
          <a:noFill/>
          <a:ln w="10932">
            <a:solidFill>
              <a:srgbClr val="394D93"/>
            </a:solidFill>
            <a:prstDash val="solid"/>
          </a:ln>
        </p:spPr>
      </p:sp>
      <p:sp>
        <p:nvSpPr>
          <p:cNvPr id="17" name="p16_path_17">
            <a:extLst>
              <a:ext uri="{FF2B5EF4-FFF2-40B4-BE49-F238E27FC236}">
                <a16:creationId xmlns:a16="http://schemas.microsoft.com/office/drawing/2014/main" id="{CF67BEA9-4B88-4956-9B6D-9E216775D96A}"/>
              </a:ext>
            </a:extLst>
          </p:cNvPr>
          <p:cNvSpPr>
            <a:spLocks/>
          </p:cNvSpPr>
          <p:nvPr/>
        </p:nvSpPr>
        <p:spPr>
          <a:xfrm>
            <a:off x="1356441" y="2590152"/>
            <a:ext cx="110267" cy="397924"/>
          </a:xfrm>
          <a:custGeom>
            <a:avLst/>
            <a:gdLst/>
            <a:ahLst/>
            <a:cxnLst/>
            <a:rect l="0" t="0" r="0" b="0"/>
            <a:pathLst>
              <a:path w="144113" h="520065">
                <a:moveTo>
                  <a:pt x="144113" y="0"/>
                </a:moveTo>
                <a:lnTo>
                  <a:pt x="0" y="520065"/>
                </a:lnTo>
              </a:path>
            </a:pathLst>
          </a:custGeom>
          <a:noFill/>
          <a:ln w="10932">
            <a:solidFill>
              <a:srgbClr val="394D93"/>
            </a:solidFill>
            <a:prstDash val="solid"/>
          </a:ln>
        </p:spPr>
      </p:sp>
      <p:sp>
        <p:nvSpPr>
          <p:cNvPr id="18" name="p16_path_18">
            <a:extLst>
              <a:ext uri="{FF2B5EF4-FFF2-40B4-BE49-F238E27FC236}">
                <a16:creationId xmlns:a16="http://schemas.microsoft.com/office/drawing/2014/main" id="{3F44BEAE-9C28-4259-9E38-9EED478829FE}"/>
              </a:ext>
            </a:extLst>
          </p:cNvPr>
          <p:cNvSpPr>
            <a:spLocks/>
          </p:cNvSpPr>
          <p:nvPr/>
        </p:nvSpPr>
        <p:spPr>
          <a:xfrm>
            <a:off x="1466708" y="2590152"/>
            <a:ext cx="84322" cy="397924"/>
          </a:xfrm>
          <a:custGeom>
            <a:avLst/>
            <a:gdLst/>
            <a:ahLst/>
            <a:cxnLst/>
            <a:rect l="0" t="0" r="0" b="0"/>
            <a:pathLst>
              <a:path w="110204" h="520065">
                <a:moveTo>
                  <a:pt x="0" y="0"/>
                </a:moveTo>
                <a:lnTo>
                  <a:pt x="110204" y="520065"/>
                </a:lnTo>
              </a:path>
            </a:pathLst>
          </a:custGeom>
          <a:noFill/>
          <a:ln w="10932">
            <a:solidFill>
              <a:srgbClr val="394D93"/>
            </a:solidFill>
            <a:prstDash val="solid"/>
          </a:ln>
        </p:spPr>
      </p:sp>
      <p:sp>
        <p:nvSpPr>
          <p:cNvPr id="19" name="p16_path_19">
            <a:extLst>
              <a:ext uri="{FF2B5EF4-FFF2-40B4-BE49-F238E27FC236}">
                <a16:creationId xmlns:a16="http://schemas.microsoft.com/office/drawing/2014/main" id="{3B8C5E70-3DBA-44A5-B616-9EF2F1B4AF83}"/>
              </a:ext>
            </a:extLst>
          </p:cNvPr>
          <p:cNvSpPr>
            <a:spLocks/>
          </p:cNvSpPr>
          <p:nvPr/>
        </p:nvSpPr>
        <p:spPr>
          <a:xfrm>
            <a:off x="1706702" y="2590152"/>
            <a:ext cx="84322" cy="397924"/>
          </a:xfrm>
          <a:custGeom>
            <a:avLst/>
            <a:gdLst/>
            <a:ahLst/>
            <a:cxnLst/>
            <a:rect l="0" t="0" r="0" b="0"/>
            <a:pathLst>
              <a:path w="110204" h="520065">
                <a:moveTo>
                  <a:pt x="110204" y="0"/>
                </a:moveTo>
                <a:lnTo>
                  <a:pt x="0" y="520065"/>
                </a:lnTo>
              </a:path>
            </a:pathLst>
          </a:custGeom>
          <a:noFill/>
          <a:ln w="10932">
            <a:solidFill>
              <a:srgbClr val="394D93"/>
            </a:solidFill>
            <a:prstDash val="solid"/>
          </a:ln>
        </p:spPr>
      </p:sp>
      <p:sp>
        <p:nvSpPr>
          <p:cNvPr id="20" name="p16_path_20">
            <a:extLst>
              <a:ext uri="{FF2B5EF4-FFF2-40B4-BE49-F238E27FC236}">
                <a16:creationId xmlns:a16="http://schemas.microsoft.com/office/drawing/2014/main" id="{D9559EE0-E67B-40EB-83D7-C1F1BACF655F}"/>
              </a:ext>
            </a:extLst>
          </p:cNvPr>
          <p:cNvSpPr>
            <a:spLocks/>
          </p:cNvSpPr>
          <p:nvPr/>
        </p:nvSpPr>
        <p:spPr>
          <a:xfrm>
            <a:off x="1791024" y="2590152"/>
            <a:ext cx="110267" cy="397924"/>
          </a:xfrm>
          <a:custGeom>
            <a:avLst/>
            <a:gdLst/>
            <a:ahLst/>
            <a:cxnLst/>
            <a:rect l="0" t="0" r="0" b="0"/>
            <a:pathLst>
              <a:path w="144113" h="520065">
                <a:moveTo>
                  <a:pt x="0" y="0"/>
                </a:moveTo>
                <a:lnTo>
                  <a:pt x="144113" y="520065"/>
                </a:lnTo>
              </a:path>
            </a:pathLst>
          </a:custGeom>
          <a:noFill/>
          <a:ln w="10932">
            <a:solidFill>
              <a:srgbClr val="394D93"/>
            </a:solidFill>
            <a:prstDash val="solid"/>
          </a:ln>
        </p:spPr>
      </p:sp>
      <p:sp>
        <p:nvSpPr>
          <p:cNvPr id="21" name="p16_ellipse_21">
            <a:extLst>
              <a:ext uri="{FF2B5EF4-FFF2-40B4-BE49-F238E27FC236}">
                <a16:creationId xmlns:a16="http://schemas.microsoft.com/office/drawing/2014/main" id="{1BA088AD-EFC1-4D77-BF4D-7018352082FD}"/>
              </a:ext>
            </a:extLst>
          </p:cNvPr>
          <p:cNvSpPr>
            <a:spLocks/>
          </p:cNvSpPr>
          <p:nvPr/>
        </p:nvSpPr>
        <p:spPr>
          <a:xfrm>
            <a:off x="1599714" y="2200973"/>
            <a:ext cx="58304" cy="58304"/>
          </a:xfrm>
          <a:prstGeom prst="ellipse">
            <a:avLst/>
          </a:prstGeom>
          <a:solidFill>
            <a:srgbClr val="BEC8EC"/>
          </a:solidFill>
          <a:ln w="9474">
            <a:solidFill>
              <a:srgbClr val="394D93"/>
            </a:solidFill>
            <a:prstDash val="solid"/>
          </a:ln>
        </p:spPr>
      </p:sp>
      <p:sp>
        <p:nvSpPr>
          <p:cNvPr id="22" name="p16_ellipse_22">
            <a:extLst>
              <a:ext uri="{FF2B5EF4-FFF2-40B4-BE49-F238E27FC236}">
                <a16:creationId xmlns:a16="http://schemas.microsoft.com/office/drawing/2014/main" id="{6F05B20B-4E05-430B-A40E-5F258178285B}"/>
              </a:ext>
            </a:extLst>
          </p:cNvPr>
          <p:cNvSpPr>
            <a:spLocks/>
          </p:cNvSpPr>
          <p:nvPr/>
        </p:nvSpPr>
        <p:spPr>
          <a:xfrm>
            <a:off x="1437556" y="2561000"/>
            <a:ext cx="58304" cy="58304"/>
          </a:xfrm>
          <a:prstGeom prst="ellipse">
            <a:avLst/>
          </a:prstGeom>
          <a:solidFill>
            <a:srgbClr val="FFFFFF"/>
          </a:solidFill>
          <a:ln w="9474">
            <a:solidFill>
              <a:srgbClr val="394D93"/>
            </a:solidFill>
            <a:prstDash val="solid"/>
          </a:ln>
        </p:spPr>
      </p:sp>
      <p:sp>
        <p:nvSpPr>
          <p:cNvPr id="23" name="p16_ellipse_23">
            <a:extLst>
              <a:ext uri="{FF2B5EF4-FFF2-40B4-BE49-F238E27FC236}">
                <a16:creationId xmlns:a16="http://schemas.microsoft.com/office/drawing/2014/main" id="{F3532747-878D-43C8-B1C3-A4ECAEB32D34}"/>
              </a:ext>
            </a:extLst>
          </p:cNvPr>
          <p:cNvSpPr>
            <a:spLocks/>
          </p:cNvSpPr>
          <p:nvPr/>
        </p:nvSpPr>
        <p:spPr>
          <a:xfrm>
            <a:off x="1761872" y="2561000"/>
            <a:ext cx="58304" cy="58304"/>
          </a:xfrm>
          <a:prstGeom prst="ellipse">
            <a:avLst/>
          </a:prstGeom>
          <a:solidFill>
            <a:srgbClr val="BEC8EC"/>
          </a:solidFill>
          <a:ln w="9474">
            <a:solidFill>
              <a:srgbClr val="394D93"/>
            </a:solidFill>
            <a:prstDash val="solid"/>
          </a:ln>
        </p:spPr>
      </p:sp>
      <p:sp>
        <p:nvSpPr>
          <p:cNvPr id="24" name="p16_ellipse_24">
            <a:extLst>
              <a:ext uri="{FF2B5EF4-FFF2-40B4-BE49-F238E27FC236}">
                <a16:creationId xmlns:a16="http://schemas.microsoft.com/office/drawing/2014/main" id="{0309ADAC-E12C-4232-8DA2-9CD2E82BC38E}"/>
              </a:ext>
            </a:extLst>
          </p:cNvPr>
          <p:cNvSpPr>
            <a:spLocks/>
          </p:cNvSpPr>
          <p:nvPr/>
        </p:nvSpPr>
        <p:spPr>
          <a:xfrm>
            <a:off x="1327289" y="2958925"/>
            <a:ext cx="58304" cy="58304"/>
          </a:xfrm>
          <a:prstGeom prst="ellipse">
            <a:avLst/>
          </a:prstGeom>
          <a:solidFill>
            <a:srgbClr val="FFFFFF"/>
          </a:solidFill>
          <a:ln w="9474">
            <a:solidFill>
              <a:srgbClr val="394D93"/>
            </a:solidFill>
            <a:prstDash val="solid"/>
          </a:ln>
        </p:spPr>
      </p:sp>
      <p:sp>
        <p:nvSpPr>
          <p:cNvPr id="25" name="p16_ellipse_25">
            <a:extLst>
              <a:ext uri="{FF2B5EF4-FFF2-40B4-BE49-F238E27FC236}">
                <a16:creationId xmlns:a16="http://schemas.microsoft.com/office/drawing/2014/main" id="{AB07991B-7140-44F3-8972-D58BE2473FB4}"/>
              </a:ext>
            </a:extLst>
          </p:cNvPr>
          <p:cNvSpPr>
            <a:spLocks/>
          </p:cNvSpPr>
          <p:nvPr/>
        </p:nvSpPr>
        <p:spPr>
          <a:xfrm>
            <a:off x="1521878" y="2958925"/>
            <a:ext cx="58304" cy="58304"/>
          </a:xfrm>
          <a:prstGeom prst="ellipse">
            <a:avLst/>
          </a:prstGeom>
          <a:solidFill>
            <a:srgbClr val="BEC8EC"/>
          </a:solidFill>
          <a:ln w="9474">
            <a:solidFill>
              <a:srgbClr val="394D93"/>
            </a:solidFill>
            <a:prstDash val="solid"/>
          </a:ln>
        </p:spPr>
      </p:sp>
      <p:sp>
        <p:nvSpPr>
          <p:cNvPr id="26" name="p16_ellipse_26">
            <a:extLst>
              <a:ext uri="{FF2B5EF4-FFF2-40B4-BE49-F238E27FC236}">
                <a16:creationId xmlns:a16="http://schemas.microsoft.com/office/drawing/2014/main" id="{3D8C9A61-BACD-4E36-905F-25969BD8EDC7}"/>
              </a:ext>
            </a:extLst>
          </p:cNvPr>
          <p:cNvSpPr>
            <a:spLocks/>
          </p:cNvSpPr>
          <p:nvPr/>
        </p:nvSpPr>
        <p:spPr>
          <a:xfrm>
            <a:off x="1677550" y="2958925"/>
            <a:ext cx="58304" cy="58304"/>
          </a:xfrm>
          <a:prstGeom prst="ellipse">
            <a:avLst/>
          </a:prstGeom>
          <a:solidFill>
            <a:srgbClr val="FFFFFF"/>
          </a:solidFill>
          <a:ln w="9474">
            <a:solidFill>
              <a:srgbClr val="394D93"/>
            </a:solidFill>
            <a:prstDash val="solid"/>
          </a:ln>
        </p:spPr>
      </p:sp>
      <p:sp>
        <p:nvSpPr>
          <p:cNvPr id="27" name="p16_ellipse_27">
            <a:extLst>
              <a:ext uri="{FF2B5EF4-FFF2-40B4-BE49-F238E27FC236}">
                <a16:creationId xmlns:a16="http://schemas.microsoft.com/office/drawing/2014/main" id="{BF428A33-DD74-401F-B5CE-B3DDF08A6606}"/>
              </a:ext>
            </a:extLst>
          </p:cNvPr>
          <p:cNvSpPr>
            <a:spLocks/>
          </p:cNvSpPr>
          <p:nvPr/>
        </p:nvSpPr>
        <p:spPr>
          <a:xfrm>
            <a:off x="1872139" y="2958925"/>
            <a:ext cx="58304" cy="58304"/>
          </a:xfrm>
          <a:prstGeom prst="ellipse">
            <a:avLst/>
          </a:prstGeom>
          <a:solidFill>
            <a:srgbClr val="BEC8EC"/>
          </a:solidFill>
          <a:ln w="9474">
            <a:solidFill>
              <a:srgbClr val="394D93"/>
            </a:solidFill>
            <a:prstDash val="solid"/>
          </a:ln>
        </p:spPr>
      </p:sp>
      <p:sp>
        <p:nvSpPr>
          <p:cNvPr id="28" name="p16_path_28">
            <a:extLst>
              <a:ext uri="{FF2B5EF4-FFF2-40B4-BE49-F238E27FC236}">
                <a16:creationId xmlns:a16="http://schemas.microsoft.com/office/drawing/2014/main" id="{11A271B9-C8DA-412D-A4E1-F82A6E11C53C}"/>
              </a:ext>
            </a:extLst>
          </p:cNvPr>
          <p:cNvSpPr>
            <a:spLocks/>
          </p:cNvSpPr>
          <p:nvPr/>
        </p:nvSpPr>
        <p:spPr>
          <a:xfrm>
            <a:off x="2115340" y="2230125"/>
            <a:ext cx="162158" cy="360027"/>
          </a:xfrm>
          <a:custGeom>
            <a:avLst/>
            <a:gdLst/>
            <a:ahLst/>
            <a:cxnLst/>
            <a:rect l="0" t="0" r="0" b="0"/>
            <a:pathLst>
              <a:path w="211931" h="470535">
                <a:moveTo>
                  <a:pt x="211931" y="0"/>
                </a:moveTo>
                <a:lnTo>
                  <a:pt x="0" y="470535"/>
                </a:lnTo>
              </a:path>
            </a:pathLst>
          </a:custGeom>
          <a:noFill/>
          <a:ln w="10932">
            <a:solidFill>
              <a:srgbClr val="394D93"/>
            </a:solidFill>
            <a:prstDash val="solid"/>
          </a:ln>
        </p:spPr>
      </p:sp>
      <p:sp>
        <p:nvSpPr>
          <p:cNvPr id="29" name="p16_path_29">
            <a:extLst>
              <a:ext uri="{FF2B5EF4-FFF2-40B4-BE49-F238E27FC236}">
                <a16:creationId xmlns:a16="http://schemas.microsoft.com/office/drawing/2014/main" id="{0B52DDC4-8F66-4213-93C7-730674C4CD4D}"/>
              </a:ext>
            </a:extLst>
          </p:cNvPr>
          <p:cNvSpPr>
            <a:spLocks/>
          </p:cNvSpPr>
          <p:nvPr/>
        </p:nvSpPr>
        <p:spPr>
          <a:xfrm>
            <a:off x="2277497" y="2230125"/>
            <a:ext cx="162158" cy="360027"/>
          </a:xfrm>
          <a:custGeom>
            <a:avLst/>
            <a:gdLst/>
            <a:ahLst/>
            <a:cxnLst/>
            <a:rect l="0" t="0" r="0" b="0"/>
            <a:pathLst>
              <a:path w="211931" h="470535">
                <a:moveTo>
                  <a:pt x="0" y="0"/>
                </a:moveTo>
                <a:lnTo>
                  <a:pt x="211931" y="470535"/>
                </a:lnTo>
              </a:path>
            </a:pathLst>
          </a:custGeom>
          <a:noFill/>
          <a:ln w="10932">
            <a:solidFill>
              <a:srgbClr val="394D93"/>
            </a:solidFill>
            <a:prstDash val="solid"/>
          </a:ln>
        </p:spPr>
      </p:sp>
      <p:sp>
        <p:nvSpPr>
          <p:cNvPr id="30" name="p16_path_30">
            <a:extLst>
              <a:ext uri="{FF2B5EF4-FFF2-40B4-BE49-F238E27FC236}">
                <a16:creationId xmlns:a16="http://schemas.microsoft.com/office/drawing/2014/main" id="{FA79572D-E537-4C26-A96D-214A5EA023EC}"/>
              </a:ext>
            </a:extLst>
          </p:cNvPr>
          <p:cNvSpPr>
            <a:spLocks/>
          </p:cNvSpPr>
          <p:nvPr/>
        </p:nvSpPr>
        <p:spPr>
          <a:xfrm>
            <a:off x="2005072" y="2590152"/>
            <a:ext cx="110267" cy="397924"/>
          </a:xfrm>
          <a:custGeom>
            <a:avLst/>
            <a:gdLst/>
            <a:ahLst/>
            <a:cxnLst/>
            <a:rect l="0" t="0" r="0" b="0"/>
            <a:pathLst>
              <a:path w="144113" h="520065">
                <a:moveTo>
                  <a:pt x="144113" y="0"/>
                </a:moveTo>
                <a:lnTo>
                  <a:pt x="0" y="520065"/>
                </a:lnTo>
              </a:path>
            </a:pathLst>
          </a:custGeom>
          <a:noFill/>
          <a:ln w="10932">
            <a:solidFill>
              <a:srgbClr val="394D93"/>
            </a:solidFill>
            <a:prstDash val="solid"/>
          </a:ln>
        </p:spPr>
      </p:sp>
      <p:sp>
        <p:nvSpPr>
          <p:cNvPr id="31" name="p16_path_31">
            <a:extLst>
              <a:ext uri="{FF2B5EF4-FFF2-40B4-BE49-F238E27FC236}">
                <a16:creationId xmlns:a16="http://schemas.microsoft.com/office/drawing/2014/main" id="{8D9A5621-EB17-4659-8229-37B91CA79ACA}"/>
              </a:ext>
            </a:extLst>
          </p:cNvPr>
          <p:cNvSpPr>
            <a:spLocks/>
          </p:cNvSpPr>
          <p:nvPr/>
        </p:nvSpPr>
        <p:spPr>
          <a:xfrm>
            <a:off x="2115340" y="2590152"/>
            <a:ext cx="84322" cy="397924"/>
          </a:xfrm>
          <a:custGeom>
            <a:avLst/>
            <a:gdLst/>
            <a:ahLst/>
            <a:cxnLst/>
            <a:rect l="0" t="0" r="0" b="0"/>
            <a:pathLst>
              <a:path w="110204" h="520065">
                <a:moveTo>
                  <a:pt x="0" y="0"/>
                </a:moveTo>
                <a:lnTo>
                  <a:pt x="110204" y="520065"/>
                </a:lnTo>
              </a:path>
            </a:pathLst>
          </a:custGeom>
          <a:noFill/>
          <a:ln w="10932">
            <a:solidFill>
              <a:srgbClr val="394D93"/>
            </a:solidFill>
            <a:prstDash val="solid"/>
          </a:ln>
        </p:spPr>
      </p:sp>
      <p:sp>
        <p:nvSpPr>
          <p:cNvPr id="32" name="p16_path_32">
            <a:extLst>
              <a:ext uri="{FF2B5EF4-FFF2-40B4-BE49-F238E27FC236}">
                <a16:creationId xmlns:a16="http://schemas.microsoft.com/office/drawing/2014/main" id="{15C83069-FCFF-4022-B177-B350A0C40CB0}"/>
              </a:ext>
            </a:extLst>
          </p:cNvPr>
          <p:cNvSpPr>
            <a:spLocks/>
          </p:cNvSpPr>
          <p:nvPr/>
        </p:nvSpPr>
        <p:spPr>
          <a:xfrm>
            <a:off x="2355333" y="2590152"/>
            <a:ext cx="84322" cy="397924"/>
          </a:xfrm>
          <a:custGeom>
            <a:avLst/>
            <a:gdLst/>
            <a:ahLst/>
            <a:cxnLst/>
            <a:rect l="0" t="0" r="0" b="0"/>
            <a:pathLst>
              <a:path w="110204" h="520065">
                <a:moveTo>
                  <a:pt x="110204" y="0"/>
                </a:moveTo>
                <a:lnTo>
                  <a:pt x="0" y="520065"/>
                </a:lnTo>
              </a:path>
            </a:pathLst>
          </a:custGeom>
          <a:noFill/>
          <a:ln w="10932">
            <a:solidFill>
              <a:srgbClr val="394D93"/>
            </a:solidFill>
            <a:prstDash val="solid"/>
          </a:ln>
        </p:spPr>
      </p:sp>
      <p:sp>
        <p:nvSpPr>
          <p:cNvPr id="33" name="p16_path_33">
            <a:extLst>
              <a:ext uri="{FF2B5EF4-FFF2-40B4-BE49-F238E27FC236}">
                <a16:creationId xmlns:a16="http://schemas.microsoft.com/office/drawing/2014/main" id="{91BB7394-9C7A-4420-BE1A-532E002E18C0}"/>
              </a:ext>
            </a:extLst>
          </p:cNvPr>
          <p:cNvSpPr>
            <a:spLocks/>
          </p:cNvSpPr>
          <p:nvPr/>
        </p:nvSpPr>
        <p:spPr>
          <a:xfrm>
            <a:off x="2439655" y="2590152"/>
            <a:ext cx="110267" cy="397924"/>
          </a:xfrm>
          <a:custGeom>
            <a:avLst/>
            <a:gdLst/>
            <a:ahLst/>
            <a:cxnLst/>
            <a:rect l="0" t="0" r="0" b="0"/>
            <a:pathLst>
              <a:path w="144113" h="520065">
                <a:moveTo>
                  <a:pt x="0" y="0"/>
                </a:moveTo>
                <a:lnTo>
                  <a:pt x="144113" y="520065"/>
                </a:lnTo>
              </a:path>
            </a:pathLst>
          </a:custGeom>
          <a:noFill/>
          <a:ln w="10932">
            <a:solidFill>
              <a:srgbClr val="394D93"/>
            </a:solidFill>
            <a:prstDash val="solid"/>
          </a:ln>
        </p:spPr>
      </p:sp>
      <p:sp>
        <p:nvSpPr>
          <p:cNvPr id="34" name="p16_ellipse_34">
            <a:extLst>
              <a:ext uri="{FF2B5EF4-FFF2-40B4-BE49-F238E27FC236}">
                <a16:creationId xmlns:a16="http://schemas.microsoft.com/office/drawing/2014/main" id="{ACCF31D2-DA4E-4765-ABD0-446F084A1A12}"/>
              </a:ext>
            </a:extLst>
          </p:cNvPr>
          <p:cNvSpPr>
            <a:spLocks/>
          </p:cNvSpPr>
          <p:nvPr/>
        </p:nvSpPr>
        <p:spPr>
          <a:xfrm>
            <a:off x="2248345" y="2200973"/>
            <a:ext cx="58304" cy="58304"/>
          </a:xfrm>
          <a:prstGeom prst="ellipse">
            <a:avLst/>
          </a:prstGeom>
          <a:solidFill>
            <a:srgbClr val="BEC8EC"/>
          </a:solidFill>
          <a:ln w="9474">
            <a:solidFill>
              <a:srgbClr val="394D93"/>
            </a:solidFill>
            <a:prstDash val="solid"/>
          </a:ln>
        </p:spPr>
      </p:sp>
      <p:sp>
        <p:nvSpPr>
          <p:cNvPr id="35" name="p16_ellipse_35">
            <a:extLst>
              <a:ext uri="{FF2B5EF4-FFF2-40B4-BE49-F238E27FC236}">
                <a16:creationId xmlns:a16="http://schemas.microsoft.com/office/drawing/2014/main" id="{6C4C5B35-ADA1-4ABB-ADA9-D22457EEB663}"/>
              </a:ext>
            </a:extLst>
          </p:cNvPr>
          <p:cNvSpPr>
            <a:spLocks/>
          </p:cNvSpPr>
          <p:nvPr/>
        </p:nvSpPr>
        <p:spPr>
          <a:xfrm>
            <a:off x="2086188" y="2561000"/>
            <a:ext cx="58304" cy="58304"/>
          </a:xfrm>
          <a:prstGeom prst="ellipse">
            <a:avLst/>
          </a:prstGeom>
          <a:solidFill>
            <a:srgbClr val="FFFFFF"/>
          </a:solidFill>
          <a:ln w="9474">
            <a:solidFill>
              <a:srgbClr val="394D93"/>
            </a:solidFill>
            <a:prstDash val="solid"/>
          </a:ln>
        </p:spPr>
      </p:sp>
      <p:sp>
        <p:nvSpPr>
          <p:cNvPr id="36" name="p16_ellipse_36">
            <a:extLst>
              <a:ext uri="{FF2B5EF4-FFF2-40B4-BE49-F238E27FC236}">
                <a16:creationId xmlns:a16="http://schemas.microsoft.com/office/drawing/2014/main" id="{3DDA03E6-F4D9-4DB9-8511-DB76CF7F93F9}"/>
              </a:ext>
            </a:extLst>
          </p:cNvPr>
          <p:cNvSpPr>
            <a:spLocks/>
          </p:cNvSpPr>
          <p:nvPr/>
        </p:nvSpPr>
        <p:spPr>
          <a:xfrm>
            <a:off x="2410503" y="2561000"/>
            <a:ext cx="58304" cy="58304"/>
          </a:xfrm>
          <a:prstGeom prst="ellipse">
            <a:avLst/>
          </a:prstGeom>
          <a:solidFill>
            <a:srgbClr val="BEC8EC"/>
          </a:solidFill>
          <a:ln w="9474">
            <a:solidFill>
              <a:srgbClr val="394D93"/>
            </a:solidFill>
            <a:prstDash val="solid"/>
          </a:ln>
        </p:spPr>
      </p:sp>
      <p:sp>
        <p:nvSpPr>
          <p:cNvPr id="37" name="p16_ellipse_37">
            <a:extLst>
              <a:ext uri="{FF2B5EF4-FFF2-40B4-BE49-F238E27FC236}">
                <a16:creationId xmlns:a16="http://schemas.microsoft.com/office/drawing/2014/main" id="{B710C1FF-6189-4948-B885-DB8CB7FCC012}"/>
              </a:ext>
            </a:extLst>
          </p:cNvPr>
          <p:cNvSpPr>
            <a:spLocks/>
          </p:cNvSpPr>
          <p:nvPr/>
        </p:nvSpPr>
        <p:spPr>
          <a:xfrm>
            <a:off x="1975920" y="2958925"/>
            <a:ext cx="58304" cy="58304"/>
          </a:xfrm>
          <a:prstGeom prst="ellipse">
            <a:avLst/>
          </a:prstGeom>
          <a:solidFill>
            <a:srgbClr val="FFFFFF"/>
          </a:solidFill>
          <a:ln w="9474">
            <a:solidFill>
              <a:srgbClr val="394D93"/>
            </a:solidFill>
            <a:prstDash val="solid"/>
          </a:ln>
        </p:spPr>
      </p:sp>
      <p:sp>
        <p:nvSpPr>
          <p:cNvPr id="38" name="p16_ellipse_38">
            <a:extLst>
              <a:ext uri="{FF2B5EF4-FFF2-40B4-BE49-F238E27FC236}">
                <a16:creationId xmlns:a16="http://schemas.microsoft.com/office/drawing/2014/main" id="{20535B3B-3964-49B2-9DF8-CBE017BB63E6}"/>
              </a:ext>
            </a:extLst>
          </p:cNvPr>
          <p:cNvSpPr>
            <a:spLocks/>
          </p:cNvSpPr>
          <p:nvPr/>
        </p:nvSpPr>
        <p:spPr>
          <a:xfrm>
            <a:off x="2170510" y="2958925"/>
            <a:ext cx="58304" cy="58304"/>
          </a:xfrm>
          <a:prstGeom prst="ellipse">
            <a:avLst/>
          </a:prstGeom>
          <a:solidFill>
            <a:srgbClr val="BEC8EC"/>
          </a:solidFill>
          <a:ln w="9474">
            <a:solidFill>
              <a:srgbClr val="394D93"/>
            </a:solidFill>
            <a:prstDash val="solid"/>
          </a:ln>
        </p:spPr>
      </p:sp>
      <p:sp>
        <p:nvSpPr>
          <p:cNvPr id="39" name="p16_ellipse_39">
            <a:extLst>
              <a:ext uri="{FF2B5EF4-FFF2-40B4-BE49-F238E27FC236}">
                <a16:creationId xmlns:a16="http://schemas.microsoft.com/office/drawing/2014/main" id="{9B6DB467-69C7-4779-BD48-88E5E4F17351}"/>
              </a:ext>
            </a:extLst>
          </p:cNvPr>
          <p:cNvSpPr>
            <a:spLocks/>
          </p:cNvSpPr>
          <p:nvPr/>
        </p:nvSpPr>
        <p:spPr>
          <a:xfrm>
            <a:off x="2326181" y="2958925"/>
            <a:ext cx="58304" cy="58304"/>
          </a:xfrm>
          <a:prstGeom prst="ellipse">
            <a:avLst/>
          </a:prstGeom>
          <a:solidFill>
            <a:srgbClr val="FFFFFF"/>
          </a:solidFill>
          <a:ln w="9474">
            <a:solidFill>
              <a:srgbClr val="394D93"/>
            </a:solidFill>
            <a:prstDash val="solid"/>
          </a:ln>
        </p:spPr>
      </p:sp>
      <p:sp>
        <p:nvSpPr>
          <p:cNvPr id="40" name="p16_ellipse_40">
            <a:extLst>
              <a:ext uri="{FF2B5EF4-FFF2-40B4-BE49-F238E27FC236}">
                <a16:creationId xmlns:a16="http://schemas.microsoft.com/office/drawing/2014/main" id="{8EC696F2-661B-407B-80C1-D29B5D255192}"/>
              </a:ext>
            </a:extLst>
          </p:cNvPr>
          <p:cNvSpPr>
            <a:spLocks/>
          </p:cNvSpPr>
          <p:nvPr/>
        </p:nvSpPr>
        <p:spPr>
          <a:xfrm>
            <a:off x="2520770" y="2958925"/>
            <a:ext cx="58304" cy="58304"/>
          </a:xfrm>
          <a:prstGeom prst="ellipse">
            <a:avLst/>
          </a:prstGeom>
          <a:solidFill>
            <a:srgbClr val="BEC8EC"/>
          </a:solidFill>
          <a:ln w="9474">
            <a:solidFill>
              <a:srgbClr val="394D93"/>
            </a:solidFill>
            <a:prstDash val="solid"/>
          </a:ln>
        </p:spPr>
      </p:sp>
      <p:sp>
        <p:nvSpPr>
          <p:cNvPr id="41" name="p16_rect_41">
            <a:extLst>
              <a:ext uri="{FF2B5EF4-FFF2-40B4-BE49-F238E27FC236}">
                <a16:creationId xmlns:a16="http://schemas.microsoft.com/office/drawing/2014/main" id="{58966B19-F2A4-409A-8BBC-E45FF31BD457}"/>
              </a:ext>
            </a:extLst>
          </p:cNvPr>
          <p:cNvSpPr>
            <a:spLocks/>
          </p:cNvSpPr>
          <p:nvPr/>
        </p:nvSpPr>
        <p:spPr>
          <a:xfrm>
            <a:off x="444567" y="3425356"/>
            <a:ext cx="2354021" cy="779815"/>
          </a:xfrm>
          <a:prstGeom prst="roundRect">
            <a:avLst>
              <a:gd name="adj" fmla="val 6542"/>
            </a:avLst>
          </a:prstGeom>
          <a:solidFill>
            <a:srgbClr val="FFFFFF"/>
          </a:solidFill>
          <a:ln w="7288">
            <a:solidFill>
              <a:srgbClr val="C8D0E9"/>
            </a:solidFill>
            <a:prstDash val="solid"/>
          </a:ln>
        </p:spPr>
      </p:sp>
      <p:sp>
        <p:nvSpPr>
          <p:cNvPr id="42" name="p16_ellipse_42">
            <a:extLst>
              <a:ext uri="{FF2B5EF4-FFF2-40B4-BE49-F238E27FC236}">
                <a16:creationId xmlns:a16="http://schemas.microsoft.com/office/drawing/2014/main" id="{F52350AA-950F-463D-ACB6-C4EF343BCE98}"/>
              </a:ext>
            </a:extLst>
          </p:cNvPr>
          <p:cNvSpPr>
            <a:spLocks/>
          </p:cNvSpPr>
          <p:nvPr/>
        </p:nvSpPr>
        <p:spPr>
          <a:xfrm>
            <a:off x="532023" y="3534676"/>
            <a:ext cx="87456" cy="87456"/>
          </a:xfrm>
          <a:prstGeom prst="ellipse">
            <a:avLst/>
          </a:prstGeom>
          <a:gradFill>
            <a:gsLst>
              <a:gs pos="0">
                <a:srgbClr val="E5EAF8"/>
              </a:gs>
              <a:gs pos="100000">
                <a:srgbClr val="C4CEEB"/>
              </a:gs>
            </a:gsLst>
            <a:lin ang="5400000"/>
          </a:gradFill>
          <a:ln w="10203">
            <a:solidFill>
              <a:srgbClr val="394D93"/>
            </a:solidFill>
            <a:prstDash val="solid"/>
          </a:ln>
        </p:spPr>
      </p:sp>
      <p:sp>
        <p:nvSpPr>
          <p:cNvPr id="43" name="p16_ellipse_43">
            <a:extLst>
              <a:ext uri="{FF2B5EF4-FFF2-40B4-BE49-F238E27FC236}">
                <a16:creationId xmlns:a16="http://schemas.microsoft.com/office/drawing/2014/main" id="{F0B93166-3176-40A3-A89C-F4260D4E97BF}"/>
              </a:ext>
            </a:extLst>
          </p:cNvPr>
          <p:cNvSpPr>
            <a:spLocks/>
          </p:cNvSpPr>
          <p:nvPr/>
        </p:nvSpPr>
        <p:spPr>
          <a:xfrm>
            <a:off x="532023" y="3851704"/>
            <a:ext cx="87456" cy="87456"/>
          </a:xfrm>
          <a:prstGeom prst="ellipse">
            <a:avLst/>
          </a:prstGeom>
          <a:gradFill>
            <a:gsLst>
              <a:gs pos="0">
                <a:srgbClr val="E5EAF8"/>
              </a:gs>
              <a:gs pos="100000">
                <a:srgbClr val="C4CEEB"/>
              </a:gs>
            </a:gsLst>
            <a:lin ang="5400000"/>
          </a:gradFill>
          <a:ln w="10203">
            <a:solidFill>
              <a:srgbClr val="394D93"/>
            </a:solidFill>
            <a:prstDash val="solid"/>
          </a:ln>
        </p:spPr>
      </p:sp>
      <p:sp>
        <p:nvSpPr>
          <p:cNvPr id="44" name="p16_path_44">
            <a:extLst>
              <a:ext uri="{FF2B5EF4-FFF2-40B4-BE49-F238E27FC236}">
                <a16:creationId xmlns:a16="http://schemas.microsoft.com/office/drawing/2014/main" id="{6D7624B7-DD37-4C5B-AF0B-2EC6891043E5}"/>
              </a:ext>
            </a:extLst>
          </p:cNvPr>
          <p:cNvSpPr>
            <a:spLocks/>
          </p:cNvSpPr>
          <p:nvPr/>
        </p:nvSpPr>
        <p:spPr>
          <a:xfrm>
            <a:off x="3162988" y="2922485"/>
            <a:ext cx="422704" cy="729"/>
          </a:xfrm>
          <a:custGeom>
            <a:avLst/>
            <a:gdLst/>
            <a:ahLst/>
            <a:cxnLst/>
            <a:rect l="0" t="0" r="0" b="0"/>
            <a:pathLst>
              <a:path w="552450" h="953">
                <a:moveTo>
                  <a:pt x="0" y="0"/>
                </a:moveTo>
                <a:lnTo>
                  <a:pt x="552450" y="0"/>
                </a:lnTo>
              </a:path>
            </a:pathLst>
          </a:custGeom>
          <a:noFill/>
          <a:ln w="18220">
            <a:solidFill>
              <a:srgbClr val="394D93"/>
            </a:solidFill>
            <a:prstDash val="solid"/>
          </a:ln>
        </p:spPr>
      </p:sp>
      <p:sp>
        <p:nvSpPr>
          <p:cNvPr id="45" name="p16_path_45">
            <a:extLst>
              <a:ext uri="{FF2B5EF4-FFF2-40B4-BE49-F238E27FC236}">
                <a16:creationId xmlns:a16="http://schemas.microsoft.com/office/drawing/2014/main" id="{57FB7B8E-44CF-43E3-98A1-CCC90E2FCF62}"/>
              </a:ext>
            </a:extLst>
          </p:cNvPr>
          <p:cNvSpPr>
            <a:spLocks/>
          </p:cNvSpPr>
          <p:nvPr/>
        </p:nvSpPr>
        <p:spPr>
          <a:xfrm>
            <a:off x="3498236" y="2884004"/>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46" name="p16_rect_46">
            <a:extLst>
              <a:ext uri="{FF2B5EF4-FFF2-40B4-BE49-F238E27FC236}">
                <a16:creationId xmlns:a16="http://schemas.microsoft.com/office/drawing/2014/main" id="{49175376-E159-446B-A9B7-436F5CE2B242}"/>
              </a:ext>
            </a:extLst>
          </p:cNvPr>
          <p:cNvSpPr>
            <a:spLocks/>
          </p:cNvSpPr>
          <p:nvPr/>
        </p:nvSpPr>
        <p:spPr>
          <a:xfrm>
            <a:off x="3746028" y="1399294"/>
            <a:ext cx="3804332" cy="3031804"/>
          </a:xfrm>
          <a:prstGeom prst="roundRect">
            <a:avLst>
              <a:gd name="adj" fmla="val 3365"/>
            </a:avLst>
          </a:prstGeom>
          <a:gradFill>
            <a:gsLst>
              <a:gs pos="0">
                <a:srgbClr val="FEFEFF"/>
              </a:gs>
              <a:gs pos="100000">
                <a:srgbClr val="EDF0F8"/>
              </a:gs>
            </a:gsLst>
            <a:lin ang="5400000"/>
          </a:gradFill>
          <a:ln w="12390">
            <a:solidFill>
              <a:srgbClr val="172956"/>
            </a:solidFill>
            <a:prstDash val="solid"/>
          </a:ln>
        </p:spPr>
        <p:txBody>
          <a:bodyPr/>
          <a:lstStyle/>
          <a:p>
            <a:endParaRPr lang="zh-CN" altLang="en-US" dirty="0"/>
          </a:p>
        </p:txBody>
      </p:sp>
      <p:sp>
        <p:nvSpPr>
          <p:cNvPr id="47" name="p16_rect_47">
            <a:extLst>
              <a:ext uri="{FF2B5EF4-FFF2-40B4-BE49-F238E27FC236}">
                <a16:creationId xmlns:a16="http://schemas.microsoft.com/office/drawing/2014/main" id="{E337F6A5-D119-4DF1-B539-9CCD8E690BC3}"/>
              </a:ext>
            </a:extLst>
          </p:cNvPr>
          <p:cNvSpPr>
            <a:spLocks/>
          </p:cNvSpPr>
          <p:nvPr/>
        </p:nvSpPr>
        <p:spPr>
          <a:xfrm>
            <a:off x="3920939" y="2120806"/>
            <a:ext cx="1537766" cy="1231671"/>
          </a:xfrm>
          <a:prstGeom prst="roundRect">
            <a:avLst>
              <a:gd name="adj" fmla="val 4734"/>
            </a:avLst>
          </a:prstGeom>
          <a:gradFill>
            <a:gsLst>
              <a:gs pos="0">
                <a:srgbClr val="FFFDFE"/>
              </a:gs>
              <a:gs pos="100000">
                <a:srgbClr val="F7EAF2"/>
              </a:gs>
            </a:gsLst>
            <a:lin ang="5400000"/>
          </a:gradFill>
          <a:ln w="7288">
            <a:solidFill>
              <a:srgbClr val="9C3E76"/>
            </a:solidFill>
            <a:prstDash val="solid"/>
          </a:ln>
        </p:spPr>
      </p:sp>
      <p:sp>
        <p:nvSpPr>
          <p:cNvPr id="48" name="p16_path_48">
            <a:extLst>
              <a:ext uri="{FF2B5EF4-FFF2-40B4-BE49-F238E27FC236}">
                <a16:creationId xmlns:a16="http://schemas.microsoft.com/office/drawing/2014/main" id="{A4D4BA17-ED40-4BE2-B56D-1240D6F596A0}"/>
              </a:ext>
            </a:extLst>
          </p:cNvPr>
          <p:cNvSpPr>
            <a:spLocks/>
          </p:cNvSpPr>
          <p:nvPr/>
        </p:nvSpPr>
        <p:spPr>
          <a:xfrm>
            <a:off x="5656438" y="2295717"/>
            <a:ext cx="1727254" cy="1122351"/>
          </a:xfrm>
          <a:custGeom>
            <a:avLst/>
            <a:gdLst/>
            <a:ahLst/>
            <a:cxnLst/>
            <a:rect l="0" t="0" r="0" b="0"/>
            <a:pathLst>
              <a:path w="2257425" h="1466850">
                <a:moveTo>
                  <a:pt x="1133475" y="0"/>
                </a:moveTo>
                <a:lnTo>
                  <a:pt x="2257425" y="733425"/>
                </a:lnTo>
                <a:lnTo>
                  <a:pt x="1133475" y="1466850"/>
                </a:lnTo>
                <a:lnTo>
                  <a:pt x="0" y="733425"/>
                </a:lnTo>
                <a:close/>
              </a:path>
            </a:pathLst>
          </a:custGeom>
          <a:gradFill>
            <a:gsLst>
              <a:gs pos="0">
                <a:srgbClr val="E5EAF8"/>
              </a:gs>
              <a:gs pos="100000">
                <a:srgbClr val="C4CEEB"/>
              </a:gs>
            </a:gsLst>
            <a:lin ang="5400000"/>
          </a:gradFill>
          <a:ln w="10932">
            <a:solidFill>
              <a:srgbClr val="394D93"/>
            </a:solidFill>
            <a:prstDash val="solid"/>
          </a:ln>
        </p:spPr>
      </p:sp>
      <p:sp>
        <p:nvSpPr>
          <p:cNvPr id="49" name="p16_path_49">
            <a:extLst>
              <a:ext uri="{FF2B5EF4-FFF2-40B4-BE49-F238E27FC236}">
                <a16:creationId xmlns:a16="http://schemas.microsoft.com/office/drawing/2014/main" id="{24B8E9B7-2173-4B55-B623-FC1B13C716B0}"/>
              </a:ext>
            </a:extLst>
          </p:cNvPr>
          <p:cNvSpPr>
            <a:spLocks/>
          </p:cNvSpPr>
          <p:nvPr/>
        </p:nvSpPr>
        <p:spPr>
          <a:xfrm>
            <a:off x="5465994" y="2856893"/>
            <a:ext cx="130704" cy="45719"/>
          </a:xfrm>
          <a:custGeom>
            <a:avLst/>
            <a:gdLst/>
            <a:ahLst/>
            <a:cxnLst/>
            <a:rect l="0" t="0" r="0" b="0"/>
            <a:pathLst>
              <a:path w="85725" h="953">
                <a:moveTo>
                  <a:pt x="0" y="0"/>
                </a:moveTo>
                <a:lnTo>
                  <a:pt x="85725" y="0"/>
                </a:lnTo>
              </a:path>
            </a:pathLst>
          </a:custGeom>
          <a:noFill/>
          <a:ln w="14576">
            <a:solidFill>
              <a:srgbClr val="394D93"/>
            </a:solidFill>
            <a:prstDash val="solid"/>
          </a:ln>
        </p:spPr>
      </p:sp>
      <p:sp>
        <p:nvSpPr>
          <p:cNvPr id="50" name="p16_path_50">
            <a:extLst>
              <a:ext uri="{FF2B5EF4-FFF2-40B4-BE49-F238E27FC236}">
                <a16:creationId xmlns:a16="http://schemas.microsoft.com/office/drawing/2014/main" id="{C69B747A-229D-4B30-869B-AD174A78B608}"/>
              </a:ext>
            </a:extLst>
          </p:cNvPr>
          <p:cNvSpPr>
            <a:spLocks/>
          </p:cNvSpPr>
          <p:nvPr/>
        </p:nvSpPr>
        <p:spPr>
          <a:xfrm>
            <a:off x="5560782" y="2809520"/>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51" name="p16_path_51">
            <a:extLst>
              <a:ext uri="{FF2B5EF4-FFF2-40B4-BE49-F238E27FC236}">
                <a16:creationId xmlns:a16="http://schemas.microsoft.com/office/drawing/2014/main" id="{DEFFB236-2626-4A7C-A574-5FC1A389890F}"/>
              </a:ext>
            </a:extLst>
          </p:cNvPr>
          <p:cNvSpPr>
            <a:spLocks/>
          </p:cNvSpPr>
          <p:nvPr/>
        </p:nvSpPr>
        <p:spPr>
          <a:xfrm>
            <a:off x="6527538" y="3408448"/>
            <a:ext cx="729" cy="408128"/>
          </a:xfrm>
          <a:custGeom>
            <a:avLst/>
            <a:gdLst/>
            <a:ahLst/>
            <a:cxnLst/>
            <a:rect l="0" t="0" r="0" b="0"/>
            <a:pathLst>
              <a:path w="953" h="533400">
                <a:moveTo>
                  <a:pt x="0" y="0"/>
                </a:moveTo>
                <a:lnTo>
                  <a:pt x="0" y="533400"/>
                </a:lnTo>
              </a:path>
            </a:pathLst>
          </a:custGeom>
          <a:noFill/>
          <a:ln w="14576">
            <a:solidFill>
              <a:srgbClr val="9C3E76"/>
            </a:solidFill>
            <a:prstDash val="solid"/>
          </a:ln>
        </p:spPr>
      </p:sp>
      <p:sp>
        <p:nvSpPr>
          <p:cNvPr id="52" name="p16_path_52">
            <a:extLst>
              <a:ext uri="{FF2B5EF4-FFF2-40B4-BE49-F238E27FC236}">
                <a16:creationId xmlns:a16="http://schemas.microsoft.com/office/drawing/2014/main" id="{AB75DF54-B1C3-4E62-AB42-9026998150D5}"/>
              </a:ext>
            </a:extLst>
          </p:cNvPr>
          <p:cNvSpPr>
            <a:spLocks/>
          </p:cNvSpPr>
          <p:nvPr/>
        </p:nvSpPr>
        <p:spPr>
          <a:xfrm>
            <a:off x="6489057" y="3764047"/>
            <a:ext cx="76961" cy="87456"/>
          </a:xfrm>
          <a:custGeom>
            <a:avLst/>
            <a:gdLst/>
            <a:ahLst/>
            <a:cxnLst/>
            <a:rect l="0" t="0" r="0" b="0"/>
            <a:pathLst>
              <a:path w="100584" h="114300">
                <a:moveTo>
                  <a:pt x="50292" y="114300"/>
                </a:moveTo>
                <a:lnTo>
                  <a:pt x="0" y="0"/>
                </a:lnTo>
                <a:lnTo>
                  <a:pt x="100584" y="0"/>
                </a:lnTo>
                <a:close/>
              </a:path>
            </a:pathLst>
          </a:custGeom>
          <a:solidFill>
            <a:srgbClr val="9C3E76"/>
          </a:solidFill>
          <a:ln w="0">
            <a:noFill/>
            <a:prstDash val="solid"/>
          </a:ln>
        </p:spPr>
      </p:sp>
      <p:sp>
        <p:nvSpPr>
          <p:cNvPr id="53" name="p16_rect_53">
            <a:extLst>
              <a:ext uri="{FF2B5EF4-FFF2-40B4-BE49-F238E27FC236}">
                <a16:creationId xmlns:a16="http://schemas.microsoft.com/office/drawing/2014/main" id="{1A58EB73-7915-4381-BCDC-B3D6E59716B0}"/>
              </a:ext>
            </a:extLst>
          </p:cNvPr>
          <p:cNvSpPr>
            <a:spLocks/>
          </p:cNvSpPr>
          <p:nvPr/>
        </p:nvSpPr>
        <p:spPr>
          <a:xfrm>
            <a:off x="5641862" y="3899075"/>
            <a:ext cx="1741830" cy="357112"/>
          </a:xfrm>
          <a:prstGeom prst="roundRect">
            <a:avLst>
              <a:gd name="adj" fmla="val 14286"/>
            </a:avLst>
          </a:prstGeom>
          <a:gradFill>
            <a:gsLst>
              <a:gs pos="0">
                <a:srgbClr val="FFFDFE"/>
              </a:gs>
              <a:gs pos="100000">
                <a:srgbClr val="F7EAF2"/>
              </a:gs>
            </a:gsLst>
            <a:lin ang="5400000"/>
          </a:gradFill>
          <a:ln w="7288">
            <a:solidFill>
              <a:srgbClr val="9C3E76"/>
            </a:solidFill>
            <a:prstDash val="solid"/>
          </a:ln>
        </p:spPr>
      </p:sp>
      <p:sp>
        <p:nvSpPr>
          <p:cNvPr id="54" name="p16_path_54">
            <a:extLst>
              <a:ext uri="{FF2B5EF4-FFF2-40B4-BE49-F238E27FC236}">
                <a16:creationId xmlns:a16="http://schemas.microsoft.com/office/drawing/2014/main" id="{07E1CCC8-6CB6-48D0-8059-058ECE197D4C}"/>
              </a:ext>
            </a:extLst>
          </p:cNvPr>
          <p:cNvSpPr>
            <a:spLocks/>
          </p:cNvSpPr>
          <p:nvPr/>
        </p:nvSpPr>
        <p:spPr>
          <a:xfrm>
            <a:off x="7383692" y="2856893"/>
            <a:ext cx="670495" cy="729"/>
          </a:xfrm>
          <a:custGeom>
            <a:avLst/>
            <a:gdLst/>
            <a:ahLst/>
            <a:cxnLst/>
            <a:rect l="0" t="0" r="0" b="0"/>
            <a:pathLst>
              <a:path w="876300" h="953">
                <a:moveTo>
                  <a:pt x="0" y="0"/>
                </a:moveTo>
                <a:lnTo>
                  <a:pt x="876300" y="0"/>
                </a:lnTo>
              </a:path>
            </a:pathLst>
          </a:custGeom>
          <a:noFill/>
          <a:ln w="17491">
            <a:solidFill>
              <a:srgbClr val="394D93"/>
            </a:solidFill>
            <a:prstDash val="solid"/>
          </a:ln>
        </p:spPr>
      </p:sp>
      <p:sp>
        <p:nvSpPr>
          <p:cNvPr id="55" name="p16_path_55">
            <a:extLst>
              <a:ext uri="{FF2B5EF4-FFF2-40B4-BE49-F238E27FC236}">
                <a16:creationId xmlns:a16="http://schemas.microsoft.com/office/drawing/2014/main" id="{2E006CB4-7937-4E53-84C3-8E89F3ED6CBA}"/>
              </a:ext>
            </a:extLst>
          </p:cNvPr>
          <p:cNvSpPr>
            <a:spLocks/>
          </p:cNvSpPr>
          <p:nvPr/>
        </p:nvSpPr>
        <p:spPr>
          <a:xfrm>
            <a:off x="8031845" y="2814607"/>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56" name="p16_rect_56">
            <a:extLst>
              <a:ext uri="{FF2B5EF4-FFF2-40B4-BE49-F238E27FC236}">
                <a16:creationId xmlns:a16="http://schemas.microsoft.com/office/drawing/2014/main" id="{152F70A8-F98B-4544-970C-A0759EB7C7E5}"/>
              </a:ext>
            </a:extLst>
          </p:cNvPr>
          <p:cNvSpPr>
            <a:spLocks/>
          </p:cNvSpPr>
          <p:nvPr/>
        </p:nvSpPr>
        <p:spPr>
          <a:xfrm>
            <a:off x="8096959" y="1399294"/>
            <a:ext cx="3891787" cy="3031804"/>
          </a:xfrm>
          <a:prstGeom prst="roundRect">
            <a:avLst>
              <a:gd name="adj" fmla="val 3365"/>
            </a:avLst>
          </a:prstGeom>
          <a:gradFill>
            <a:gsLst>
              <a:gs pos="0">
                <a:srgbClr val="FEFEFF"/>
              </a:gs>
              <a:gs pos="100000">
                <a:srgbClr val="EDF0F8"/>
              </a:gs>
            </a:gsLst>
            <a:lin ang="5400000"/>
          </a:gradFill>
          <a:ln w="12390">
            <a:solidFill>
              <a:srgbClr val="172956"/>
            </a:solidFill>
            <a:prstDash val="solid"/>
          </a:ln>
        </p:spPr>
      </p:sp>
      <p:sp>
        <p:nvSpPr>
          <p:cNvPr id="57" name="p16_rect_57">
            <a:extLst>
              <a:ext uri="{FF2B5EF4-FFF2-40B4-BE49-F238E27FC236}">
                <a16:creationId xmlns:a16="http://schemas.microsoft.com/office/drawing/2014/main" id="{88E18F25-9B31-44DB-85BA-DC373F30CFF8}"/>
              </a:ext>
            </a:extLst>
          </p:cNvPr>
          <p:cNvSpPr>
            <a:spLocks/>
          </p:cNvSpPr>
          <p:nvPr/>
        </p:nvSpPr>
        <p:spPr>
          <a:xfrm>
            <a:off x="8257294" y="2084366"/>
            <a:ext cx="3563828" cy="1297262"/>
          </a:xfrm>
          <a:prstGeom prst="roundRect">
            <a:avLst>
              <a:gd name="adj" fmla="val 3933"/>
            </a:avLst>
          </a:prstGeom>
          <a:solidFill>
            <a:srgbClr val="FFFFFF"/>
          </a:solidFill>
          <a:ln w="7288">
            <a:solidFill>
              <a:srgbClr val="C3CFE7"/>
            </a:solidFill>
            <a:prstDash val="solid"/>
          </a:ln>
        </p:spPr>
      </p:sp>
      <p:sp>
        <p:nvSpPr>
          <p:cNvPr id="58" name="p16_path_58">
            <a:extLst>
              <a:ext uri="{FF2B5EF4-FFF2-40B4-BE49-F238E27FC236}">
                <a16:creationId xmlns:a16="http://schemas.microsoft.com/office/drawing/2014/main" id="{6E211C14-83B1-4CD1-AB2E-1B426A233B2B}"/>
              </a:ext>
            </a:extLst>
          </p:cNvPr>
          <p:cNvSpPr>
            <a:spLocks/>
          </p:cNvSpPr>
          <p:nvPr/>
        </p:nvSpPr>
        <p:spPr>
          <a:xfrm>
            <a:off x="8403054" y="2368597"/>
            <a:ext cx="729" cy="881847"/>
          </a:xfrm>
          <a:custGeom>
            <a:avLst/>
            <a:gdLst/>
            <a:ahLst/>
            <a:cxnLst/>
            <a:rect l="0" t="0" r="0" b="0"/>
            <a:pathLst>
              <a:path w="953" h="1152525">
                <a:moveTo>
                  <a:pt x="0" y="0"/>
                </a:moveTo>
                <a:lnTo>
                  <a:pt x="0" y="1152525"/>
                </a:lnTo>
              </a:path>
            </a:pathLst>
          </a:custGeom>
          <a:noFill/>
          <a:ln w="8746">
            <a:solidFill>
              <a:srgbClr val="8599C3"/>
            </a:solidFill>
            <a:prstDash val="solid"/>
          </a:ln>
        </p:spPr>
      </p:sp>
      <p:sp>
        <p:nvSpPr>
          <p:cNvPr id="59" name="p16_path_59">
            <a:extLst>
              <a:ext uri="{FF2B5EF4-FFF2-40B4-BE49-F238E27FC236}">
                <a16:creationId xmlns:a16="http://schemas.microsoft.com/office/drawing/2014/main" id="{DF453542-353E-4F76-8219-8B441B9CFC24}"/>
              </a:ext>
            </a:extLst>
          </p:cNvPr>
          <p:cNvSpPr>
            <a:spLocks/>
          </p:cNvSpPr>
          <p:nvPr/>
        </p:nvSpPr>
        <p:spPr>
          <a:xfrm>
            <a:off x="8403054" y="3250444"/>
            <a:ext cx="3272308" cy="729"/>
          </a:xfrm>
          <a:custGeom>
            <a:avLst/>
            <a:gdLst/>
            <a:ahLst/>
            <a:cxnLst/>
            <a:rect l="0" t="0" r="0" b="0"/>
            <a:pathLst>
              <a:path w="4276725" h="953">
                <a:moveTo>
                  <a:pt x="0" y="0"/>
                </a:moveTo>
                <a:lnTo>
                  <a:pt x="4276725" y="0"/>
                </a:lnTo>
              </a:path>
            </a:pathLst>
          </a:custGeom>
          <a:noFill/>
          <a:ln w="8746">
            <a:solidFill>
              <a:srgbClr val="8599C3"/>
            </a:solidFill>
            <a:prstDash val="solid"/>
          </a:ln>
        </p:spPr>
      </p:sp>
      <p:sp>
        <p:nvSpPr>
          <p:cNvPr id="60" name="p16_rect_60">
            <a:extLst>
              <a:ext uri="{FF2B5EF4-FFF2-40B4-BE49-F238E27FC236}">
                <a16:creationId xmlns:a16="http://schemas.microsoft.com/office/drawing/2014/main" id="{7B63B2F6-3933-4154-B8A0-77E167A49939}"/>
              </a:ext>
            </a:extLst>
          </p:cNvPr>
          <p:cNvSpPr>
            <a:spLocks/>
          </p:cNvSpPr>
          <p:nvPr/>
        </p:nvSpPr>
        <p:spPr>
          <a:xfrm>
            <a:off x="10628224" y="2368597"/>
            <a:ext cx="1047139" cy="881847"/>
          </a:xfrm>
          <a:prstGeom prst="rect">
            <a:avLst/>
          </a:prstGeom>
          <a:solidFill>
            <a:srgbClr val="E9EDF8"/>
          </a:solidFill>
          <a:ln w="0">
            <a:noFill/>
            <a:prstDash val="solid"/>
          </a:ln>
        </p:spPr>
      </p:sp>
      <p:sp>
        <p:nvSpPr>
          <p:cNvPr id="61" name="p16_path_61">
            <a:extLst>
              <a:ext uri="{FF2B5EF4-FFF2-40B4-BE49-F238E27FC236}">
                <a16:creationId xmlns:a16="http://schemas.microsoft.com/office/drawing/2014/main" id="{CB25C592-911B-4016-9B8A-EF3E8D2F2AC9}"/>
              </a:ext>
            </a:extLst>
          </p:cNvPr>
          <p:cNvSpPr>
            <a:spLocks/>
          </p:cNvSpPr>
          <p:nvPr/>
        </p:nvSpPr>
        <p:spPr>
          <a:xfrm>
            <a:off x="8403054" y="2573128"/>
            <a:ext cx="3272308" cy="509082"/>
          </a:xfrm>
          <a:custGeom>
            <a:avLst/>
            <a:gdLst/>
            <a:ahLst/>
            <a:cxnLst/>
            <a:rect l="0" t="0" r="0" b="0"/>
            <a:pathLst>
              <a:path w="4276725" h="665342">
                <a:moveTo>
                  <a:pt x="0" y="250305"/>
                </a:moveTo>
                <a:lnTo>
                  <a:pt x="43199" y="416404"/>
                </a:lnTo>
                <a:lnTo>
                  <a:pt x="86398" y="331079"/>
                </a:lnTo>
                <a:lnTo>
                  <a:pt x="129598" y="333069"/>
                </a:lnTo>
                <a:lnTo>
                  <a:pt x="172797" y="335461"/>
                </a:lnTo>
                <a:lnTo>
                  <a:pt x="215996" y="533010"/>
                </a:lnTo>
                <a:lnTo>
                  <a:pt x="259195" y="444552"/>
                </a:lnTo>
                <a:lnTo>
                  <a:pt x="302395" y="174382"/>
                </a:lnTo>
                <a:lnTo>
                  <a:pt x="345594" y="382957"/>
                </a:lnTo>
                <a:lnTo>
                  <a:pt x="388793" y="322585"/>
                </a:lnTo>
                <a:lnTo>
                  <a:pt x="431992" y="22757"/>
                </a:lnTo>
                <a:lnTo>
                  <a:pt x="475192" y="672"/>
                </a:lnTo>
                <a:lnTo>
                  <a:pt x="518391" y="183196"/>
                </a:lnTo>
                <a:lnTo>
                  <a:pt x="561590" y="229401"/>
                </a:lnTo>
                <a:lnTo>
                  <a:pt x="604789" y="398893"/>
                </a:lnTo>
                <a:lnTo>
                  <a:pt x="647989" y="525169"/>
                </a:lnTo>
                <a:lnTo>
                  <a:pt x="691188" y="490580"/>
                </a:lnTo>
                <a:lnTo>
                  <a:pt x="734387" y="555760"/>
                </a:lnTo>
                <a:lnTo>
                  <a:pt x="777586" y="524486"/>
                </a:lnTo>
                <a:lnTo>
                  <a:pt x="820786" y="434783"/>
                </a:lnTo>
                <a:lnTo>
                  <a:pt x="863985" y="417497"/>
                </a:lnTo>
                <a:lnTo>
                  <a:pt x="907184" y="476263"/>
                </a:lnTo>
                <a:lnTo>
                  <a:pt x="950383" y="270689"/>
                </a:lnTo>
                <a:lnTo>
                  <a:pt x="993583" y="336864"/>
                </a:lnTo>
                <a:lnTo>
                  <a:pt x="1036782" y="256468"/>
                </a:lnTo>
                <a:lnTo>
                  <a:pt x="1079981" y="150112"/>
                </a:lnTo>
                <a:lnTo>
                  <a:pt x="1123180" y="174684"/>
                </a:lnTo>
                <a:lnTo>
                  <a:pt x="1166380" y="173390"/>
                </a:lnTo>
                <a:lnTo>
                  <a:pt x="1209579" y="138776"/>
                </a:lnTo>
                <a:lnTo>
                  <a:pt x="1252778" y="268877"/>
                </a:lnTo>
                <a:lnTo>
                  <a:pt x="1295977" y="521919"/>
                </a:lnTo>
                <a:lnTo>
                  <a:pt x="1339177" y="338002"/>
                </a:lnTo>
                <a:lnTo>
                  <a:pt x="1382376" y="332889"/>
                </a:lnTo>
                <a:lnTo>
                  <a:pt x="1425575" y="522489"/>
                </a:lnTo>
                <a:lnTo>
                  <a:pt x="1468774" y="347394"/>
                </a:lnTo>
                <a:lnTo>
                  <a:pt x="1511973" y="449892"/>
                </a:lnTo>
                <a:lnTo>
                  <a:pt x="1555173" y="365015"/>
                </a:lnTo>
                <a:lnTo>
                  <a:pt x="1598372" y="440177"/>
                </a:lnTo>
                <a:lnTo>
                  <a:pt x="1641571" y="292392"/>
                </a:lnTo>
                <a:lnTo>
                  <a:pt x="1684770" y="311171"/>
                </a:lnTo>
                <a:lnTo>
                  <a:pt x="1727970" y="296691"/>
                </a:lnTo>
                <a:lnTo>
                  <a:pt x="1771169" y="18983"/>
                </a:lnTo>
                <a:lnTo>
                  <a:pt x="1814368" y="239651"/>
                </a:lnTo>
                <a:lnTo>
                  <a:pt x="1857567" y="289226"/>
                </a:lnTo>
                <a:lnTo>
                  <a:pt x="1900767" y="212374"/>
                </a:lnTo>
                <a:lnTo>
                  <a:pt x="1943966" y="293961"/>
                </a:lnTo>
                <a:lnTo>
                  <a:pt x="1987165" y="388780"/>
                </a:lnTo>
                <a:lnTo>
                  <a:pt x="2030364" y="665342"/>
                </a:lnTo>
                <a:lnTo>
                  <a:pt x="2073564" y="453588"/>
                </a:lnTo>
                <a:lnTo>
                  <a:pt x="2116763" y="530108"/>
                </a:lnTo>
                <a:lnTo>
                  <a:pt x="2159962" y="428604"/>
                </a:lnTo>
                <a:lnTo>
                  <a:pt x="2203161" y="269934"/>
                </a:lnTo>
                <a:lnTo>
                  <a:pt x="2246361" y="231793"/>
                </a:lnTo>
                <a:lnTo>
                  <a:pt x="2289560" y="211817"/>
                </a:lnTo>
                <a:lnTo>
                  <a:pt x="2332759" y="45197"/>
                </a:lnTo>
                <a:lnTo>
                  <a:pt x="2375958" y="0"/>
                </a:lnTo>
                <a:lnTo>
                  <a:pt x="2419158" y="117265"/>
                </a:lnTo>
                <a:lnTo>
                  <a:pt x="2462357" y="395467"/>
                </a:lnTo>
                <a:lnTo>
                  <a:pt x="2505556" y="464108"/>
                </a:lnTo>
                <a:lnTo>
                  <a:pt x="2548755" y="304827"/>
                </a:lnTo>
                <a:lnTo>
                  <a:pt x="2591955" y="305921"/>
                </a:lnTo>
                <a:lnTo>
                  <a:pt x="2635154" y="569136"/>
                </a:lnTo>
                <a:lnTo>
                  <a:pt x="2678353" y="360406"/>
                </a:lnTo>
                <a:lnTo>
                  <a:pt x="2721552" y="501324"/>
                </a:lnTo>
                <a:lnTo>
                  <a:pt x="2764752" y="235665"/>
                </a:lnTo>
                <a:lnTo>
                  <a:pt x="2807951" y="223389"/>
                </a:lnTo>
                <a:lnTo>
                  <a:pt x="2851150" y="235136"/>
                </a:lnTo>
                <a:lnTo>
                  <a:pt x="2894349" y="265478"/>
                </a:lnTo>
                <a:lnTo>
                  <a:pt x="2937548" y="206807"/>
                </a:lnTo>
                <a:lnTo>
                  <a:pt x="2980748" y="44680"/>
                </a:lnTo>
                <a:lnTo>
                  <a:pt x="3023947" y="70941"/>
                </a:lnTo>
                <a:lnTo>
                  <a:pt x="3067146" y="326086"/>
                </a:lnTo>
                <a:lnTo>
                  <a:pt x="3110345" y="265068"/>
                </a:lnTo>
                <a:lnTo>
                  <a:pt x="3153545" y="504676"/>
                </a:lnTo>
                <a:lnTo>
                  <a:pt x="3196744" y="480869"/>
                </a:lnTo>
                <a:lnTo>
                  <a:pt x="3239943" y="467626"/>
                </a:lnTo>
                <a:lnTo>
                  <a:pt x="3283142" y="428966"/>
                </a:lnTo>
                <a:lnTo>
                  <a:pt x="3326342" y="349536"/>
                </a:lnTo>
                <a:lnTo>
                  <a:pt x="3369541" y="481969"/>
                </a:lnTo>
                <a:lnTo>
                  <a:pt x="3412740" y="290036"/>
                </a:lnTo>
                <a:lnTo>
                  <a:pt x="3455939" y="200773"/>
                </a:lnTo>
                <a:lnTo>
                  <a:pt x="3499139" y="298017"/>
                </a:lnTo>
                <a:lnTo>
                  <a:pt x="3542338" y="310579"/>
                </a:lnTo>
                <a:lnTo>
                  <a:pt x="3585537" y="216227"/>
                </a:lnTo>
                <a:lnTo>
                  <a:pt x="3628736" y="169971"/>
                </a:lnTo>
                <a:lnTo>
                  <a:pt x="3671936" y="129216"/>
                </a:lnTo>
                <a:lnTo>
                  <a:pt x="3715135" y="234176"/>
                </a:lnTo>
                <a:lnTo>
                  <a:pt x="3758334" y="396138"/>
                </a:lnTo>
                <a:lnTo>
                  <a:pt x="3801533" y="375405"/>
                </a:lnTo>
                <a:lnTo>
                  <a:pt x="3844733" y="333657"/>
                </a:lnTo>
                <a:lnTo>
                  <a:pt x="3887932" y="512530"/>
                </a:lnTo>
                <a:lnTo>
                  <a:pt x="3931131" y="644031"/>
                </a:lnTo>
                <a:lnTo>
                  <a:pt x="3974330" y="291547"/>
                </a:lnTo>
                <a:lnTo>
                  <a:pt x="4017530" y="236284"/>
                </a:lnTo>
                <a:lnTo>
                  <a:pt x="4060729" y="239471"/>
                </a:lnTo>
                <a:lnTo>
                  <a:pt x="4103928" y="154787"/>
                </a:lnTo>
                <a:lnTo>
                  <a:pt x="4147127" y="141541"/>
                </a:lnTo>
                <a:lnTo>
                  <a:pt x="4190327" y="181323"/>
                </a:lnTo>
                <a:lnTo>
                  <a:pt x="4233526" y="222390"/>
                </a:lnTo>
                <a:lnTo>
                  <a:pt x="4276725" y="29684"/>
                </a:lnTo>
              </a:path>
            </a:pathLst>
          </a:custGeom>
          <a:noFill/>
          <a:ln w="13847">
            <a:solidFill>
              <a:srgbClr val="394D93"/>
            </a:solidFill>
            <a:prstDash val="solid"/>
          </a:ln>
        </p:spPr>
      </p:sp>
      <p:sp>
        <p:nvSpPr>
          <p:cNvPr id="62" name="p16_path_62">
            <a:extLst>
              <a:ext uri="{FF2B5EF4-FFF2-40B4-BE49-F238E27FC236}">
                <a16:creationId xmlns:a16="http://schemas.microsoft.com/office/drawing/2014/main" id="{BB8ACF57-0C7E-4013-9A81-7030D721241B}"/>
              </a:ext>
            </a:extLst>
          </p:cNvPr>
          <p:cNvSpPr>
            <a:spLocks/>
          </p:cNvSpPr>
          <p:nvPr/>
        </p:nvSpPr>
        <p:spPr>
          <a:xfrm>
            <a:off x="8403054" y="2602623"/>
            <a:ext cx="3272308" cy="490361"/>
          </a:xfrm>
          <a:custGeom>
            <a:avLst/>
            <a:gdLst/>
            <a:ahLst/>
            <a:cxnLst/>
            <a:rect l="0" t="0" r="0" b="0"/>
            <a:pathLst>
              <a:path w="4276725" h="640875">
                <a:moveTo>
                  <a:pt x="0" y="240747"/>
                </a:moveTo>
                <a:lnTo>
                  <a:pt x="43199" y="503651"/>
                </a:lnTo>
                <a:lnTo>
                  <a:pt x="86398" y="340443"/>
                </a:lnTo>
                <a:lnTo>
                  <a:pt x="129598" y="362772"/>
                </a:lnTo>
                <a:lnTo>
                  <a:pt x="172797" y="325273"/>
                </a:lnTo>
                <a:lnTo>
                  <a:pt x="215996" y="609904"/>
                </a:lnTo>
                <a:lnTo>
                  <a:pt x="259195" y="539302"/>
                </a:lnTo>
                <a:lnTo>
                  <a:pt x="302395" y="431820"/>
                </a:lnTo>
                <a:lnTo>
                  <a:pt x="345594" y="203684"/>
                </a:lnTo>
                <a:lnTo>
                  <a:pt x="388793" y="374188"/>
                </a:lnTo>
                <a:lnTo>
                  <a:pt x="431992" y="141826"/>
                </a:lnTo>
                <a:lnTo>
                  <a:pt x="475192" y="10148"/>
                </a:lnTo>
                <a:lnTo>
                  <a:pt x="518391" y="148421"/>
                </a:lnTo>
                <a:lnTo>
                  <a:pt x="561590" y="167784"/>
                </a:lnTo>
                <a:lnTo>
                  <a:pt x="604789" y="276369"/>
                </a:lnTo>
                <a:lnTo>
                  <a:pt x="647989" y="300214"/>
                </a:lnTo>
                <a:lnTo>
                  <a:pt x="691188" y="287482"/>
                </a:lnTo>
                <a:lnTo>
                  <a:pt x="734387" y="562080"/>
                </a:lnTo>
                <a:lnTo>
                  <a:pt x="777586" y="477267"/>
                </a:lnTo>
                <a:lnTo>
                  <a:pt x="820786" y="303456"/>
                </a:lnTo>
                <a:lnTo>
                  <a:pt x="863985" y="433699"/>
                </a:lnTo>
                <a:lnTo>
                  <a:pt x="907184" y="354992"/>
                </a:lnTo>
                <a:lnTo>
                  <a:pt x="950383" y="264538"/>
                </a:lnTo>
                <a:lnTo>
                  <a:pt x="993583" y="403753"/>
                </a:lnTo>
                <a:lnTo>
                  <a:pt x="1036782" y="15045"/>
                </a:lnTo>
                <a:lnTo>
                  <a:pt x="1079981" y="256411"/>
                </a:lnTo>
                <a:lnTo>
                  <a:pt x="1123180" y="92533"/>
                </a:lnTo>
                <a:lnTo>
                  <a:pt x="1166380" y="271040"/>
                </a:lnTo>
                <a:lnTo>
                  <a:pt x="1209579" y="282277"/>
                </a:lnTo>
                <a:lnTo>
                  <a:pt x="1252778" y="206004"/>
                </a:lnTo>
                <a:lnTo>
                  <a:pt x="1295977" y="427202"/>
                </a:lnTo>
                <a:lnTo>
                  <a:pt x="1339177" y="494297"/>
                </a:lnTo>
                <a:lnTo>
                  <a:pt x="1382376" y="640875"/>
                </a:lnTo>
                <a:lnTo>
                  <a:pt x="1425575" y="447911"/>
                </a:lnTo>
                <a:lnTo>
                  <a:pt x="1468774" y="406063"/>
                </a:lnTo>
                <a:lnTo>
                  <a:pt x="1511973" y="357118"/>
                </a:lnTo>
                <a:lnTo>
                  <a:pt x="1555173" y="201311"/>
                </a:lnTo>
                <a:lnTo>
                  <a:pt x="1598372" y="239416"/>
                </a:lnTo>
                <a:lnTo>
                  <a:pt x="1641571" y="173569"/>
                </a:lnTo>
                <a:lnTo>
                  <a:pt x="1684770" y="100959"/>
                </a:lnTo>
                <a:lnTo>
                  <a:pt x="1727970" y="0"/>
                </a:lnTo>
                <a:lnTo>
                  <a:pt x="1771169" y="247991"/>
                </a:lnTo>
                <a:lnTo>
                  <a:pt x="1814368" y="114902"/>
                </a:lnTo>
                <a:lnTo>
                  <a:pt x="1857567" y="161244"/>
                </a:lnTo>
                <a:lnTo>
                  <a:pt x="1900767" y="492441"/>
                </a:lnTo>
                <a:lnTo>
                  <a:pt x="1943966" y="283033"/>
                </a:lnTo>
                <a:lnTo>
                  <a:pt x="1987165" y="447036"/>
                </a:lnTo>
                <a:lnTo>
                  <a:pt x="2030364" y="378775"/>
                </a:lnTo>
                <a:lnTo>
                  <a:pt x="2073564" y="405599"/>
                </a:lnTo>
                <a:lnTo>
                  <a:pt x="2116763" y="542380"/>
                </a:lnTo>
                <a:lnTo>
                  <a:pt x="2159962" y="267487"/>
                </a:lnTo>
                <a:lnTo>
                  <a:pt x="2203161" y="466998"/>
                </a:lnTo>
                <a:lnTo>
                  <a:pt x="2246361" y="275883"/>
                </a:lnTo>
                <a:lnTo>
                  <a:pt x="2289560" y="325075"/>
                </a:lnTo>
                <a:lnTo>
                  <a:pt x="2332759" y="170358"/>
                </a:lnTo>
                <a:lnTo>
                  <a:pt x="2375958" y="73430"/>
                </a:lnTo>
                <a:lnTo>
                  <a:pt x="2419158" y="69960"/>
                </a:lnTo>
                <a:lnTo>
                  <a:pt x="2462357" y="276025"/>
                </a:lnTo>
                <a:lnTo>
                  <a:pt x="2505556" y="424309"/>
                </a:lnTo>
                <a:lnTo>
                  <a:pt x="2548755" y="271792"/>
                </a:lnTo>
                <a:lnTo>
                  <a:pt x="2591955" y="632152"/>
                </a:lnTo>
                <a:lnTo>
                  <a:pt x="2635154" y="443432"/>
                </a:lnTo>
                <a:lnTo>
                  <a:pt x="2678353" y="349963"/>
                </a:lnTo>
                <a:lnTo>
                  <a:pt x="2721552" y="300571"/>
                </a:lnTo>
                <a:lnTo>
                  <a:pt x="2764752" y="573617"/>
                </a:lnTo>
                <a:lnTo>
                  <a:pt x="2807951" y="204393"/>
                </a:lnTo>
                <a:lnTo>
                  <a:pt x="2851150" y="289506"/>
                </a:lnTo>
                <a:lnTo>
                  <a:pt x="2894349" y="144022"/>
                </a:lnTo>
                <a:lnTo>
                  <a:pt x="2937548" y="311319"/>
                </a:lnTo>
                <a:lnTo>
                  <a:pt x="2980748" y="39138"/>
                </a:lnTo>
                <a:lnTo>
                  <a:pt x="3023947" y="69593"/>
                </a:lnTo>
                <a:lnTo>
                  <a:pt x="3067146" y="153624"/>
                </a:lnTo>
                <a:lnTo>
                  <a:pt x="3110345" y="275460"/>
                </a:lnTo>
                <a:lnTo>
                  <a:pt x="3153545" y="493263"/>
                </a:lnTo>
                <a:lnTo>
                  <a:pt x="3196744" y="397796"/>
                </a:lnTo>
                <a:lnTo>
                  <a:pt x="3239943" y="349845"/>
                </a:lnTo>
                <a:lnTo>
                  <a:pt x="3283142" y="560382"/>
                </a:lnTo>
                <a:lnTo>
                  <a:pt x="3326342" y="541653"/>
                </a:lnTo>
                <a:lnTo>
                  <a:pt x="3369541" y="480497"/>
                </a:lnTo>
                <a:lnTo>
                  <a:pt x="3412740" y="452970"/>
                </a:lnTo>
                <a:lnTo>
                  <a:pt x="3455939" y="293075"/>
                </a:lnTo>
                <a:lnTo>
                  <a:pt x="3499139" y="372715"/>
                </a:lnTo>
                <a:lnTo>
                  <a:pt x="3542338" y="78171"/>
                </a:lnTo>
                <a:lnTo>
                  <a:pt x="3585537" y="165835"/>
                </a:lnTo>
                <a:lnTo>
                  <a:pt x="3628736" y="220480"/>
                </a:lnTo>
                <a:lnTo>
                  <a:pt x="3671936" y="56234"/>
                </a:lnTo>
                <a:lnTo>
                  <a:pt x="3715135" y="324763"/>
                </a:lnTo>
                <a:lnTo>
                  <a:pt x="3758334" y="461197"/>
                </a:lnTo>
                <a:lnTo>
                  <a:pt x="3801533" y="301152"/>
                </a:lnTo>
                <a:lnTo>
                  <a:pt x="3844733" y="333625"/>
                </a:lnTo>
                <a:lnTo>
                  <a:pt x="3887932" y="402733"/>
                </a:lnTo>
                <a:lnTo>
                  <a:pt x="3931131" y="323983"/>
                </a:lnTo>
                <a:lnTo>
                  <a:pt x="3974330" y="359955"/>
                </a:lnTo>
                <a:lnTo>
                  <a:pt x="4017530" y="364357"/>
                </a:lnTo>
                <a:lnTo>
                  <a:pt x="4060729" y="466276"/>
                </a:lnTo>
                <a:lnTo>
                  <a:pt x="4103928" y="87424"/>
                </a:lnTo>
                <a:lnTo>
                  <a:pt x="4147127" y="270552"/>
                </a:lnTo>
                <a:lnTo>
                  <a:pt x="4190327" y="85534"/>
                </a:lnTo>
                <a:lnTo>
                  <a:pt x="4233526" y="48417"/>
                </a:lnTo>
                <a:lnTo>
                  <a:pt x="4276725" y="347894"/>
                </a:lnTo>
              </a:path>
            </a:pathLst>
          </a:custGeom>
          <a:noFill/>
          <a:ln w="13847">
            <a:solidFill>
              <a:srgbClr val="9C3E76"/>
            </a:solidFill>
            <a:prstDash val="dash"/>
          </a:ln>
        </p:spPr>
      </p:sp>
      <p:sp>
        <p:nvSpPr>
          <p:cNvPr id="63" name="p16_path_63">
            <a:extLst>
              <a:ext uri="{FF2B5EF4-FFF2-40B4-BE49-F238E27FC236}">
                <a16:creationId xmlns:a16="http://schemas.microsoft.com/office/drawing/2014/main" id="{EA902C45-34FB-436D-91A3-FA5CA4B65175}"/>
              </a:ext>
            </a:extLst>
          </p:cNvPr>
          <p:cNvSpPr>
            <a:spLocks/>
          </p:cNvSpPr>
          <p:nvPr/>
        </p:nvSpPr>
        <p:spPr>
          <a:xfrm>
            <a:off x="8373902" y="2208261"/>
            <a:ext cx="247792" cy="729"/>
          </a:xfrm>
          <a:custGeom>
            <a:avLst/>
            <a:gdLst/>
            <a:ahLst/>
            <a:cxnLst/>
            <a:rect l="0" t="0" r="0" b="0"/>
            <a:pathLst>
              <a:path w="323850" h="953">
                <a:moveTo>
                  <a:pt x="0" y="0"/>
                </a:moveTo>
                <a:lnTo>
                  <a:pt x="323850" y="0"/>
                </a:lnTo>
              </a:path>
            </a:pathLst>
          </a:custGeom>
          <a:noFill/>
          <a:ln w="14576">
            <a:solidFill>
              <a:srgbClr val="394D93"/>
            </a:solidFill>
            <a:prstDash val="solid"/>
          </a:ln>
        </p:spPr>
      </p:sp>
      <p:sp>
        <p:nvSpPr>
          <p:cNvPr id="64" name="p16_path_64">
            <a:extLst>
              <a:ext uri="{FF2B5EF4-FFF2-40B4-BE49-F238E27FC236}">
                <a16:creationId xmlns:a16="http://schemas.microsoft.com/office/drawing/2014/main" id="{A1DA65DB-64B4-4991-9BE8-46518414F7E9}"/>
              </a:ext>
            </a:extLst>
          </p:cNvPr>
          <p:cNvSpPr>
            <a:spLocks/>
          </p:cNvSpPr>
          <p:nvPr/>
        </p:nvSpPr>
        <p:spPr>
          <a:xfrm>
            <a:off x="9328629" y="2208261"/>
            <a:ext cx="255080" cy="729"/>
          </a:xfrm>
          <a:custGeom>
            <a:avLst/>
            <a:gdLst/>
            <a:ahLst/>
            <a:cxnLst/>
            <a:rect l="0" t="0" r="0" b="0"/>
            <a:pathLst>
              <a:path w="333375" h="953">
                <a:moveTo>
                  <a:pt x="0" y="0"/>
                </a:moveTo>
                <a:lnTo>
                  <a:pt x="333375" y="0"/>
                </a:lnTo>
              </a:path>
            </a:pathLst>
          </a:custGeom>
          <a:noFill/>
          <a:ln w="14576">
            <a:solidFill>
              <a:srgbClr val="9C3E76"/>
            </a:solidFill>
            <a:prstDash val="dash"/>
          </a:ln>
        </p:spPr>
      </p:sp>
      <p:sp>
        <p:nvSpPr>
          <p:cNvPr id="65" name="p16_path_65">
            <a:extLst>
              <a:ext uri="{FF2B5EF4-FFF2-40B4-BE49-F238E27FC236}">
                <a16:creationId xmlns:a16="http://schemas.microsoft.com/office/drawing/2014/main" id="{172C5F45-1596-4571-B6A3-3C92797DA11B}"/>
              </a:ext>
            </a:extLst>
          </p:cNvPr>
          <p:cNvSpPr>
            <a:spLocks/>
          </p:cNvSpPr>
          <p:nvPr/>
        </p:nvSpPr>
        <p:spPr>
          <a:xfrm>
            <a:off x="1625222" y="4452963"/>
            <a:ext cx="8417630" cy="561175"/>
          </a:xfrm>
          <a:custGeom>
            <a:avLst/>
            <a:gdLst/>
            <a:ahLst/>
            <a:cxnLst/>
            <a:rect l="0" t="0" r="0" b="0"/>
            <a:pathLst>
              <a:path w="11001375" h="733425">
                <a:moveTo>
                  <a:pt x="11001375" y="0"/>
                </a:moveTo>
                <a:cubicBezTo>
                  <a:pt x="11001375" y="733425"/>
                  <a:pt x="0" y="733425"/>
                  <a:pt x="0" y="9525"/>
                </a:cubicBezTo>
              </a:path>
            </a:pathLst>
          </a:custGeom>
          <a:noFill/>
          <a:ln w="19678">
            <a:solidFill>
              <a:srgbClr val="9C3E76"/>
            </a:solidFill>
            <a:prstDash val="solid"/>
          </a:ln>
        </p:spPr>
      </p:sp>
      <p:sp>
        <p:nvSpPr>
          <p:cNvPr id="66" name="p16_path_66">
            <a:extLst>
              <a:ext uri="{FF2B5EF4-FFF2-40B4-BE49-F238E27FC236}">
                <a16:creationId xmlns:a16="http://schemas.microsoft.com/office/drawing/2014/main" id="{75AAAC00-190D-480C-9ED1-3B4FCB81A71F}"/>
              </a:ext>
            </a:extLst>
          </p:cNvPr>
          <p:cNvSpPr>
            <a:spLocks/>
          </p:cNvSpPr>
          <p:nvPr/>
        </p:nvSpPr>
        <p:spPr>
          <a:xfrm rot="19836554">
            <a:off x="1564549" y="4394658"/>
            <a:ext cx="76961" cy="87456"/>
          </a:xfrm>
          <a:custGeom>
            <a:avLst/>
            <a:gdLst/>
            <a:ahLst/>
            <a:cxnLst/>
            <a:rect l="0" t="0" r="0" b="0"/>
            <a:pathLst>
              <a:path w="100584" h="114300">
                <a:moveTo>
                  <a:pt x="50292" y="0"/>
                </a:moveTo>
                <a:lnTo>
                  <a:pt x="100584" y="114300"/>
                </a:lnTo>
                <a:lnTo>
                  <a:pt x="0" y="114300"/>
                </a:lnTo>
                <a:close/>
              </a:path>
            </a:pathLst>
          </a:custGeom>
          <a:solidFill>
            <a:srgbClr val="9C3E76"/>
          </a:solidFill>
          <a:ln w="0">
            <a:noFill/>
            <a:prstDash val="solid"/>
          </a:ln>
        </p:spPr>
      </p:sp>
      <p:sp>
        <p:nvSpPr>
          <p:cNvPr id="67" name="p16_rect_67">
            <a:extLst>
              <a:ext uri="{FF2B5EF4-FFF2-40B4-BE49-F238E27FC236}">
                <a16:creationId xmlns:a16="http://schemas.microsoft.com/office/drawing/2014/main" id="{FF70C6E3-CD2D-4046-8C4A-D8FE89919FC2}"/>
              </a:ext>
            </a:extLst>
          </p:cNvPr>
          <p:cNvSpPr>
            <a:spLocks/>
          </p:cNvSpPr>
          <p:nvPr/>
        </p:nvSpPr>
        <p:spPr>
          <a:xfrm>
            <a:off x="218640" y="5378538"/>
            <a:ext cx="3767892" cy="1144215"/>
          </a:xfrm>
          <a:prstGeom prst="roundRect">
            <a:avLst>
              <a:gd name="adj" fmla="val 6369"/>
            </a:avLst>
          </a:prstGeom>
          <a:gradFill>
            <a:gsLst>
              <a:gs pos="0">
                <a:srgbClr val="FEFEFF"/>
              </a:gs>
              <a:gs pos="100000">
                <a:srgbClr val="EDF0F8"/>
              </a:gs>
            </a:gsLst>
            <a:lin ang="5400000"/>
          </a:gradFill>
          <a:ln w="8746">
            <a:solidFill>
              <a:srgbClr val="8599C3"/>
            </a:solidFill>
            <a:prstDash val="solid"/>
          </a:ln>
        </p:spPr>
      </p:sp>
      <p:sp>
        <p:nvSpPr>
          <p:cNvPr id="68" name="p16_rect_68">
            <a:extLst>
              <a:ext uri="{FF2B5EF4-FFF2-40B4-BE49-F238E27FC236}">
                <a16:creationId xmlns:a16="http://schemas.microsoft.com/office/drawing/2014/main" id="{A823590E-42FE-444D-B547-4D30AA918C9B}"/>
              </a:ext>
            </a:extLst>
          </p:cNvPr>
          <p:cNvSpPr>
            <a:spLocks/>
          </p:cNvSpPr>
          <p:nvPr/>
        </p:nvSpPr>
        <p:spPr>
          <a:xfrm>
            <a:off x="4219747" y="5378538"/>
            <a:ext cx="3767892" cy="1144215"/>
          </a:xfrm>
          <a:prstGeom prst="roundRect">
            <a:avLst>
              <a:gd name="adj" fmla="val 6369"/>
            </a:avLst>
          </a:prstGeom>
          <a:gradFill>
            <a:gsLst>
              <a:gs pos="0">
                <a:srgbClr val="FEFEFF"/>
              </a:gs>
              <a:gs pos="100000">
                <a:srgbClr val="EDF0F8"/>
              </a:gs>
            </a:gsLst>
            <a:lin ang="5400000"/>
          </a:gradFill>
          <a:ln w="8746">
            <a:solidFill>
              <a:srgbClr val="8599C3"/>
            </a:solidFill>
            <a:prstDash val="solid"/>
          </a:ln>
        </p:spPr>
      </p:sp>
      <p:sp>
        <p:nvSpPr>
          <p:cNvPr id="69" name="p16_rect_69">
            <a:extLst>
              <a:ext uri="{FF2B5EF4-FFF2-40B4-BE49-F238E27FC236}">
                <a16:creationId xmlns:a16="http://schemas.microsoft.com/office/drawing/2014/main" id="{A1709471-CD04-430E-8423-60E0C8D48E42}"/>
              </a:ext>
            </a:extLst>
          </p:cNvPr>
          <p:cNvSpPr>
            <a:spLocks/>
          </p:cNvSpPr>
          <p:nvPr/>
        </p:nvSpPr>
        <p:spPr>
          <a:xfrm>
            <a:off x="8220854" y="5378538"/>
            <a:ext cx="3767892" cy="1144215"/>
          </a:xfrm>
          <a:prstGeom prst="roundRect">
            <a:avLst>
              <a:gd name="adj" fmla="val 6369"/>
            </a:avLst>
          </a:prstGeom>
          <a:gradFill>
            <a:gsLst>
              <a:gs pos="0">
                <a:srgbClr val="FEFEFF"/>
              </a:gs>
              <a:gs pos="100000">
                <a:srgbClr val="EDF0F8"/>
              </a:gs>
            </a:gsLst>
            <a:lin ang="5400000"/>
          </a:gradFill>
          <a:ln w="8746">
            <a:solidFill>
              <a:srgbClr val="8599C3"/>
            </a:solidFill>
            <a:prstDash val="solid"/>
          </a:ln>
        </p:spPr>
      </p:sp>
      <p:sp>
        <p:nvSpPr>
          <p:cNvPr id="70" name="p16_label_1">
            <a:extLst>
              <a:ext uri="{FF2B5EF4-FFF2-40B4-BE49-F238E27FC236}">
                <a16:creationId xmlns:a16="http://schemas.microsoft.com/office/drawing/2014/main" id="{D66740E6-D9CA-4B67-9D60-6D5A275EAC0D}"/>
              </a:ext>
            </a:extLst>
          </p:cNvPr>
          <p:cNvSpPr>
            <a:spLocks/>
          </p:cNvSpPr>
          <p:nvPr/>
        </p:nvSpPr>
        <p:spPr>
          <a:xfrm>
            <a:off x="174912" y="58304"/>
            <a:ext cx="10421828" cy="444567"/>
          </a:xfrm>
          <a:prstGeom prst="rect">
            <a:avLst/>
          </a:prstGeom>
          <a:noFill/>
          <a:ln w="0">
            <a:noFill/>
          </a:ln>
        </p:spPr>
        <p:txBody>
          <a:bodyPr wrap="square" lIns="0" tIns="0" rIns="0" bIns="0" anchor="t">
            <a:noAutofit/>
          </a:bodyPr>
          <a:lstStyle>
            <a:defPPr algn="l">
              <a:defRPr sz="2640" b="1">
                <a:solidFill>
                  <a:srgbClr val="172956"/>
                </a:solidFill>
                <a:latin typeface="Source Han Serif SC Heavy"/>
                <a:ea typeface="Source Han Serif SC Heavy"/>
                <a:cs typeface="Source Han Serif SC Heavy"/>
              </a:defRPr>
            </a:defPPr>
          </a:lstStyle>
          <a:p>
            <a:pPr algn="l">
              <a:defRPr sz="2640" b="1">
                <a:solidFill>
                  <a:srgbClr val="172956"/>
                </a:solidFill>
                <a:latin typeface="Source Han Serif SC Heavy"/>
                <a:ea typeface="Source Han Serif SC Heavy"/>
                <a:cs typeface="Source Han Serif SC Heavy"/>
              </a:defRPr>
            </a:pPr>
            <a:r>
              <a:rPr sz="2640" b="1">
                <a:solidFill>
                  <a:srgbClr val="172956"/>
                </a:solidFill>
                <a:latin typeface="Source Han Serif SC Heavy"/>
                <a:ea typeface="Source Han Serif SC Heavy"/>
                <a:cs typeface="Source Han Serif SC Heavy"/>
              </a:rPr>
              <a:t>RQ3：预测反馈能否改善有限预算下的搜索？</a:t>
            </a:r>
          </a:p>
        </p:txBody>
      </p:sp>
      <p:sp>
        <p:nvSpPr>
          <p:cNvPr id="71" name="p16_label_2">
            <a:extLst>
              <a:ext uri="{FF2B5EF4-FFF2-40B4-BE49-F238E27FC236}">
                <a16:creationId xmlns:a16="http://schemas.microsoft.com/office/drawing/2014/main" id="{190C9831-67A0-4B53-90BB-B68AC432FDB7}"/>
              </a:ext>
            </a:extLst>
          </p:cNvPr>
          <p:cNvSpPr>
            <a:spLocks/>
          </p:cNvSpPr>
          <p:nvPr/>
        </p:nvSpPr>
        <p:spPr>
          <a:xfrm>
            <a:off x="204064" y="510159"/>
            <a:ext cx="10859107" cy="233216"/>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比较完整搜索过程；计算训练、验证、特征提取与决策的总成本</a:t>
            </a:r>
          </a:p>
        </p:txBody>
      </p:sp>
      <p:sp>
        <p:nvSpPr>
          <p:cNvPr id="72" name="p16_label_3">
            <a:extLst>
              <a:ext uri="{FF2B5EF4-FFF2-40B4-BE49-F238E27FC236}">
                <a16:creationId xmlns:a16="http://schemas.microsoft.com/office/drawing/2014/main" id="{F744914B-52F7-4E96-BA07-8F81FA167342}"/>
              </a:ext>
            </a:extLst>
          </p:cNvPr>
          <p:cNvSpPr>
            <a:spLocks/>
          </p:cNvSpPr>
          <p:nvPr/>
        </p:nvSpPr>
        <p:spPr>
          <a:xfrm>
            <a:off x="11004867" y="94744"/>
            <a:ext cx="1020319" cy="233216"/>
          </a:xfrm>
          <a:prstGeom prst="rect">
            <a:avLst/>
          </a:prstGeom>
          <a:noFill/>
          <a:ln w="0">
            <a:noFill/>
          </a:ln>
        </p:spPr>
        <p:txBody>
          <a:bodyPr wrap="square" lIns="0" tIns="0" rIns="0" bIns="0" anchor="t">
            <a:noAutofit/>
          </a:bodyPr>
          <a:lstStyle>
            <a:defPPr algn="r">
              <a:defRPr sz="1205" b="0">
                <a:solidFill>
                  <a:srgbClr val="52617D"/>
                </a:solidFill>
                <a:latin typeface="Noto Sans SC"/>
                <a:ea typeface="Noto Sans SC"/>
                <a:cs typeface="Noto Sans SC"/>
              </a:defRPr>
            </a:defPPr>
          </a:lstStyle>
          <a:p>
            <a:pPr algn="r">
              <a:defRPr sz="1205" b="0">
                <a:solidFill>
                  <a:srgbClr val="52617D"/>
                </a:solidFill>
                <a:latin typeface="Noto Sans SC"/>
                <a:ea typeface="Noto Sans SC"/>
                <a:cs typeface="Noto Sans SC"/>
              </a:defRPr>
            </a:pPr>
            <a:r>
              <a:rPr sz="1205" b="0">
                <a:solidFill>
                  <a:srgbClr val="52617D"/>
                </a:solidFill>
                <a:latin typeface="Noto Sans SC"/>
                <a:ea typeface="Noto Sans SC"/>
                <a:cs typeface="Noto Sans SC"/>
              </a:rPr>
              <a:t>04 研究问题</a:t>
            </a:r>
          </a:p>
        </p:txBody>
      </p:sp>
      <p:sp>
        <p:nvSpPr>
          <p:cNvPr id="73" name="p16_label_4">
            <a:extLst>
              <a:ext uri="{FF2B5EF4-FFF2-40B4-BE49-F238E27FC236}">
                <a16:creationId xmlns:a16="http://schemas.microsoft.com/office/drawing/2014/main" id="{B7A26CF9-34E6-4DED-9289-8E8B9842072E}"/>
              </a:ext>
            </a:extLst>
          </p:cNvPr>
          <p:cNvSpPr>
            <a:spLocks/>
          </p:cNvSpPr>
          <p:nvPr/>
        </p:nvSpPr>
        <p:spPr>
          <a:xfrm>
            <a:off x="298808" y="1464886"/>
            <a:ext cx="2652829"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当前候选估计</a:t>
            </a:r>
          </a:p>
        </p:txBody>
      </p:sp>
      <p:sp>
        <p:nvSpPr>
          <p:cNvPr id="74" name="p16_label_5">
            <a:extLst>
              <a:ext uri="{FF2B5EF4-FFF2-40B4-BE49-F238E27FC236}">
                <a16:creationId xmlns:a16="http://schemas.microsoft.com/office/drawing/2014/main" id="{2CF8D2D2-5543-4731-820D-9FC2D37323FF}"/>
              </a:ext>
            </a:extLst>
          </p:cNvPr>
          <p:cNvSpPr>
            <a:spLocks/>
          </p:cNvSpPr>
          <p:nvPr/>
        </p:nvSpPr>
        <p:spPr>
          <a:xfrm>
            <a:off x="298808" y="1770982"/>
            <a:ext cx="2652829"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结合任务特征与当前已获得的反馈</a:t>
            </a:r>
          </a:p>
        </p:txBody>
      </p:sp>
      <p:sp>
        <p:nvSpPr>
          <p:cNvPr id="75" name="p16_label_6">
            <a:extLst>
              <a:ext uri="{FF2B5EF4-FFF2-40B4-BE49-F238E27FC236}">
                <a16:creationId xmlns:a16="http://schemas.microsoft.com/office/drawing/2014/main" id="{B1E3CBF6-3617-41FD-9B7C-57CA7269D2DE}"/>
              </a:ext>
            </a:extLst>
          </p:cNvPr>
          <p:cNvSpPr>
            <a:spLocks/>
          </p:cNvSpPr>
          <p:nvPr/>
        </p:nvSpPr>
        <p:spPr>
          <a:xfrm>
            <a:off x="692359" y="3469084"/>
            <a:ext cx="2047926" cy="218640"/>
          </a:xfrm>
          <a:prstGeom prst="rect">
            <a:avLst/>
          </a:prstGeom>
          <a:noFill/>
          <a:ln w="0">
            <a:noFill/>
          </a:ln>
        </p:spPr>
        <p:txBody>
          <a:bodyPr wrap="square" lIns="0" tIns="0" rIns="0" bIns="0" anchor="t">
            <a:noAutofit/>
          </a:bodyPr>
          <a:lstStyle>
            <a:defPPr algn="l">
              <a:defRPr sz="1148" b="0">
                <a:solidFill>
                  <a:srgbClr val="172956"/>
                </a:solidFill>
                <a:latin typeface="Arial"/>
                <a:ea typeface="Arial"/>
                <a:cs typeface="Arial"/>
              </a:defRPr>
            </a:defPPr>
          </a:lstStyle>
          <a:p>
            <a:pPr algn="l">
              <a:defRPr sz="1148" b="0">
                <a:solidFill>
                  <a:srgbClr val="172956"/>
                </a:solidFill>
                <a:latin typeface="Arial"/>
                <a:ea typeface="Arial"/>
                <a:cs typeface="Arial"/>
              </a:defRPr>
            </a:pPr>
            <a:r>
              <a:rPr sz="1148" b="0">
                <a:solidFill>
                  <a:srgbClr val="172956"/>
                </a:solidFill>
                <a:latin typeface="Arial"/>
                <a:ea typeface="Arial"/>
                <a:cs typeface="Arial"/>
              </a:rPr>
              <a:t>未执行 M₁ ?</a:t>
            </a:r>
          </a:p>
        </p:txBody>
      </p:sp>
      <p:sp>
        <p:nvSpPr>
          <p:cNvPr id="76" name="p16_label_7">
            <a:extLst>
              <a:ext uri="{FF2B5EF4-FFF2-40B4-BE49-F238E27FC236}">
                <a16:creationId xmlns:a16="http://schemas.microsoft.com/office/drawing/2014/main" id="{10652484-EBBD-4497-95BD-1DF8C2307445}"/>
              </a:ext>
            </a:extLst>
          </p:cNvPr>
          <p:cNvSpPr>
            <a:spLocks/>
          </p:cNvSpPr>
          <p:nvPr/>
        </p:nvSpPr>
        <p:spPr>
          <a:xfrm>
            <a:off x="692359" y="3786112"/>
            <a:ext cx="2047926" cy="218640"/>
          </a:xfrm>
          <a:prstGeom prst="rect">
            <a:avLst/>
          </a:prstGeom>
          <a:noFill/>
          <a:ln w="0">
            <a:noFill/>
          </a:ln>
        </p:spPr>
        <p:txBody>
          <a:bodyPr wrap="square" lIns="0" tIns="0" rIns="0" bIns="0" anchor="t">
            <a:noAutofit/>
          </a:bodyPr>
          <a:lstStyle>
            <a:defPPr algn="l">
              <a:defRPr sz="1148" b="0">
                <a:solidFill>
                  <a:srgbClr val="172956"/>
                </a:solidFill>
                <a:latin typeface="Arial"/>
                <a:ea typeface="Arial"/>
                <a:cs typeface="Arial"/>
              </a:defRPr>
            </a:defPPr>
          </a:lstStyle>
          <a:p>
            <a:pPr algn="l">
              <a:defRPr sz="1148" b="0">
                <a:solidFill>
                  <a:srgbClr val="172956"/>
                </a:solidFill>
                <a:latin typeface="Arial"/>
                <a:ea typeface="Arial"/>
                <a:cs typeface="Arial"/>
              </a:defRPr>
            </a:pPr>
            <a:r>
              <a:rPr sz="1148" b="0">
                <a:solidFill>
                  <a:srgbClr val="172956"/>
                </a:solidFill>
                <a:latin typeface="Arial"/>
                <a:ea typeface="Arial"/>
                <a:cs typeface="Arial"/>
              </a:rPr>
              <a:t>未执行 M₂ ?</a:t>
            </a:r>
          </a:p>
        </p:txBody>
      </p:sp>
      <p:sp>
        <p:nvSpPr>
          <p:cNvPr id="77" name="p16_label_8">
            <a:extLst>
              <a:ext uri="{FF2B5EF4-FFF2-40B4-BE49-F238E27FC236}">
                <a16:creationId xmlns:a16="http://schemas.microsoft.com/office/drawing/2014/main" id="{ADEB2BFD-EA7E-4302-97E5-6AACFBAC00FF}"/>
              </a:ext>
            </a:extLst>
          </p:cNvPr>
          <p:cNvSpPr>
            <a:spLocks/>
          </p:cNvSpPr>
          <p:nvPr/>
        </p:nvSpPr>
        <p:spPr>
          <a:xfrm>
            <a:off x="3862635" y="1464886"/>
            <a:ext cx="3571116"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预算与实验决策</a:t>
            </a:r>
          </a:p>
        </p:txBody>
      </p:sp>
      <p:sp>
        <p:nvSpPr>
          <p:cNvPr id="78" name="p16_label_9">
            <a:extLst>
              <a:ext uri="{FF2B5EF4-FFF2-40B4-BE49-F238E27FC236}">
                <a16:creationId xmlns:a16="http://schemas.microsoft.com/office/drawing/2014/main" id="{4A58EB3A-F5E1-4C48-80EE-BE430A8C496B}"/>
              </a:ext>
            </a:extLst>
          </p:cNvPr>
          <p:cNvSpPr>
            <a:spLocks/>
          </p:cNvSpPr>
          <p:nvPr/>
        </p:nvSpPr>
        <p:spPr>
          <a:xfrm>
            <a:off x="3862635" y="1770982"/>
            <a:ext cx="3571116"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相同初始候选、候选池和资源计价</a:t>
            </a:r>
          </a:p>
        </p:txBody>
      </p:sp>
      <p:sp>
        <p:nvSpPr>
          <p:cNvPr id="79" name="p16_label_10">
            <a:extLst>
              <a:ext uri="{FF2B5EF4-FFF2-40B4-BE49-F238E27FC236}">
                <a16:creationId xmlns:a16="http://schemas.microsoft.com/office/drawing/2014/main" id="{D29CB2C5-AFDC-46F9-ACD6-3ADF83CB5BA5}"/>
              </a:ext>
            </a:extLst>
          </p:cNvPr>
          <p:cNvSpPr>
            <a:spLocks/>
          </p:cNvSpPr>
          <p:nvPr/>
        </p:nvSpPr>
        <p:spPr>
          <a:xfrm>
            <a:off x="4066699" y="2259277"/>
            <a:ext cx="1275399" cy="364400"/>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dirty="0" err="1">
                <a:solidFill>
                  <a:srgbClr val="172956"/>
                </a:solidFill>
                <a:latin typeface="Noto Sans SC"/>
                <a:ea typeface="Noto Sans SC"/>
                <a:cs typeface="Noto Sans SC"/>
              </a:rPr>
              <a:t>候选排序</a:t>
            </a:r>
            <a:endParaRPr sz="1549" b="1" dirty="0">
              <a:solidFill>
                <a:srgbClr val="172956"/>
              </a:solidFill>
              <a:latin typeface="Noto Sans SC"/>
              <a:ea typeface="Noto Sans SC"/>
              <a:cs typeface="Noto Sans SC"/>
            </a:endParaRPr>
          </a:p>
        </p:txBody>
      </p:sp>
      <p:sp>
        <p:nvSpPr>
          <p:cNvPr id="80" name="p16_label_11">
            <a:extLst>
              <a:ext uri="{FF2B5EF4-FFF2-40B4-BE49-F238E27FC236}">
                <a16:creationId xmlns:a16="http://schemas.microsoft.com/office/drawing/2014/main" id="{2D100AF8-571A-4CB3-B256-D2084E5F639D}"/>
              </a:ext>
            </a:extLst>
          </p:cNvPr>
          <p:cNvSpPr>
            <a:spLocks/>
          </p:cNvSpPr>
          <p:nvPr/>
        </p:nvSpPr>
        <p:spPr>
          <a:xfrm>
            <a:off x="4066699" y="2579949"/>
            <a:ext cx="1275399" cy="364400"/>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dirty="0" err="1">
                <a:solidFill>
                  <a:srgbClr val="172956"/>
                </a:solidFill>
                <a:latin typeface="Noto Sans SC"/>
                <a:ea typeface="Noto Sans SC"/>
                <a:cs typeface="Noto Sans SC"/>
              </a:rPr>
              <a:t>预期收益</a:t>
            </a:r>
            <a:endParaRPr sz="1549" b="1" dirty="0">
              <a:solidFill>
                <a:srgbClr val="172956"/>
              </a:solidFill>
              <a:latin typeface="Noto Sans SC"/>
              <a:ea typeface="Noto Sans SC"/>
              <a:cs typeface="Noto Sans SC"/>
            </a:endParaRPr>
          </a:p>
        </p:txBody>
      </p:sp>
      <p:sp>
        <p:nvSpPr>
          <p:cNvPr id="81" name="p16_label_12">
            <a:extLst>
              <a:ext uri="{FF2B5EF4-FFF2-40B4-BE49-F238E27FC236}">
                <a16:creationId xmlns:a16="http://schemas.microsoft.com/office/drawing/2014/main" id="{C05E0FFC-08F0-453A-8C75-CF6097805453}"/>
              </a:ext>
            </a:extLst>
          </p:cNvPr>
          <p:cNvSpPr>
            <a:spLocks/>
          </p:cNvSpPr>
          <p:nvPr/>
        </p:nvSpPr>
        <p:spPr>
          <a:xfrm>
            <a:off x="4066699" y="2900621"/>
            <a:ext cx="1275399" cy="364400"/>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dirty="0" err="1">
                <a:solidFill>
                  <a:srgbClr val="172956"/>
                </a:solidFill>
                <a:latin typeface="Noto Sans SC"/>
                <a:ea typeface="Noto Sans SC"/>
                <a:cs typeface="Noto Sans SC"/>
              </a:rPr>
              <a:t>实际试验成本</a:t>
            </a:r>
            <a:endParaRPr sz="1549" b="1" dirty="0">
              <a:solidFill>
                <a:srgbClr val="172956"/>
              </a:solidFill>
              <a:latin typeface="Noto Sans SC"/>
              <a:ea typeface="Noto Sans SC"/>
              <a:cs typeface="Noto Sans SC"/>
            </a:endParaRPr>
          </a:p>
        </p:txBody>
      </p:sp>
      <p:sp>
        <p:nvSpPr>
          <p:cNvPr id="82" name="p16_label_13">
            <a:extLst>
              <a:ext uri="{FF2B5EF4-FFF2-40B4-BE49-F238E27FC236}">
                <a16:creationId xmlns:a16="http://schemas.microsoft.com/office/drawing/2014/main" id="{FB5D7354-09BB-4343-A5ED-83F9DCBC421E}"/>
              </a:ext>
            </a:extLst>
          </p:cNvPr>
          <p:cNvSpPr>
            <a:spLocks/>
          </p:cNvSpPr>
          <p:nvPr/>
        </p:nvSpPr>
        <p:spPr>
          <a:xfrm>
            <a:off x="6111135" y="2732742"/>
            <a:ext cx="991167" cy="320672"/>
          </a:xfrm>
          <a:prstGeom prst="rect">
            <a:avLst/>
          </a:prstGeom>
          <a:noFill/>
          <a:ln w="0">
            <a:noFill/>
          </a:ln>
        </p:spPr>
        <p:txBody>
          <a:bodyPr wrap="square" lIns="0" tIns="0" rIns="0" bIns="0" anchor="t">
            <a:noAutofit/>
          </a:bodyPr>
          <a:lstStyle>
            <a:defPPr algn="l">
              <a:defRPr sz="1467" b="1">
                <a:solidFill>
                  <a:srgbClr val="172956"/>
                </a:solidFill>
                <a:latin typeface="Noto Sans SC"/>
                <a:ea typeface="Noto Sans SC"/>
                <a:cs typeface="Noto Sans SC"/>
              </a:defRPr>
            </a:defPPr>
          </a:lstStyle>
          <a:p>
            <a:pPr algn="ctr">
              <a:defRPr sz="1467" b="1">
                <a:solidFill>
                  <a:srgbClr val="172956"/>
                </a:solidFill>
                <a:latin typeface="Noto Sans SC"/>
                <a:ea typeface="Noto Sans SC"/>
                <a:cs typeface="Noto Sans SC"/>
              </a:defRPr>
            </a:pPr>
            <a:r>
              <a:rPr sz="1467" b="1" dirty="0" err="1">
                <a:solidFill>
                  <a:srgbClr val="172956"/>
                </a:solidFill>
                <a:latin typeface="Noto Sans SC"/>
                <a:ea typeface="Noto Sans SC"/>
                <a:cs typeface="Noto Sans SC"/>
              </a:rPr>
              <a:t>预算可用</a:t>
            </a:r>
            <a:r>
              <a:rPr sz="1467" b="1" dirty="0">
                <a:solidFill>
                  <a:srgbClr val="172956"/>
                </a:solidFill>
                <a:latin typeface="Noto Sans SC"/>
                <a:ea typeface="Noto Sans SC"/>
                <a:cs typeface="Noto Sans SC"/>
              </a:rPr>
              <a:t>？</a:t>
            </a:r>
          </a:p>
        </p:txBody>
      </p:sp>
      <p:sp>
        <p:nvSpPr>
          <p:cNvPr id="83" name="p16_label_14">
            <a:extLst>
              <a:ext uri="{FF2B5EF4-FFF2-40B4-BE49-F238E27FC236}">
                <a16:creationId xmlns:a16="http://schemas.microsoft.com/office/drawing/2014/main" id="{746BF3E8-71C4-4D2B-A269-60CFC12BD47D}"/>
              </a:ext>
            </a:extLst>
          </p:cNvPr>
          <p:cNvSpPr>
            <a:spLocks/>
          </p:cNvSpPr>
          <p:nvPr/>
        </p:nvSpPr>
        <p:spPr>
          <a:xfrm>
            <a:off x="5751181" y="3957379"/>
            <a:ext cx="1515902" cy="255080"/>
          </a:xfrm>
          <a:prstGeom prst="rect">
            <a:avLst/>
          </a:prstGeom>
          <a:noFill/>
          <a:ln w="0">
            <a:noFill/>
          </a:ln>
        </p:spPr>
        <p:txBody>
          <a:bodyPr wrap="square" lIns="0" tIns="0" rIns="0" bIns="0" anchor="t">
            <a:noAutofit/>
          </a:bodyPr>
          <a:lstStyle>
            <a:defPPr algn="l">
              <a:defRPr sz="1320" b="1">
                <a:solidFill>
                  <a:srgbClr val="9C3E76"/>
                </a:solidFill>
                <a:latin typeface="Noto Sans SC"/>
                <a:ea typeface="Noto Sans SC"/>
                <a:cs typeface="Noto Sans SC"/>
              </a:defRPr>
            </a:defPPr>
          </a:lstStyle>
          <a:p>
            <a:pPr algn="l">
              <a:defRPr sz="1320" b="1">
                <a:solidFill>
                  <a:srgbClr val="9C3E76"/>
                </a:solidFill>
                <a:latin typeface="Noto Sans SC"/>
                <a:ea typeface="Noto Sans SC"/>
                <a:cs typeface="Noto Sans SC"/>
              </a:defRPr>
            </a:pPr>
            <a:r>
              <a:rPr sz="1320" b="1">
                <a:solidFill>
                  <a:srgbClr val="9C3E76"/>
                </a:solidFill>
                <a:latin typeface="Noto Sans SC"/>
                <a:ea typeface="Noto Sans SC"/>
                <a:cs typeface="Noto Sans SC"/>
              </a:rPr>
              <a:t>否：输出当前最优</a:t>
            </a:r>
          </a:p>
        </p:txBody>
      </p:sp>
      <p:sp>
        <p:nvSpPr>
          <p:cNvPr id="84" name="p16_label_15">
            <a:extLst>
              <a:ext uri="{FF2B5EF4-FFF2-40B4-BE49-F238E27FC236}">
                <a16:creationId xmlns:a16="http://schemas.microsoft.com/office/drawing/2014/main" id="{A8F29C15-14BE-47DB-AB77-C6E4067C024F}"/>
              </a:ext>
            </a:extLst>
          </p:cNvPr>
          <p:cNvSpPr>
            <a:spLocks/>
          </p:cNvSpPr>
          <p:nvPr/>
        </p:nvSpPr>
        <p:spPr>
          <a:xfrm>
            <a:off x="8213566" y="1464886"/>
            <a:ext cx="3658572"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执行候选并产生验证反馈</a:t>
            </a:r>
          </a:p>
        </p:txBody>
      </p:sp>
      <p:sp>
        <p:nvSpPr>
          <p:cNvPr id="85" name="p16_label_16">
            <a:extLst>
              <a:ext uri="{FF2B5EF4-FFF2-40B4-BE49-F238E27FC236}">
                <a16:creationId xmlns:a16="http://schemas.microsoft.com/office/drawing/2014/main" id="{DEE98BA2-088F-429A-BAB2-DD4334424BAC}"/>
              </a:ext>
            </a:extLst>
          </p:cNvPr>
          <p:cNvSpPr>
            <a:spLocks/>
          </p:cNvSpPr>
          <p:nvPr/>
        </p:nvSpPr>
        <p:spPr>
          <a:xfrm>
            <a:off x="8213566" y="1770982"/>
            <a:ext cx="3658572"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是：训练、验证、记录结果与成本</a:t>
            </a:r>
          </a:p>
        </p:txBody>
      </p:sp>
      <p:sp>
        <p:nvSpPr>
          <p:cNvPr id="86" name="p16_label_17">
            <a:extLst>
              <a:ext uri="{FF2B5EF4-FFF2-40B4-BE49-F238E27FC236}">
                <a16:creationId xmlns:a16="http://schemas.microsoft.com/office/drawing/2014/main" id="{83735BEF-4F19-4FDE-A093-64162DB91EBB}"/>
              </a:ext>
            </a:extLst>
          </p:cNvPr>
          <p:cNvSpPr>
            <a:spLocks/>
          </p:cNvSpPr>
          <p:nvPr/>
        </p:nvSpPr>
        <p:spPr>
          <a:xfrm>
            <a:off x="8679998" y="2106230"/>
            <a:ext cx="619479" cy="218640"/>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真值</a:t>
            </a:r>
          </a:p>
        </p:txBody>
      </p:sp>
      <p:sp>
        <p:nvSpPr>
          <p:cNvPr id="87" name="p16_label_18">
            <a:extLst>
              <a:ext uri="{FF2B5EF4-FFF2-40B4-BE49-F238E27FC236}">
                <a16:creationId xmlns:a16="http://schemas.microsoft.com/office/drawing/2014/main" id="{FCE7512B-C28A-44C2-93F4-7F3A513489F4}"/>
              </a:ext>
            </a:extLst>
          </p:cNvPr>
          <p:cNvSpPr>
            <a:spLocks/>
          </p:cNvSpPr>
          <p:nvPr/>
        </p:nvSpPr>
        <p:spPr>
          <a:xfrm>
            <a:off x="9642013" y="2106230"/>
            <a:ext cx="947439" cy="218640"/>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验证预测</a:t>
            </a:r>
          </a:p>
        </p:txBody>
      </p:sp>
      <p:sp>
        <p:nvSpPr>
          <p:cNvPr id="88" name="p16_label_19">
            <a:extLst>
              <a:ext uri="{FF2B5EF4-FFF2-40B4-BE49-F238E27FC236}">
                <a16:creationId xmlns:a16="http://schemas.microsoft.com/office/drawing/2014/main" id="{0FD04F80-94AF-4469-9467-40D75C05E953}"/>
              </a:ext>
            </a:extLst>
          </p:cNvPr>
          <p:cNvSpPr>
            <a:spLocks/>
          </p:cNvSpPr>
          <p:nvPr/>
        </p:nvSpPr>
        <p:spPr>
          <a:xfrm>
            <a:off x="8257294" y="3702300"/>
            <a:ext cx="3563828" cy="255080"/>
          </a:xfrm>
          <a:prstGeom prst="rect">
            <a:avLst/>
          </a:prstGeom>
          <a:noFill/>
          <a:ln w="0">
            <a:noFill/>
          </a:ln>
        </p:spPr>
        <p:txBody>
          <a:bodyPr wrap="square" lIns="0" tIns="0" rIns="0" bIns="0" anchor="t">
            <a:noAutofit/>
          </a:bodyPr>
          <a:lstStyle>
            <a:defPPr algn="l">
              <a:defRPr sz="1435" b="1">
                <a:solidFill>
                  <a:srgbClr val="172956"/>
                </a:solidFill>
                <a:latin typeface="Noto Sans SC"/>
                <a:ea typeface="Noto Sans SC"/>
                <a:cs typeface="Noto Sans SC"/>
              </a:defRPr>
            </a:defPPr>
          </a:lstStyle>
          <a:p>
            <a:pPr algn="l">
              <a:defRPr sz="1435" b="1">
                <a:solidFill>
                  <a:srgbClr val="172956"/>
                </a:solidFill>
                <a:latin typeface="Noto Sans SC"/>
                <a:ea typeface="Noto Sans SC"/>
                <a:cs typeface="Noto Sans SC"/>
              </a:defRPr>
            </a:pPr>
            <a:r>
              <a:rPr sz="1435" b="1">
                <a:solidFill>
                  <a:srgbClr val="172956"/>
                </a:solidFill>
                <a:latin typeface="Noto Sans SC"/>
                <a:ea typeface="Noto Sans SC"/>
                <a:cs typeface="Noto Sans SC"/>
              </a:rPr>
              <a:t>误差、残差、实际成本 → 更新状态</a:t>
            </a:r>
          </a:p>
        </p:txBody>
      </p:sp>
      <p:sp>
        <p:nvSpPr>
          <p:cNvPr id="89" name="p16_label_20">
            <a:extLst>
              <a:ext uri="{FF2B5EF4-FFF2-40B4-BE49-F238E27FC236}">
                <a16:creationId xmlns:a16="http://schemas.microsoft.com/office/drawing/2014/main" id="{EE38D088-F7F3-4983-95B6-05147B5570CE}"/>
              </a:ext>
            </a:extLst>
          </p:cNvPr>
          <p:cNvSpPr>
            <a:spLocks/>
          </p:cNvSpPr>
          <p:nvPr/>
        </p:nvSpPr>
        <p:spPr>
          <a:xfrm>
            <a:off x="4489403" y="4598723"/>
            <a:ext cx="3665860" cy="262368"/>
          </a:xfrm>
          <a:prstGeom prst="rect">
            <a:avLst/>
          </a:prstGeom>
          <a:noFill/>
          <a:ln w="0">
            <a:noFill/>
          </a:ln>
        </p:spPr>
        <p:txBody>
          <a:bodyPr wrap="square" lIns="0" tIns="0" rIns="0" bIns="0" anchor="t">
            <a:noAutofit/>
          </a:bodyPr>
          <a:lstStyle>
            <a:defPPr algn="l">
              <a:defRPr sz="1492" b="1">
                <a:solidFill>
                  <a:srgbClr val="9C3E76"/>
                </a:solidFill>
                <a:latin typeface="Noto Sans SC"/>
                <a:ea typeface="Noto Sans SC"/>
                <a:cs typeface="Noto Sans SC"/>
              </a:defRPr>
            </a:defPPr>
          </a:lstStyle>
          <a:p>
            <a:pPr algn="l">
              <a:defRPr sz="1492" b="1">
                <a:solidFill>
                  <a:srgbClr val="9C3E76"/>
                </a:solidFill>
                <a:latin typeface="Noto Sans SC"/>
                <a:ea typeface="Noto Sans SC"/>
                <a:cs typeface="Noto Sans SC"/>
              </a:defRPr>
            </a:pPr>
            <a:r>
              <a:rPr sz="1492" b="1">
                <a:solidFill>
                  <a:srgbClr val="9C3E76"/>
                </a:solidFill>
                <a:latin typeface="Noto Sans SC"/>
                <a:ea typeface="Noto Sans SC"/>
                <a:cs typeface="Noto Sans SC"/>
              </a:rPr>
              <a:t>仍有预算：反馈更新后选择下一实验</a:t>
            </a:r>
          </a:p>
        </p:txBody>
      </p:sp>
      <p:sp>
        <p:nvSpPr>
          <p:cNvPr id="90" name="p16_label_21">
            <a:extLst>
              <a:ext uri="{FF2B5EF4-FFF2-40B4-BE49-F238E27FC236}">
                <a16:creationId xmlns:a16="http://schemas.microsoft.com/office/drawing/2014/main" id="{E3730BC1-5808-4A17-BDBB-45CB6A339C66}"/>
              </a:ext>
            </a:extLst>
          </p:cNvPr>
          <p:cNvSpPr>
            <a:spLocks/>
          </p:cNvSpPr>
          <p:nvPr/>
        </p:nvSpPr>
        <p:spPr>
          <a:xfrm>
            <a:off x="371688" y="5480570"/>
            <a:ext cx="3461796" cy="306096"/>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随机搜索</a:t>
            </a:r>
          </a:p>
        </p:txBody>
      </p:sp>
      <p:sp>
        <p:nvSpPr>
          <p:cNvPr id="91" name="p16_label_22">
            <a:extLst>
              <a:ext uri="{FF2B5EF4-FFF2-40B4-BE49-F238E27FC236}">
                <a16:creationId xmlns:a16="http://schemas.microsoft.com/office/drawing/2014/main" id="{D3309E5C-67C1-4216-A9E1-23B258AE32C0}"/>
              </a:ext>
            </a:extLst>
          </p:cNvPr>
          <p:cNvSpPr>
            <a:spLocks/>
          </p:cNvSpPr>
          <p:nvPr/>
        </p:nvSpPr>
        <p:spPr>
          <a:xfrm>
            <a:off x="371688" y="5895985"/>
            <a:ext cx="3461796" cy="240504"/>
          </a:xfrm>
          <a:prstGeom prst="rect">
            <a:avLst/>
          </a:prstGeom>
          <a:noFill/>
          <a:ln w="0">
            <a:noFill/>
          </a:ln>
        </p:spPr>
        <p:txBody>
          <a:bodyPr wrap="square" lIns="0" tIns="0" rIns="0" bIns="0" anchor="t">
            <a:noAutofit/>
          </a:bodyPr>
          <a:lstStyle>
            <a:defPPr algn="l">
              <a:defRPr sz="1377" b="0">
                <a:solidFill>
                  <a:srgbClr val="52617D"/>
                </a:solidFill>
                <a:latin typeface="Noto Sans SC"/>
                <a:ea typeface="Noto Sans SC"/>
                <a:cs typeface="Noto Sans SC"/>
              </a:defRPr>
            </a:defPPr>
          </a:lstStyle>
          <a:p>
            <a:pPr algn="l">
              <a:defRPr sz="1377" b="0">
                <a:solidFill>
                  <a:srgbClr val="52617D"/>
                </a:solidFill>
                <a:latin typeface="Noto Sans SC"/>
                <a:ea typeface="Noto Sans SC"/>
                <a:cs typeface="Noto Sans SC"/>
              </a:defRPr>
            </a:pPr>
            <a:r>
              <a:rPr sz="1377" b="0" dirty="0" err="1">
                <a:solidFill>
                  <a:srgbClr val="52617D"/>
                </a:solidFill>
                <a:latin typeface="Noto Sans SC"/>
                <a:ea typeface="Noto Sans SC"/>
                <a:cs typeface="Noto Sans SC"/>
              </a:rPr>
              <a:t>统一随机采样</a:t>
            </a:r>
            <a:endParaRPr sz="1377" b="0" dirty="0">
              <a:solidFill>
                <a:srgbClr val="52617D"/>
              </a:solidFill>
              <a:latin typeface="Noto Sans SC"/>
              <a:ea typeface="Noto Sans SC"/>
              <a:cs typeface="Noto Sans SC"/>
            </a:endParaRPr>
          </a:p>
        </p:txBody>
      </p:sp>
      <p:sp>
        <p:nvSpPr>
          <p:cNvPr id="92" name="p16_label_23">
            <a:extLst>
              <a:ext uri="{FF2B5EF4-FFF2-40B4-BE49-F238E27FC236}">
                <a16:creationId xmlns:a16="http://schemas.microsoft.com/office/drawing/2014/main" id="{C0EEF37E-4D0B-43D7-A261-6489374843A2}"/>
              </a:ext>
            </a:extLst>
          </p:cNvPr>
          <p:cNvSpPr>
            <a:spLocks/>
          </p:cNvSpPr>
          <p:nvPr/>
        </p:nvSpPr>
        <p:spPr>
          <a:xfrm>
            <a:off x="371688" y="6216657"/>
            <a:ext cx="3461796" cy="233216"/>
          </a:xfrm>
          <a:prstGeom prst="rect">
            <a:avLst/>
          </a:prstGeom>
          <a:noFill/>
          <a:ln w="0">
            <a:noFill/>
          </a:ln>
        </p:spPr>
        <p:txBody>
          <a:bodyPr wrap="square" lIns="0" tIns="0" rIns="0" bIns="0" anchor="t">
            <a:noAutofit/>
          </a:bodyPr>
          <a:lstStyle>
            <a:defPPr algn="l">
              <a:defRPr sz="1320" b="1">
                <a:solidFill>
                  <a:srgbClr val="9C3E76"/>
                </a:solidFill>
                <a:latin typeface="Noto Sans SC"/>
                <a:ea typeface="Noto Sans SC"/>
                <a:cs typeface="Noto Sans SC"/>
              </a:defRPr>
            </a:defPPr>
          </a:lstStyle>
          <a:p>
            <a:pPr algn="l">
              <a:defRPr sz="1320" b="1">
                <a:solidFill>
                  <a:srgbClr val="9C3E76"/>
                </a:solidFill>
                <a:latin typeface="Noto Sans SC"/>
                <a:ea typeface="Noto Sans SC"/>
                <a:cs typeface="Noto Sans SC"/>
              </a:defRPr>
            </a:pPr>
            <a:r>
              <a:rPr sz="1320" b="1">
                <a:solidFill>
                  <a:srgbClr val="9C3E76"/>
                </a:solidFill>
                <a:latin typeface="Noto Sans SC"/>
                <a:ea typeface="Noto Sans SC"/>
                <a:cs typeface="Noto Sans SC"/>
              </a:rPr>
              <a:t>相同候选池、初始模型与资源计价</a:t>
            </a:r>
          </a:p>
        </p:txBody>
      </p:sp>
      <p:sp>
        <p:nvSpPr>
          <p:cNvPr id="93" name="p16_label_24">
            <a:extLst>
              <a:ext uri="{FF2B5EF4-FFF2-40B4-BE49-F238E27FC236}">
                <a16:creationId xmlns:a16="http://schemas.microsoft.com/office/drawing/2014/main" id="{4F5E58D4-A20A-4A78-9D82-3E5CE4B9A899}"/>
              </a:ext>
            </a:extLst>
          </p:cNvPr>
          <p:cNvSpPr>
            <a:spLocks/>
          </p:cNvSpPr>
          <p:nvPr/>
        </p:nvSpPr>
        <p:spPr>
          <a:xfrm>
            <a:off x="4372795" y="5480570"/>
            <a:ext cx="3461796" cy="306096"/>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BO / SMAC</a:t>
            </a:r>
          </a:p>
        </p:txBody>
      </p:sp>
      <p:sp>
        <p:nvSpPr>
          <p:cNvPr id="94" name="p16_label_25">
            <a:extLst>
              <a:ext uri="{FF2B5EF4-FFF2-40B4-BE49-F238E27FC236}">
                <a16:creationId xmlns:a16="http://schemas.microsoft.com/office/drawing/2014/main" id="{7B224F90-7801-4CB0-90B2-8B821E567B8D}"/>
              </a:ext>
            </a:extLst>
          </p:cNvPr>
          <p:cNvSpPr>
            <a:spLocks/>
          </p:cNvSpPr>
          <p:nvPr/>
        </p:nvSpPr>
        <p:spPr>
          <a:xfrm>
            <a:off x="4372795" y="5895985"/>
            <a:ext cx="3461796" cy="240504"/>
          </a:xfrm>
          <a:prstGeom prst="rect">
            <a:avLst/>
          </a:prstGeom>
          <a:noFill/>
          <a:ln w="0">
            <a:noFill/>
          </a:ln>
        </p:spPr>
        <p:txBody>
          <a:bodyPr wrap="square" lIns="0" tIns="0" rIns="0" bIns="0" anchor="t">
            <a:noAutofit/>
          </a:bodyPr>
          <a:lstStyle>
            <a:defPPr algn="l">
              <a:defRPr sz="1377" b="0">
                <a:solidFill>
                  <a:srgbClr val="52617D"/>
                </a:solidFill>
                <a:latin typeface="Noto Sans SC"/>
                <a:ea typeface="Noto Sans SC"/>
                <a:cs typeface="Noto Sans SC"/>
              </a:defRPr>
            </a:defPPr>
          </a:lstStyle>
          <a:p>
            <a:pPr algn="l">
              <a:defRPr sz="1377" b="0">
                <a:solidFill>
                  <a:srgbClr val="52617D"/>
                </a:solidFill>
                <a:latin typeface="Noto Sans SC"/>
                <a:ea typeface="Noto Sans SC"/>
                <a:cs typeface="Noto Sans SC"/>
              </a:defRPr>
            </a:pPr>
            <a:r>
              <a:rPr sz="1377" b="0">
                <a:solidFill>
                  <a:srgbClr val="52617D"/>
                </a:solidFill>
                <a:latin typeface="Noto Sans SC"/>
                <a:ea typeface="Noto Sans SC"/>
                <a:cs typeface="Noto Sans SC"/>
              </a:rPr>
              <a:t>基于代理模型的序贯搜索</a:t>
            </a:r>
          </a:p>
        </p:txBody>
      </p:sp>
      <p:sp>
        <p:nvSpPr>
          <p:cNvPr id="95" name="p16_label_26">
            <a:extLst>
              <a:ext uri="{FF2B5EF4-FFF2-40B4-BE49-F238E27FC236}">
                <a16:creationId xmlns:a16="http://schemas.microsoft.com/office/drawing/2014/main" id="{039E63DB-37AF-44D2-B222-9F08B4CAD4F8}"/>
              </a:ext>
            </a:extLst>
          </p:cNvPr>
          <p:cNvSpPr>
            <a:spLocks/>
          </p:cNvSpPr>
          <p:nvPr/>
        </p:nvSpPr>
        <p:spPr>
          <a:xfrm>
            <a:off x="4372795" y="6216657"/>
            <a:ext cx="3461796" cy="233216"/>
          </a:xfrm>
          <a:prstGeom prst="rect">
            <a:avLst/>
          </a:prstGeom>
          <a:noFill/>
          <a:ln w="0">
            <a:noFill/>
          </a:ln>
        </p:spPr>
        <p:txBody>
          <a:bodyPr wrap="square" lIns="0" tIns="0" rIns="0" bIns="0" anchor="t">
            <a:noAutofit/>
          </a:bodyPr>
          <a:lstStyle>
            <a:defPPr algn="l">
              <a:defRPr sz="1320" b="1">
                <a:solidFill>
                  <a:srgbClr val="9C3E76"/>
                </a:solidFill>
                <a:latin typeface="Noto Sans SC"/>
                <a:ea typeface="Noto Sans SC"/>
                <a:cs typeface="Noto Sans SC"/>
              </a:defRPr>
            </a:defPPr>
          </a:lstStyle>
          <a:p>
            <a:pPr algn="l">
              <a:defRPr sz="1320" b="1">
                <a:solidFill>
                  <a:srgbClr val="9C3E76"/>
                </a:solidFill>
                <a:latin typeface="Noto Sans SC"/>
                <a:ea typeface="Noto Sans SC"/>
                <a:cs typeface="Noto Sans SC"/>
              </a:defRPr>
            </a:pPr>
            <a:r>
              <a:rPr sz="1320" b="1">
                <a:solidFill>
                  <a:srgbClr val="9C3E76"/>
                </a:solidFill>
                <a:latin typeface="Noto Sans SC"/>
                <a:ea typeface="Noto Sans SC"/>
                <a:cs typeface="Noto Sans SC"/>
              </a:rPr>
              <a:t>相同候选池、初始模型与资源计价</a:t>
            </a:r>
          </a:p>
        </p:txBody>
      </p:sp>
      <p:sp>
        <p:nvSpPr>
          <p:cNvPr id="96" name="p16_label_27">
            <a:extLst>
              <a:ext uri="{FF2B5EF4-FFF2-40B4-BE49-F238E27FC236}">
                <a16:creationId xmlns:a16="http://schemas.microsoft.com/office/drawing/2014/main" id="{744A31CF-C5DF-4A0C-B0A5-21AA32567AF5}"/>
              </a:ext>
            </a:extLst>
          </p:cNvPr>
          <p:cNvSpPr>
            <a:spLocks/>
          </p:cNvSpPr>
          <p:nvPr/>
        </p:nvSpPr>
        <p:spPr>
          <a:xfrm>
            <a:off x="8373902" y="5480570"/>
            <a:ext cx="3461796" cy="306096"/>
          </a:xfrm>
          <a:prstGeom prst="rect">
            <a:avLst/>
          </a:prstGeom>
          <a:noFill/>
          <a:ln w="0">
            <a:noFill/>
          </a:ln>
        </p:spPr>
        <p:txBody>
          <a:bodyPr wrap="square" lIns="0" tIns="0" rIns="0" bIns="0" anchor="t">
            <a:noAutofit/>
          </a:bodyPr>
          <a:lstStyle>
            <a:defPPr algn="l">
              <a:defRPr sz="1722" b="1">
                <a:solidFill>
                  <a:srgbClr val="172956"/>
                </a:solidFill>
                <a:latin typeface="Noto Sans SC"/>
                <a:ea typeface="Noto Sans SC"/>
                <a:cs typeface="Noto Sans SC"/>
              </a:defRPr>
            </a:defPPr>
          </a:lstStyle>
          <a:p>
            <a:pPr algn="l">
              <a:defRPr sz="1722" b="1">
                <a:solidFill>
                  <a:srgbClr val="172956"/>
                </a:solidFill>
                <a:latin typeface="Noto Sans SC"/>
                <a:ea typeface="Noto Sans SC"/>
                <a:cs typeface="Noto Sans SC"/>
              </a:defRPr>
            </a:pPr>
            <a:r>
              <a:rPr sz="1722" b="1">
                <a:solidFill>
                  <a:srgbClr val="172956"/>
                </a:solidFill>
                <a:latin typeface="Noto Sans SC"/>
                <a:ea typeface="Noto Sans SC"/>
                <a:cs typeface="Noto Sans SC"/>
              </a:rPr>
              <a:t>迁移式搜索</a:t>
            </a:r>
          </a:p>
        </p:txBody>
      </p:sp>
      <p:sp>
        <p:nvSpPr>
          <p:cNvPr id="97" name="p16_label_28">
            <a:extLst>
              <a:ext uri="{FF2B5EF4-FFF2-40B4-BE49-F238E27FC236}">
                <a16:creationId xmlns:a16="http://schemas.microsoft.com/office/drawing/2014/main" id="{AE2292FB-83FA-467E-865A-253AAC765C18}"/>
              </a:ext>
            </a:extLst>
          </p:cNvPr>
          <p:cNvSpPr>
            <a:spLocks/>
          </p:cNvSpPr>
          <p:nvPr/>
        </p:nvSpPr>
        <p:spPr>
          <a:xfrm>
            <a:off x="8373902" y="5895985"/>
            <a:ext cx="3461796" cy="240504"/>
          </a:xfrm>
          <a:prstGeom prst="rect">
            <a:avLst/>
          </a:prstGeom>
          <a:noFill/>
          <a:ln w="0">
            <a:noFill/>
          </a:ln>
        </p:spPr>
        <p:txBody>
          <a:bodyPr wrap="square" lIns="0" tIns="0" rIns="0" bIns="0" anchor="t">
            <a:noAutofit/>
          </a:bodyPr>
          <a:lstStyle>
            <a:defPPr algn="l">
              <a:defRPr sz="1377" b="0">
                <a:solidFill>
                  <a:srgbClr val="52617D"/>
                </a:solidFill>
                <a:latin typeface="Noto Sans SC"/>
                <a:ea typeface="Noto Sans SC"/>
                <a:cs typeface="Noto Sans SC"/>
              </a:defRPr>
            </a:defPPr>
          </a:lstStyle>
          <a:p>
            <a:pPr algn="l">
              <a:defRPr sz="1377" b="0">
                <a:solidFill>
                  <a:srgbClr val="52617D"/>
                </a:solidFill>
                <a:latin typeface="Noto Sans SC"/>
                <a:ea typeface="Noto Sans SC"/>
                <a:cs typeface="Noto Sans SC"/>
              </a:defRPr>
            </a:pPr>
            <a:r>
              <a:rPr sz="1377" b="0">
                <a:solidFill>
                  <a:srgbClr val="52617D"/>
                </a:solidFill>
                <a:latin typeface="Noto Sans SC"/>
                <a:ea typeface="Noto Sans SC"/>
                <a:cs typeface="Noto Sans SC"/>
              </a:rPr>
              <a:t>利用历史任务知识</a:t>
            </a:r>
          </a:p>
        </p:txBody>
      </p:sp>
      <p:sp>
        <p:nvSpPr>
          <p:cNvPr id="98" name="p16_label_29">
            <a:extLst>
              <a:ext uri="{FF2B5EF4-FFF2-40B4-BE49-F238E27FC236}">
                <a16:creationId xmlns:a16="http://schemas.microsoft.com/office/drawing/2014/main" id="{598DFF75-6ABC-449C-9CAD-74CF800CEC85}"/>
              </a:ext>
            </a:extLst>
          </p:cNvPr>
          <p:cNvSpPr>
            <a:spLocks/>
          </p:cNvSpPr>
          <p:nvPr/>
        </p:nvSpPr>
        <p:spPr>
          <a:xfrm>
            <a:off x="8373902" y="6216657"/>
            <a:ext cx="3461796" cy="233216"/>
          </a:xfrm>
          <a:prstGeom prst="rect">
            <a:avLst/>
          </a:prstGeom>
          <a:noFill/>
          <a:ln w="0">
            <a:noFill/>
          </a:ln>
        </p:spPr>
        <p:txBody>
          <a:bodyPr wrap="square" lIns="0" tIns="0" rIns="0" bIns="0" anchor="t">
            <a:noAutofit/>
          </a:bodyPr>
          <a:lstStyle>
            <a:defPPr algn="l">
              <a:defRPr sz="1320" b="1">
                <a:solidFill>
                  <a:srgbClr val="9C3E76"/>
                </a:solidFill>
                <a:latin typeface="Noto Sans SC"/>
                <a:ea typeface="Noto Sans SC"/>
                <a:cs typeface="Noto Sans SC"/>
              </a:defRPr>
            </a:defPPr>
          </a:lstStyle>
          <a:p>
            <a:pPr algn="l">
              <a:defRPr sz="1320" b="1">
                <a:solidFill>
                  <a:srgbClr val="9C3E76"/>
                </a:solidFill>
                <a:latin typeface="Noto Sans SC"/>
                <a:ea typeface="Noto Sans SC"/>
                <a:cs typeface="Noto Sans SC"/>
              </a:defRPr>
            </a:pPr>
            <a:r>
              <a:rPr sz="1320" b="1">
                <a:solidFill>
                  <a:srgbClr val="9C3E76"/>
                </a:solidFill>
                <a:latin typeface="Noto Sans SC"/>
                <a:ea typeface="Noto Sans SC"/>
                <a:cs typeface="Noto Sans SC"/>
              </a:rPr>
              <a:t>相同候选池、初始模型与资源计价</a:t>
            </a:r>
          </a:p>
        </p:txBody>
      </p:sp>
      <p:sp>
        <p:nvSpPr>
          <p:cNvPr id="99" name="p16_label_30">
            <a:extLst>
              <a:ext uri="{FF2B5EF4-FFF2-40B4-BE49-F238E27FC236}">
                <a16:creationId xmlns:a16="http://schemas.microsoft.com/office/drawing/2014/main" id="{5E23865F-6285-4379-B3D5-4F3B291470D1}"/>
              </a:ext>
            </a:extLst>
          </p:cNvPr>
          <p:cNvSpPr>
            <a:spLocks/>
          </p:cNvSpPr>
          <p:nvPr/>
        </p:nvSpPr>
        <p:spPr>
          <a:xfrm>
            <a:off x="240504" y="6624784"/>
            <a:ext cx="11704514" cy="218640"/>
          </a:xfrm>
          <a:prstGeom prst="rect">
            <a:avLst/>
          </a:prstGeom>
          <a:noFill/>
          <a:ln w="0">
            <a:noFill/>
          </a:ln>
        </p:spPr>
        <p:txBody>
          <a:bodyPr wrap="square" lIns="0" tIns="0" rIns="0" bIns="0" anchor="t">
            <a:noAutofit/>
          </a:bodyPr>
          <a:lstStyle>
            <a:defPPr algn="l">
              <a:defRPr sz="1377" b="1">
                <a:solidFill>
                  <a:srgbClr val="9C3E76"/>
                </a:solidFill>
                <a:latin typeface="Noto Sans SC"/>
                <a:ea typeface="Noto Sans SC"/>
                <a:cs typeface="Noto Sans SC"/>
              </a:defRPr>
            </a:defPPr>
          </a:lstStyle>
          <a:p>
            <a:pPr algn="l">
              <a:defRPr sz="1377" b="1">
                <a:solidFill>
                  <a:srgbClr val="9C3E76"/>
                </a:solidFill>
                <a:latin typeface="Noto Sans SC"/>
                <a:ea typeface="Noto Sans SC"/>
                <a:cs typeface="Noto Sans SC"/>
              </a:defRPr>
            </a:pPr>
            <a:r>
              <a:rPr sz="1377" b="1">
                <a:solidFill>
                  <a:srgbClr val="9C3E76"/>
                </a:solidFill>
                <a:latin typeface="Noto Sans SC"/>
                <a:ea typeface="Noto Sans SC"/>
                <a:cs typeface="Noto Sans SC"/>
              </a:rPr>
              <a:t>共同评价：同预算最优误差 / 达到目标的成本 / 结束 Regret 与试验次数</a:t>
            </a:r>
          </a:p>
        </p:txBody>
      </p:sp>
    </p:spTree>
    <p:extLst>
      <p:ext uri="{BB962C8B-B14F-4D97-AF65-F5344CB8AC3E}">
        <p14:creationId xmlns:p14="http://schemas.microsoft.com/office/powerpoint/2010/main" val="7642015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2" name="p18_rect_1">
            <a:extLst>
              <a:ext uri="{FF2B5EF4-FFF2-40B4-BE49-F238E27FC236}">
                <a16:creationId xmlns:a16="http://schemas.microsoft.com/office/drawing/2014/main" id="{DBEBFB4A-0ABC-4C80-873A-6B8A0432C05F}"/>
              </a:ext>
            </a:extLst>
          </p:cNvPr>
          <p:cNvSpPr>
            <a:spLocks/>
          </p:cNvSpPr>
          <p:nvPr/>
        </p:nvSpPr>
        <p:spPr>
          <a:xfrm>
            <a:off x="561175" y="1829286"/>
            <a:ext cx="1967758" cy="2492493"/>
          </a:xfrm>
          <a:prstGeom prst="roundRect">
            <a:avLst>
              <a:gd name="adj" fmla="val 2593"/>
            </a:avLst>
          </a:prstGeom>
          <a:gradFill>
            <a:gsLst>
              <a:gs pos="0">
                <a:srgbClr val="FEFFFF"/>
              </a:gs>
              <a:gs pos="100000">
                <a:srgbClr val="F2F4FA"/>
              </a:gs>
            </a:gsLst>
            <a:lin ang="5400000"/>
          </a:gradFill>
          <a:ln w="8746">
            <a:solidFill>
              <a:srgbClr val="172956"/>
            </a:solidFill>
            <a:prstDash val="solid"/>
          </a:ln>
        </p:spPr>
      </p:sp>
      <p:sp>
        <p:nvSpPr>
          <p:cNvPr id="2" name="p18_rect_2">
            <a:extLst>
              <a:ext uri="{FF2B5EF4-FFF2-40B4-BE49-F238E27FC236}">
                <a16:creationId xmlns:a16="http://schemas.microsoft.com/office/drawing/2014/main" id="{2D01D2B8-B1AD-46E7-B52A-51E21A52941E}"/>
              </a:ext>
            </a:extLst>
          </p:cNvPr>
          <p:cNvSpPr>
            <a:spLocks/>
          </p:cNvSpPr>
          <p:nvPr/>
        </p:nvSpPr>
        <p:spPr>
          <a:xfrm>
            <a:off x="466431" y="1916742"/>
            <a:ext cx="1967758" cy="2492493"/>
          </a:xfrm>
          <a:prstGeom prst="roundRect">
            <a:avLst>
              <a:gd name="adj" fmla="val 2593"/>
            </a:avLst>
          </a:prstGeom>
          <a:gradFill>
            <a:gsLst>
              <a:gs pos="0">
                <a:srgbClr val="FEFFFF"/>
              </a:gs>
              <a:gs pos="100000">
                <a:srgbClr val="F2F4FA"/>
              </a:gs>
            </a:gsLst>
            <a:lin ang="5400000"/>
          </a:gradFill>
          <a:ln w="8746">
            <a:solidFill>
              <a:srgbClr val="172956"/>
            </a:solidFill>
            <a:prstDash val="solid"/>
          </a:ln>
        </p:spPr>
      </p:sp>
      <p:sp>
        <p:nvSpPr>
          <p:cNvPr id="3" name="p18_rect_3">
            <a:extLst>
              <a:ext uri="{FF2B5EF4-FFF2-40B4-BE49-F238E27FC236}">
                <a16:creationId xmlns:a16="http://schemas.microsoft.com/office/drawing/2014/main" id="{17FFB7B7-CD33-449F-A177-6FF4F2C288CF}"/>
              </a:ext>
            </a:extLst>
          </p:cNvPr>
          <p:cNvSpPr>
            <a:spLocks/>
          </p:cNvSpPr>
          <p:nvPr/>
        </p:nvSpPr>
        <p:spPr>
          <a:xfrm>
            <a:off x="371688" y="2004198"/>
            <a:ext cx="1967758" cy="2492493"/>
          </a:xfrm>
          <a:prstGeom prst="roundRect">
            <a:avLst>
              <a:gd name="adj" fmla="val 2593"/>
            </a:avLst>
          </a:prstGeom>
          <a:gradFill>
            <a:gsLst>
              <a:gs pos="0">
                <a:srgbClr val="FEFFFF"/>
              </a:gs>
              <a:gs pos="100000">
                <a:srgbClr val="F2F4FA"/>
              </a:gs>
            </a:gsLst>
            <a:lin ang="5400000"/>
          </a:gradFill>
          <a:ln w="8746">
            <a:solidFill>
              <a:srgbClr val="172956"/>
            </a:solidFill>
            <a:prstDash val="solid"/>
          </a:ln>
        </p:spPr>
      </p:sp>
      <p:sp>
        <p:nvSpPr>
          <p:cNvPr id="4" name="p18_rect_4">
            <a:extLst>
              <a:ext uri="{FF2B5EF4-FFF2-40B4-BE49-F238E27FC236}">
                <a16:creationId xmlns:a16="http://schemas.microsoft.com/office/drawing/2014/main" id="{0009A6C3-4E8D-4FB6-A4D6-3E9D77ADB701}"/>
              </a:ext>
            </a:extLst>
          </p:cNvPr>
          <p:cNvSpPr>
            <a:spLocks/>
          </p:cNvSpPr>
          <p:nvPr/>
        </p:nvSpPr>
        <p:spPr>
          <a:xfrm>
            <a:off x="276944" y="2091654"/>
            <a:ext cx="1967758" cy="2492493"/>
          </a:xfrm>
          <a:prstGeom prst="roundRect">
            <a:avLst>
              <a:gd name="adj" fmla="val 2593"/>
            </a:avLst>
          </a:prstGeom>
          <a:gradFill>
            <a:gsLst>
              <a:gs pos="0">
                <a:srgbClr val="FEFFFF"/>
              </a:gs>
              <a:gs pos="100000">
                <a:srgbClr val="F2F4FA"/>
              </a:gs>
            </a:gsLst>
            <a:lin ang="5400000"/>
          </a:gradFill>
          <a:ln w="8746">
            <a:solidFill>
              <a:srgbClr val="172956"/>
            </a:solidFill>
            <a:prstDash val="solid"/>
          </a:ln>
        </p:spPr>
      </p:sp>
      <p:sp>
        <p:nvSpPr>
          <p:cNvPr id="5" name="p18_rect_5">
            <a:extLst>
              <a:ext uri="{FF2B5EF4-FFF2-40B4-BE49-F238E27FC236}">
                <a16:creationId xmlns:a16="http://schemas.microsoft.com/office/drawing/2014/main" id="{2C37419B-3E1D-4C76-9242-7AD0A447E158}"/>
              </a:ext>
            </a:extLst>
          </p:cNvPr>
          <p:cNvSpPr>
            <a:spLocks/>
          </p:cNvSpPr>
          <p:nvPr/>
        </p:nvSpPr>
        <p:spPr>
          <a:xfrm>
            <a:off x="182200" y="2179109"/>
            <a:ext cx="1967758" cy="2492493"/>
          </a:xfrm>
          <a:prstGeom prst="roundRect">
            <a:avLst>
              <a:gd name="adj" fmla="val 5185"/>
            </a:avLst>
          </a:prstGeom>
          <a:gradFill>
            <a:gsLst>
              <a:gs pos="0">
                <a:srgbClr val="FEFEFF"/>
              </a:gs>
              <a:gs pos="100000">
                <a:srgbClr val="EDF0F8"/>
              </a:gs>
            </a:gsLst>
            <a:lin ang="5400000"/>
          </a:gradFill>
          <a:ln w="12390">
            <a:solidFill>
              <a:srgbClr val="172956"/>
            </a:solidFill>
            <a:prstDash val="solid"/>
          </a:ln>
        </p:spPr>
      </p:sp>
      <p:sp>
        <p:nvSpPr>
          <p:cNvPr id="6" name="p18_rect_6">
            <a:extLst>
              <a:ext uri="{FF2B5EF4-FFF2-40B4-BE49-F238E27FC236}">
                <a16:creationId xmlns:a16="http://schemas.microsoft.com/office/drawing/2014/main" id="{808657C8-4549-4FD9-A5D3-FBA9E62DC092}"/>
              </a:ext>
            </a:extLst>
          </p:cNvPr>
          <p:cNvSpPr>
            <a:spLocks/>
          </p:cNvSpPr>
          <p:nvPr/>
        </p:nvSpPr>
        <p:spPr>
          <a:xfrm>
            <a:off x="291520" y="2820453"/>
            <a:ext cx="1749118" cy="519877"/>
          </a:xfrm>
          <a:prstGeom prst="roundRect">
            <a:avLst>
              <a:gd name="adj" fmla="val 5607"/>
            </a:avLst>
          </a:prstGeom>
          <a:solidFill>
            <a:srgbClr val="FFFFFF"/>
          </a:solidFill>
          <a:ln w="7288">
            <a:solidFill>
              <a:srgbClr val="C3CFE7"/>
            </a:solidFill>
            <a:prstDash val="solid"/>
          </a:ln>
        </p:spPr>
      </p:sp>
      <p:sp>
        <p:nvSpPr>
          <p:cNvPr id="7" name="p18_path_7">
            <a:extLst>
              <a:ext uri="{FF2B5EF4-FFF2-40B4-BE49-F238E27FC236}">
                <a16:creationId xmlns:a16="http://schemas.microsoft.com/office/drawing/2014/main" id="{487A292F-72A1-4AAE-843C-A6B6519A4966}"/>
              </a:ext>
            </a:extLst>
          </p:cNvPr>
          <p:cNvSpPr>
            <a:spLocks/>
          </p:cNvSpPr>
          <p:nvPr/>
        </p:nvSpPr>
        <p:spPr>
          <a:xfrm>
            <a:off x="357112" y="3108702"/>
            <a:ext cx="1603358" cy="131173"/>
          </a:xfrm>
          <a:custGeom>
            <a:avLst/>
            <a:gdLst/>
            <a:ahLst/>
            <a:cxnLst/>
            <a:rect l="0" t="0" r="0" b="0"/>
            <a:pathLst>
              <a:path w="2095500" h="171436">
                <a:moveTo>
                  <a:pt x="0" y="67350"/>
                </a:moveTo>
                <a:lnTo>
                  <a:pt x="21167" y="127132"/>
                </a:lnTo>
                <a:lnTo>
                  <a:pt x="42333" y="135280"/>
                </a:lnTo>
                <a:lnTo>
                  <a:pt x="63500" y="170198"/>
                </a:lnTo>
                <a:lnTo>
                  <a:pt x="84667" y="95844"/>
                </a:lnTo>
                <a:lnTo>
                  <a:pt x="105833" y="143544"/>
                </a:lnTo>
                <a:lnTo>
                  <a:pt x="127000" y="74946"/>
                </a:lnTo>
                <a:lnTo>
                  <a:pt x="148167" y="78758"/>
                </a:lnTo>
                <a:lnTo>
                  <a:pt x="169333" y="81797"/>
                </a:lnTo>
                <a:lnTo>
                  <a:pt x="190500" y="90775"/>
                </a:lnTo>
                <a:lnTo>
                  <a:pt x="211667" y="59742"/>
                </a:lnTo>
                <a:lnTo>
                  <a:pt x="232833" y="43370"/>
                </a:lnTo>
                <a:lnTo>
                  <a:pt x="254000" y="53468"/>
                </a:lnTo>
                <a:lnTo>
                  <a:pt x="275167" y="83794"/>
                </a:lnTo>
                <a:lnTo>
                  <a:pt x="296333" y="124946"/>
                </a:lnTo>
                <a:lnTo>
                  <a:pt x="317500" y="92227"/>
                </a:lnTo>
                <a:lnTo>
                  <a:pt x="338667" y="104929"/>
                </a:lnTo>
                <a:lnTo>
                  <a:pt x="359833" y="123081"/>
                </a:lnTo>
                <a:lnTo>
                  <a:pt x="381000" y="148481"/>
                </a:lnTo>
                <a:lnTo>
                  <a:pt x="402167" y="106733"/>
                </a:lnTo>
                <a:lnTo>
                  <a:pt x="423333" y="104467"/>
                </a:lnTo>
                <a:lnTo>
                  <a:pt x="444500" y="136252"/>
                </a:lnTo>
                <a:lnTo>
                  <a:pt x="465667" y="45748"/>
                </a:lnTo>
                <a:lnTo>
                  <a:pt x="486833" y="71018"/>
                </a:lnTo>
                <a:lnTo>
                  <a:pt x="508000" y="51343"/>
                </a:lnTo>
                <a:lnTo>
                  <a:pt x="529167" y="0"/>
                </a:lnTo>
                <a:lnTo>
                  <a:pt x="550333" y="35914"/>
                </a:lnTo>
                <a:lnTo>
                  <a:pt x="571500" y="75509"/>
                </a:lnTo>
                <a:lnTo>
                  <a:pt x="592667" y="93368"/>
                </a:lnTo>
                <a:lnTo>
                  <a:pt x="613833" y="104706"/>
                </a:lnTo>
                <a:lnTo>
                  <a:pt x="635000" y="133532"/>
                </a:lnTo>
                <a:lnTo>
                  <a:pt x="656167" y="144469"/>
                </a:lnTo>
                <a:lnTo>
                  <a:pt x="677333" y="112299"/>
                </a:lnTo>
                <a:lnTo>
                  <a:pt x="698500" y="169652"/>
                </a:lnTo>
                <a:lnTo>
                  <a:pt x="719667" y="139586"/>
                </a:lnTo>
                <a:lnTo>
                  <a:pt x="740833" y="98174"/>
                </a:lnTo>
                <a:lnTo>
                  <a:pt x="762000" y="50897"/>
                </a:lnTo>
                <a:lnTo>
                  <a:pt x="783167" y="72372"/>
                </a:lnTo>
                <a:lnTo>
                  <a:pt x="804333" y="66035"/>
                </a:lnTo>
                <a:lnTo>
                  <a:pt x="825500" y="13912"/>
                </a:lnTo>
                <a:lnTo>
                  <a:pt x="846667" y="11831"/>
                </a:lnTo>
                <a:lnTo>
                  <a:pt x="867833" y="66228"/>
                </a:lnTo>
                <a:lnTo>
                  <a:pt x="889000" y="98850"/>
                </a:lnTo>
                <a:lnTo>
                  <a:pt x="910167" y="39906"/>
                </a:lnTo>
                <a:lnTo>
                  <a:pt x="931333" y="105289"/>
                </a:lnTo>
                <a:lnTo>
                  <a:pt x="952500" y="90327"/>
                </a:lnTo>
                <a:lnTo>
                  <a:pt x="973667" y="154281"/>
                </a:lnTo>
                <a:lnTo>
                  <a:pt x="994833" y="130930"/>
                </a:lnTo>
                <a:lnTo>
                  <a:pt x="1016000" y="135095"/>
                </a:lnTo>
                <a:lnTo>
                  <a:pt x="1037167" y="166883"/>
                </a:lnTo>
                <a:lnTo>
                  <a:pt x="1058333" y="146178"/>
                </a:lnTo>
                <a:lnTo>
                  <a:pt x="1079500" y="95281"/>
                </a:lnTo>
                <a:lnTo>
                  <a:pt x="1100667" y="27357"/>
                </a:lnTo>
                <a:lnTo>
                  <a:pt x="1121833" y="59825"/>
                </a:lnTo>
                <a:lnTo>
                  <a:pt x="1143000" y="17257"/>
                </a:lnTo>
                <a:lnTo>
                  <a:pt x="1164167" y="24385"/>
                </a:lnTo>
                <a:lnTo>
                  <a:pt x="1185333" y="36982"/>
                </a:lnTo>
                <a:lnTo>
                  <a:pt x="1206500" y="99381"/>
                </a:lnTo>
                <a:lnTo>
                  <a:pt x="1227667" y="72571"/>
                </a:lnTo>
                <a:lnTo>
                  <a:pt x="1248833" y="73078"/>
                </a:lnTo>
                <a:lnTo>
                  <a:pt x="1270000" y="155960"/>
                </a:lnTo>
                <a:lnTo>
                  <a:pt x="1291167" y="98819"/>
                </a:lnTo>
                <a:lnTo>
                  <a:pt x="1312333" y="104749"/>
                </a:lnTo>
                <a:lnTo>
                  <a:pt x="1333500" y="89162"/>
                </a:lnTo>
                <a:lnTo>
                  <a:pt x="1354667" y="141399"/>
                </a:lnTo>
                <a:lnTo>
                  <a:pt x="1375833" y="135340"/>
                </a:lnTo>
                <a:lnTo>
                  <a:pt x="1397000" y="44577"/>
                </a:lnTo>
                <a:lnTo>
                  <a:pt x="1418167" y="79662"/>
                </a:lnTo>
                <a:lnTo>
                  <a:pt x="1439333" y="29897"/>
                </a:lnTo>
                <a:lnTo>
                  <a:pt x="1460500" y="77042"/>
                </a:lnTo>
                <a:lnTo>
                  <a:pt x="1481667" y="50777"/>
                </a:lnTo>
                <a:lnTo>
                  <a:pt x="1502833" y="110146"/>
                </a:lnTo>
                <a:lnTo>
                  <a:pt x="1524000" y="108889"/>
                </a:lnTo>
                <a:lnTo>
                  <a:pt x="1545167" y="152241"/>
                </a:lnTo>
                <a:lnTo>
                  <a:pt x="1566333" y="127632"/>
                </a:lnTo>
                <a:lnTo>
                  <a:pt x="1587500" y="105986"/>
                </a:lnTo>
                <a:lnTo>
                  <a:pt x="1608667" y="171436"/>
                </a:lnTo>
                <a:lnTo>
                  <a:pt x="1629833" y="156730"/>
                </a:lnTo>
                <a:lnTo>
                  <a:pt x="1651000" y="164992"/>
                </a:lnTo>
                <a:lnTo>
                  <a:pt x="1672167" y="78214"/>
                </a:lnTo>
                <a:lnTo>
                  <a:pt x="1693333" y="125770"/>
                </a:lnTo>
                <a:lnTo>
                  <a:pt x="1714500" y="96355"/>
                </a:lnTo>
                <a:lnTo>
                  <a:pt x="1735667" y="92646"/>
                </a:lnTo>
                <a:lnTo>
                  <a:pt x="1756833" y="88914"/>
                </a:lnTo>
                <a:lnTo>
                  <a:pt x="1778000" y="57474"/>
                </a:lnTo>
                <a:lnTo>
                  <a:pt x="1799167" y="48561"/>
                </a:lnTo>
                <a:lnTo>
                  <a:pt x="1820333" y="50254"/>
                </a:lnTo>
                <a:lnTo>
                  <a:pt x="1841500" y="101961"/>
                </a:lnTo>
                <a:lnTo>
                  <a:pt x="1862667" y="126539"/>
                </a:lnTo>
                <a:lnTo>
                  <a:pt x="1883833" y="112635"/>
                </a:lnTo>
                <a:lnTo>
                  <a:pt x="1905000" y="152998"/>
                </a:lnTo>
                <a:lnTo>
                  <a:pt x="1926167" y="97267"/>
                </a:lnTo>
                <a:lnTo>
                  <a:pt x="1947333" y="144820"/>
                </a:lnTo>
                <a:lnTo>
                  <a:pt x="1968500" y="145060"/>
                </a:lnTo>
                <a:lnTo>
                  <a:pt x="1989667" y="46143"/>
                </a:lnTo>
                <a:lnTo>
                  <a:pt x="2010833" y="109138"/>
                </a:lnTo>
                <a:lnTo>
                  <a:pt x="2032000" y="13043"/>
                </a:lnTo>
                <a:lnTo>
                  <a:pt x="2053167" y="48271"/>
                </a:lnTo>
                <a:lnTo>
                  <a:pt x="2074333" y="93644"/>
                </a:lnTo>
                <a:lnTo>
                  <a:pt x="2095500" y="45515"/>
                </a:lnTo>
              </a:path>
            </a:pathLst>
          </a:custGeom>
          <a:noFill/>
          <a:ln w="13847">
            <a:solidFill>
              <a:srgbClr val="394D93"/>
            </a:solidFill>
            <a:prstDash val="solid"/>
          </a:ln>
        </p:spPr>
      </p:sp>
      <p:sp>
        <p:nvSpPr>
          <p:cNvPr id="8" name="p18_rect_8">
            <a:extLst>
              <a:ext uri="{FF2B5EF4-FFF2-40B4-BE49-F238E27FC236}">
                <a16:creationId xmlns:a16="http://schemas.microsoft.com/office/drawing/2014/main" id="{4B836E52-0E5A-4C92-8733-9C30E228F288}"/>
              </a:ext>
            </a:extLst>
          </p:cNvPr>
          <p:cNvSpPr>
            <a:spLocks/>
          </p:cNvSpPr>
          <p:nvPr/>
        </p:nvSpPr>
        <p:spPr>
          <a:xfrm>
            <a:off x="291520" y="3398633"/>
            <a:ext cx="1749118" cy="519877"/>
          </a:xfrm>
          <a:prstGeom prst="roundRect">
            <a:avLst>
              <a:gd name="adj" fmla="val 5607"/>
            </a:avLst>
          </a:prstGeom>
          <a:solidFill>
            <a:srgbClr val="FFFFFF"/>
          </a:solidFill>
          <a:ln w="7288">
            <a:solidFill>
              <a:srgbClr val="C3CFE7"/>
            </a:solidFill>
            <a:prstDash val="solid"/>
          </a:ln>
        </p:spPr>
      </p:sp>
      <p:sp>
        <p:nvSpPr>
          <p:cNvPr id="9" name="p18_path_9">
            <a:extLst>
              <a:ext uri="{FF2B5EF4-FFF2-40B4-BE49-F238E27FC236}">
                <a16:creationId xmlns:a16="http://schemas.microsoft.com/office/drawing/2014/main" id="{F46EAEB5-9D87-4EDA-9EB0-46E299D87EEE}"/>
              </a:ext>
            </a:extLst>
          </p:cNvPr>
          <p:cNvSpPr>
            <a:spLocks/>
          </p:cNvSpPr>
          <p:nvPr/>
        </p:nvSpPr>
        <p:spPr>
          <a:xfrm>
            <a:off x="357112" y="3673047"/>
            <a:ext cx="1603358" cy="165181"/>
          </a:xfrm>
          <a:custGeom>
            <a:avLst/>
            <a:gdLst/>
            <a:ahLst/>
            <a:cxnLst/>
            <a:rect l="0" t="0" r="0" b="0"/>
            <a:pathLst>
              <a:path w="2095500" h="215883">
                <a:moveTo>
                  <a:pt x="0" y="206354"/>
                </a:moveTo>
                <a:lnTo>
                  <a:pt x="21167" y="212629"/>
                </a:lnTo>
                <a:lnTo>
                  <a:pt x="42333" y="206374"/>
                </a:lnTo>
                <a:lnTo>
                  <a:pt x="63500" y="212477"/>
                </a:lnTo>
                <a:lnTo>
                  <a:pt x="84667" y="196010"/>
                </a:lnTo>
                <a:lnTo>
                  <a:pt x="105833" y="138937"/>
                </a:lnTo>
                <a:lnTo>
                  <a:pt x="127000" y="54414"/>
                </a:lnTo>
                <a:lnTo>
                  <a:pt x="148167" y="0"/>
                </a:lnTo>
                <a:lnTo>
                  <a:pt x="169333" y="37659"/>
                </a:lnTo>
                <a:lnTo>
                  <a:pt x="190500" y="134621"/>
                </a:lnTo>
                <a:lnTo>
                  <a:pt x="211667" y="183291"/>
                </a:lnTo>
                <a:lnTo>
                  <a:pt x="232833" y="202928"/>
                </a:lnTo>
                <a:lnTo>
                  <a:pt x="254000" y="209575"/>
                </a:lnTo>
                <a:lnTo>
                  <a:pt x="275167" y="211512"/>
                </a:lnTo>
                <a:lnTo>
                  <a:pt x="296333" y="205216"/>
                </a:lnTo>
                <a:lnTo>
                  <a:pt x="317500" y="214066"/>
                </a:lnTo>
                <a:lnTo>
                  <a:pt x="338667" y="209322"/>
                </a:lnTo>
                <a:lnTo>
                  <a:pt x="359833" y="207124"/>
                </a:lnTo>
                <a:lnTo>
                  <a:pt x="381000" y="201749"/>
                </a:lnTo>
                <a:lnTo>
                  <a:pt x="402167" y="145364"/>
                </a:lnTo>
                <a:lnTo>
                  <a:pt x="423333" y="72280"/>
                </a:lnTo>
                <a:lnTo>
                  <a:pt x="444500" y="3622"/>
                </a:lnTo>
                <a:lnTo>
                  <a:pt x="465667" y="36411"/>
                </a:lnTo>
                <a:lnTo>
                  <a:pt x="486833" y="119847"/>
                </a:lnTo>
                <a:lnTo>
                  <a:pt x="508000" y="184803"/>
                </a:lnTo>
                <a:lnTo>
                  <a:pt x="529167" y="205862"/>
                </a:lnTo>
                <a:lnTo>
                  <a:pt x="550333" y="215634"/>
                </a:lnTo>
                <a:lnTo>
                  <a:pt x="571500" y="209015"/>
                </a:lnTo>
                <a:lnTo>
                  <a:pt x="592667" y="209711"/>
                </a:lnTo>
                <a:lnTo>
                  <a:pt x="613833" y="206127"/>
                </a:lnTo>
                <a:lnTo>
                  <a:pt x="635000" y="206890"/>
                </a:lnTo>
                <a:lnTo>
                  <a:pt x="656167" y="212724"/>
                </a:lnTo>
                <a:lnTo>
                  <a:pt x="677333" y="196016"/>
                </a:lnTo>
                <a:lnTo>
                  <a:pt x="698500" y="158711"/>
                </a:lnTo>
                <a:lnTo>
                  <a:pt x="719667" y="84433"/>
                </a:lnTo>
                <a:lnTo>
                  <a:pt x="740833" y="5904"/>
                </a:lnTo>
                <a:lnTo>
                  <a:pt x="762000" y="29230"/>
                </a:lnTo>
                <a:lnTo>
                  <a:pt x="783167" y="103808"/>
                </a:lnTo>
                <a:lnTo>
                  <a:pt x="804333" y="177000"/>
                </a:lnTo>
                <a:lnTo>
                  <a:pt x="825500" y="202237"/>
                </a:lnTo>
                <a:lnTo>
                  <a:pt x="846667" y="214357"/>
                </a:lnTo>
                <a:lnTo>
                  <a:pt x="867833" y="210105"/>
                </a:lnTo>
                <a:lnTo>
                  <a:pt x="889000" y="208326"/>
                </a:lnTo>
                <a:lnTo>
                  <a:pt x="910167" y="210933"/>
                </a:lnTo>
                <a:lnTo>
                  <a:pt x="931333" y="204620"/>
                </a:lnTo>
                <a:lnTo>
                  <a:pt x="952500" y="204894"/>
                </a:lnTo>
                <a:lnTo>
                  <a:pt x="973667" y="197085"/>
                </a:lnTo>
                <a:lnTo>
                  <a:pt x="994833" y="163567"/>
                </a:lnTo>
                <a:lnTo>
                  <a:pt x="1016000" y="94327"/>
                </a:lnTo>
                <a:lnTo>
                  <a:pt x="1037167" y="12054"/>
                </a:lnTo>
                <a:lnTo>
                  <a:pt x="1058333" y="11579"/>
                </a:lnTo>
                <a:lnTo>
                  <a:pt x="1079500" y="93789"/>
                </a:lnTo>
                <a:lnTo>
                  <a:pt x="1100667" y="165931"/>
                </a:lnTo>
                <a:lnTo>
                  <a:pt x="1121833" y="201212"/>
                </a:lnTo>
                <a:lnTo>
                  <a:pt x="1143000" y="202955"/>
                </a:lnTo>
                <a:lnTo>
                  <a:pt x="1164167" y="211842"/>
                </a:lnTo>
                <a:lnTo>
                  <a:pt x="1185333" y="206437"/>
                </a:lnTo>
                <a:lnTo>
                  <a:pt x="1206500" y="207203"/>
                </a:lnTo>
                <a:lnTo>
                  <a:pt x="1227667" y="210537"/>
                </a:lnTo>
                <a:lnTo>
                  <a:pt x="1248833" y="212082"/>
                </a:lnTo>
                <a:lnTo>
                  <a:pt x="1270000" y="203036"/>
                </a:lnTo>
                <a:lnTo>
                  <a:pt x="1291167" y="177253"/>
                </a:lnTo>
                <a:lnTo>
                  <a:pt x="1312333" y="98536"/>
                </a:lnTo>
                <a:lnTo>
                  <a:pt x="1333500" y="18492"/>
                </a:lnTo>
                <a:lnTo>
                  <a:pt x="1354667" y="5474"/>
                </a:lnTo>
                <a:lnTo>
                  <a:pt x="1375833" y="82786"/>
                </a:lnTo>
                <a:lnTo>
                  <a:pt x="1397000" y="167667"/>
                </a:lnTo>
                <a:lnTo>
                  <a:pt x="1418167" y="206439"/>
                </a:lnTo>
                <a:lnTo>
                  <a:pt x="1439333" y="203843"/>
                </a:lnTo>
                <a:lnTo>
                  <a:pt x="1460500" y="209507"/>
                </a:lnTo>
                <a:lnTo>
                  <a:pt x="1481667" y="205290"/>
                </a:lnTo>
                <a:lnTo>
                  <a:pt x="1502833" y="209068"/>
                </a:lnTo>
                <a:lnTo>
                  <a:pt x="1524000" y="204360"/>
                </a:lnTo>
                <a:lnTo>
                  <a:pt x="1545167" y="211117"/>
                </a:lnTo>
                <a:lnTo>
                  <a:pt x="1566333" y="209560"/>
                </a:lnTo>
                <a:lnTo>
                  <a:pt x="1587500" y="185057"/>
                </a:lnTo>
                <a:lnTo>
                  <a:pt x="1608667" y="112247"/>
                </a:lnTo>
                <a:lnTo>
                  <a:pt x="1629833" y="31331"/>
                </a:lnTo>
                <a:lnTo>
                  <a:pt x="1651000" y="11868"/>
                </a:lnTo>
                <a:lnTo>
                  <a:pt x="1672167" y="64082"/>
                </a:lnTo>
                <a:lnTo>
                  <a:pt x="1693333" y="155809"/>
                </a:lnTo>
                <a:lnTo>
                  <a:pt x="1714500" y="202911"/>
                </a:lnTo>
                <a:lnTo>
                  <a:pt x="1735667" y="202865"/>
                </a:lnTo>
                <a:lnTo>
                  <a:pt x="1756833" y="210527"/>
                </a:lnTo>
                <a:lnTo>
                  <a:pt x="1778000" y="215783"/>
                </a:lnTo>
                <a:lnTo>
                  <a:pt x="1799167" y="207499"/>
                </a:lnTo>
                <a:lnTo>
                  <a:pt x="1820333" y="215883"/>
                </a:lnTo>
                <a:lnTo>
                  <a:pt x="1841500" y="206828"/>
                </a:lnTo>
                <a:lnTo>
                  <a:pt x="1862667" y="203194"/>
                </a:lnTo>
                <a:lnTo>
                  <a:pt x="1883833" y="193438"/>
                </a:lnTo>
                <a:lnTo>
                  <a:pt x="1905000" y="122932"/>
                </a:lnTo>
                <a:lnTo>
                  <a:pt x="1926167" y="35447"/>
                </a:lnTo>
                <a:lnTo>
                  <a:pt x="1947333" y="6756"/>
                </a:lnTo>
                <a:lnTo>
                  <a:pt x="1968500" y="59223"/>
                </a:lnTo>
                <a:lnTo>
                  <a:pt x="1989667" y="144593"/>
                </a:lnTo>
                <a:lnTo>
                  <a:pt x="2010833" y="198307"/>
                </a:lnTo>
                <a:lnTo>
                  <a:pt x="2032000" y="204124"/>
                </a:lnTo>
                <a:lnTo>
                  <a:pt x="2053167" y="204506"/>
                </a:lnTo>
                <a:lnTo>
                  <a:pt x="2074333" y="213871"/>
                </a:lnTo>
                <a:lnTo>
                  <a:pt x="2095500" y="208298"/>
                </a:lnTo>
              </a:path>
            </a:pathLst>
          </a:custGeom>
          <a:noFill/>
          <a:ln w="13847">
            <a:solidFill>
              <a:srgbClr val="9C3E76"/>
            </a:solidFill>
            <a:prstDash val="solid"/>
          </a:ln>
        </p:spPr>
      </p:sp>
      <p:sp>
        <p:nvSpPr>
          <p:cNvPr id="10" name="p18_rect_10">
            <a:extLst>
              <a:ext uri="{FF2B5EF4-FFF2-40B4-BE49-F238E27FC236}">
                <a16:creationId xmlns:a16="http://schemas.microsoft.com/office/drawing/2014/main" id="{F2BC8898-BEC5-4484-9DB5-67F66E18B642}"/>
              </a:ext>
            </a:extLst>
          </p:cNvPr>
          <p:cNvSpPr>
            <a:spLocks/>
          </p:cNvSpPr>
          <p:nvPr/>
        </p:nvSpPr>
        <p:spPr>
          <a:xfrm>
            <a:off x="291520" y="3976814"/>
            <a:ext cx="1749118" cy="519877"/>
          </a:xfrm>
          <a:prstGeom prst="roundRect">
            <a:avLst>
              <a:gd name="adj" fmla="val 5607"/>
            </a:avLst>
          </a:prstGeom>
          <a:solidFill>
            <a:srgbClr val="FFFFFF"/>
          </a:solidFill>
          <a:ln w="7288">
            <a:solidFill>
              <a:srgbClr val="C3CFE7"/>
            </a:solidFill>
            <a:prstDash val="solid"/>
          </a:ln>
        </p:spPr>
      </p:sp>
      <p:sp>
        <p:nvSpPr>
          <p:cNvPr id="11" name="p18_path_11">
            <a:extLst>
              <a:ext uri="{FF2B5EF4-FFF2-40B4-BE49-F238E27FC236}">
                <a16:creationId xmlns:a16="http://schemas.microsoft.com/office/drawing/2014/main" id="{E0A3BB2A-18D0-466E-BEA9-1BC03F34D736}"/>
              </a:ext>
            </a:extLst>
          </p:cNvPr>
          <p:cNvSpPr>
            <a:spLocks/>
          </p:cNvSpPr>
          <p:nvPr/>
        </p:nvSpPr>
        <p:spPr>
          <a:xfrm>
            <a:off x="357112" y="4268466"/>
            <a:ext cx="1603358" cy="136742"/>
          </a:xfrm>
          <a:custGeom>
            <a:avLst/>
            <a:gdLst/>
            <a:ahLst/>
            <a:cxnLst/>
            <a:rect l="0" t="0" r="0" b="0"/>
            <a:pathLst>
              <a:path w="2095500" h="178715">
                <a:moveTo>
                  <a:pt x="0" y="85405"/>
                </a:moveTo>
                <a:lnTo>
                  <a:pt x="21167" y="116797"/>
                </a:lnTo>
                <a:lnTo>
                  <a:pt x="42333" y="138852"/>
                </a:lnTo>
                <a:lnTo>
                  <a:pt x="63500" y="153246"/>
                </a:lnTo>
                <a:lnTo>
                  <a:pt x="84667" y="154396"/>
                </a:lnTo>
                <a:lnTo>
                  <a:pt x="105833" y="151191"/>
                </a:lnTo>
                <a:lnTo>
                  <a:pt x="127000" y="155955"/>
                </a:lnTo>
                <a:lnTo>
                  <a:pt x="148167" y="136620"/>
                </a:lnTo>
                <a:lnTo>
                  <a:pt x="169333" y="131970"/>
                </a:lnTo>
                <a:lnTo>
                  <a:pt x="190500" y="128482"/>
                </a:lnTo>
                <a:lnTo>
                  <a:pt x="211667" y="118901"/>
                </a:lnTo>
                <a:lnTo>
                  <a:pt x="232833" y="123040"/>
                </a:lnTo>
                <a:lnTo>
                  <a:pt x="254000" y="122012"/>
                </a:lnTo>
                <a:lnTo>
                  <a:pt x="275167" y="129106"/>
                </a:lnTo>
                <a:lnTo>
                  <a:pt x="296333" y="131185"/>
                </a:lnTo>
                <a:lnTo>
                  <a:pt x="317500" y="131857"/>
                </a:lnTo>
                <a:lnTo>
                  <a:pt x="338667" y="131865"/>
                </a:lnTo>
                <a:lnTo>
                  <a:pt x="359833" y="118457"/>
                </a:lnTo>
                <a:lnTo>
                  <a:pt x="381000" y="98730"/>
                </a:lnTo>
                <a:lnTo>
                  <a:pt x="402167" y="87313"/>
                </a:lnTo>
                <a:lnTo>
                  <a:pt x="423333" y="60256"/>
                </a:lnTo>
                <a:lnTo>
                  <a:pt x="444500" y="41461"/>
                </a:lnTo>
                <a:lnTo>
                  <a:pt x="465667" y="17735"/>
                </a:lnTo>
                <a:lnTo>
                  <a:pt x="486833" y="10458"/>
                </a:lnTo>
                <a:lnTo>
                  <a:pt x="508000" y="8450"/>
                </a:lnTo>
                <a:lnTo>
                  <a:pt x="529167" y="16170"/>
                </a:lnTo>
                <a:lnTo>
                  <a:pt x="550333" y="23101"/>
                </a:lnTo>
                <a:lnTo>
                  <a:pt x="571500" y="33062"/>
                </a:lnTo>
                <a:lnTo>
                  <a:pt x="592667" y="49270"/>
                </a:lnTo>
                <a:lnTo>
                  <a:pt x="613833" y="68560"/>
                </a:lnTo>
                <a:lnTo>
                  <a:pt x="635000" y="77367"/>
                </a:lnTo>
                <a:lnTo>
                  <a:pt x="656167" y="82026"/>
                </a:lnTo>
                <a:lnTo>
                  <a:pt x="677333" y="71341"/>
                </a:lnTo>
                <a:lnTo>
                  <a:pt x="698500" y="66895"/>
                </a:lnTo>
                <a:lnTo>
                  <a:pt x="719667" y="69040"/>
                </a:lnTo>
                <a:lnTo>
                  <a:pt x="740833" y="66752"/>
                </a:lnTo>
                <a:lnTo>
                  <a:pt x="762000" y="79458"/>
                </a:lnTo>
                <a:lnTo>
                  <a:pt x="783167" y="82213"/>
                </a:lnTo>
                <a:lnTo>
                  <a:pt x="804333" y="101703"/>
                </a:lnTo>
                <a:lnTo>
                  <a:pt x="825500" y="122236"/>
                </a:lnTo>
                <a:lnTo>
                  <a:pt x="846667" y="144670"/>
                </a:lnTo>
                <a:lnTo>
                  <a:pt x="867833" y="159816"/>
                </a:lnTo>
                <a:lnTo>
                  <a:pt x="889000" y="178715"/>
                </a:lnTo>
                <a:lnTo>
                  <a:pt x="910167" y="173208"/>
                </a:lnTo>
                <a:lnTo>
                  <a:pt x="931333" y="176520"/>
                </a:lnTo>
                <a:lnTo>
                  <a:pt x="952500" y="158287"/>
                </a:lnTo>
                <a:lnTo>
                  <a:pt x="973667" y="145444"/>
                </a:lnTo>
                <a:lnTo>
                  <a:pt x="994833" y="131026"/>
                </a:lnTo>
                <a:lnTo>
                  <a:pt x="1016000" y="101726"/>
                </a:lnTo>
                <a:lnTo>
                  <a:pt x="1037167" y="92978"/>
                </a:lnTo>
                <a:lnTo>
                  <a:pt x="1058333" y="77721"/>
                </a:lnTo>
                <a:lnTo>
                  <a:pt x="1079500" y="72812"/>
                </a:lnTo>
                <a:lnTo>
                  <a:pt x="1100667" y="70841"/>
                </a:lnTo>
                <a:lnTo>
                  <a:pt x="1121833" y="72299"/>
                </a:lnTo>
                <a:lnTo>
                  <a:pt x="1143000" y="83143"/>
                </a:lnTo>
                <a:lnTo>
                  <a:pt x="1164167" y="74302"/>
                </a:lnTo>
                <a:lnTo>
                  <a:pt x="1185333" y="71989"/>
                </a:lnTo>
                <a:lnTo>
                  <a:pt x="1206500" y="71517"/>
                </a:lnTo>
                <a:lnTo>
                  <a:pt x="1227667" y="58395"/>
                </a:lnTo>
                <a:lnTo>
                  <a:pt x="1248833" y="36206"/>
                </a:lnTo>
                <a:lnTo>
                  <a:pt x="1270000" y="16874"/>
                </a:lnTo>
                <a:lnTo>
                  <a:pt x="1291167" y="6799"/>
                </a:lnTo>
                <a:lnTo>
                  <a:pt x="1312333" y="0"/>
                </a:lnTo>
                <a:lnTo>
                  <a:pt x="1333500" y="4703"/>
                </a:lnTo>
                <a:lnTo>
                  <a:pt x="1354667" y="14791"/>
                </a:lnTo>
                <a:lnTo>
                  <a:pt x="1375833" y="29076"/>
                </a:lnTo>
                <a:lnTo>
                  <a:pt x="1397000" y="55838"/>
                </a:lnTo>
                <a:lnTo>
                  <a:pt x="1418167" y="72920"/>
                </a:lnTo>
                <a:lnTo>
                  <a:pt x="1439333" y="102999"/>
                </a:lnTo>
                <a:lnTo>
                  <a:pt x="1460500" y="110948"/>
                </a:lnTo>
                <a:lnTo>
                  <a:pt x="1481667" y="130287"/>
                </a:lnTo>
                <a:lnTo>
                  <a:pt x="1502833" y="136404"/>
                </a:lnTo>
                <a:lnTo>
                  <a:pt x="1524000" y="128578"/>
                </a:lnTo>
                <a:lnTo>
                  <a:pt x="1545167" y="122414"/>
                </a:lnTo>
                <a:lnTo>
                  <a:pt x="1566333" y="114427"/>
                </a:lnTo>
                <a:lnTo>
                  <a:pt x="1587500" y="114577"/>
                </a:lnTo>
                <a:lnTo>
                  <a:pt x="1608667" y="120539"/>
                </a:lnTo>
                <a:lnTo>
                  <a:pt x="1629833" y="121490"/>
                </a:lnTo>
                <a:lnTo>
                  <a:pt x="1651000" y="136885"/>
                </a:lnTo>
                <a:lnTo>
                  <a:pt x="1672167" y="146915"/>
                </a:lnTo>
                <a:lnTo>
                  <a:pt x="1693333" y="151333"/>
                </a:lnTo>
                <a:lnTo>
                  <a:pt x="1714500" y="164451"/>
                </a:lnTo>
                <a:lnTo>
                  <a:pt x="1735667" y="154672"/>
                </a:lnTo>
                <a:lnTo>
                  <a:pt x="1756833" y="148104"/>
                </a:lnTo>
                <a:lnTo>
                  <a:pt x="1778000" y="135954"/>
                </a:lnTo>
                <a:lnTo>
                  <a:pt x="1799167" y="114300"/>
                </a:lnTo>
                <a:lnTo>
                  <a:pt x="1820333" y="96558"/>
                </a:lnTo>
                <a:lnTo>
                  <a:pt x="1841500" y="63247"/>
                </a:lnTo>
                <a:lnTo>
                  <a:pt x="1862667" y="52278"/>
                </a:lnTo>
                <a:lnTo>
                  <a:pt x="1883833" y="34940"/>
                </a:lnTo>
                <a:lnTo>
                  <a:pt x="1905000" y="28326"/>
                </a:lnTo>
                <a:lnTo>
                  <a:pt x="1926167" y="19507"/>
                </a:lnTo>
                <a:lnTo>
                  <a:pt x="1947333" y="32531"/>
                </a:lnTo>
                <a:lnTo>
                  <a:pt x="1968500" y="36135"/>
                </a:lnTo>
                <a:lnTo>
                  <a:pt x="1989667" y="41852"/>
                </a:lnTo>
                <a:lnTo>
                  <a:pt x="2010833" y="57324"/>
                </a:lnTo>
                <a:lnTo>
                  <a:pt x="2032000" y="55496"/>
                </a:lnTo>
                <a:lnTo>
                  <a:pt x="2053167" y="59642"/>
                </a:lnTo>
                <a:lnTo>
                  <a:pt x="2074333" y="55317"/>
                </a:lnTo>
                <a:lnTo>
                  <a:pt x="2095500" y="45228"/>
                </a:lnTo>
              </a:path>
            </a:pathLst>
          </a:custGeom>
          <a:noFill/>
          <a:ln w="13847">
            <a:solidFill>
              <a:srgbClr val="394D93"/>
            </a:solidFill>
            <a:prstDash val="solid"/>
          </a:ln>
        </p:spPr>
      </p:sp>
      <p:sp>
        <p:nvSpPr>
          <p:cNvPr id="12" name="p18_rect_12">
            <a:extLst>
              <a:ext uri="{FF2B5EF4-FFF2-40B4-BE49-F238E27FC236}">
                <a16:creationId xmlns:a16="http://schemas.microsoft.com/office/drawing/2014/main" id="{FF08243E-577D-45B8-845C-E0200B22A13C}"/>
              </a:ext>
            </a:extLst>
          </p:cNvPr>
          <p:cNvSpPr>
            <a:spLocks/>
          </p:cNvSpPr>
          <p:nvPr/>
        </p:nvSpPr>
        <p:spPr>
          <a:xfrm>
            <a:off x="3126548" y="1158791"/>
            <a:ext cx="5830393" cy="1260823"/>
          </a:xfrm>
          <a:prstGeom prst="roundRect">
            <a:avLst>
              <a:gd name="adj" fmla="val 8092"/>
            </a:avLst>
          </a:prstGeom>
          <a:gradFill>
            <a:gsLst>
              <a:gs pos="0">
                <a:srgbClr val="FEFEFF"/>
              </a:gs>
              <a:gs pos="100000">
                <a:srgbClr val="EDF0F8"/>
              </a:gs>
            </a:gsLst>
            <a:lin ang="5400000"/>
          </a:gradFill>
          <a:ln w="12390">
            <a:solidFill>
              <a:srgbClr val="172956"/>
            </a:solidFill>
            <a:prstDash val="solid"/>
          </a:ln>
        </p:spPr>
      </p:sp>
      <p:sp>
        <p:nvSpPr>
          <p:cNvPr id="13" name="p18_path_13">
            <a:extLst>
              <a:ext uri="{FF2B5EF4-FFF2-40B4-BE49-F238E27FC236}">
                <a16:creationId xmlns:a16="http://schemas.microsoft.com/office/drawing/2014/main" id="{9E5D89B4-053F-478E-8179-1C0EB2E5BB0A}"/>
              </a:ext>
            </a:extLst>
          </p:cNvPr>
          <p:cNvSpPr>
            <a:spLocks/>
          </p:cNvSpPr>
          <p:nvPr/>
        </p:nvSpPr>
        <p:spPr>
          <a:xfrm>
            <a:off x="2616389" y="1792846"/>
            <a:ext cx="459143" cy="1676238"/>
          </a:xfrm>
          <a:custGeom>
            <a:avLst/>
            <a:gdLst/>
            <a:ahLst/>
            <a:cxnLst/>
            <a:rect l="0" t="0" r="0" b="0"/>
            <a:pathLst>
              <a:path w="600075" h="2190750">
                <a:moveTo>
                  <a:pt x="0" y="2190750"/>
                </a:moveTo>
                <a:lnTo>
                  <a:pt x="485775" y="2190750"/>
                </a:lnTo>
                <a:lnTo>
                  <a:pt x="485775" y="0"/>
                </a:lnTo>
                <a:lnTo>
                  <a:pt x="600075" y="0"/>
                </a:lnTo>
              </a:path>
            </a:pathLst>
          </a:custGeom>
          <a:noFill/>
          <a:ln w="16034">
            <a:solidFill>
              <a:srgbClr val="394D93"/>
            </a:solidFill>
            <a:prstDash val="solid"/>
          </a:ln>
        </p:spPr>
      </p:sp>
      <p:sp>
        <p:nvSpPr>
          <p:cNvPr id="14" name="p18_path_14">
            <a:extLst>
              <a:ext uri="{FF2B5EF4-FFF2-40B4-BE49-F238E27FC236}">
                <a16:creationId xmlns:a16="http://schemas.microsoft.com/office/drawing/2014/main" id="{0DF61C86-70F8-4962-9A5E-AC6488C23B46}"/>
              </a:ext>
            </a:extLst>
          </p:cNvPr>
          <p:cNvSpPr>
            <a:spLocks/>
          </p:cNvSpPr>
          <p:nvPr/>
        </p:nvSpPr>
        <p:spPr>
          <a:xfrm>
            <a:off x="3039092" y="1745794"/>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5" name="p18_rect_15">
            <a:extLst>
              <a:ext uri="{FF2B5EF4-FFF2-40B4-BE49-F238E27FC236}">
                <a16:creationId xmlns:a16="http://schemas.microsoft.com/office/drawing/2014/main" id="{73E4C43A-BFE5-46D1-A37D-42A81AB081BC}"/>
              </a:ext>
            </a:extLst>
          </p:cNvPr>
          <p:cNvSpPr>
            <a:spLocks/>
          </p:cNvSpPr>
          <p:nvPr/>
        </p:nvSpPr>
        <p:spPr>
          <a:xfrm>
            <a:off x="3126548" y="2878757"/>
            <a:ext cx="1821998" cy="1938606"/>
          </a:xfrm>
          <a:prstGeom prst="roundRect">
            <a:avLst>
              <a:gd name="adj" fmla="val 5600"/>
            </a:avLst>
          </a:prstGeom>
          <a:gradFill>
            <a:gsLst>
              <a:gs pos="0">
                <a:srgbClr val="FEFEFF"/>
              </a:gs>
              <a:gs pos="100000">
                <a:srgbClr val="EDF0F8"/>
              </a:gs>
            </a:gsLst>
            <a:lin ang="5400000"/>
          </a:gradFill>
          <a:ln w="12390">
            <a:solidFill>
              <a:srgbClr val="172956"/>
            </a:solidFill>
            <a:prstDash val="solid"/>
          </a:ln>
        </p:spPr>
      </p:sp>
      <p:sp>
        <p:nvSpPr>
          <p:cNvPr id="16" name="p18_rect_16">
            <a:extLst>
              <a:ext uri="{FF2B5EF4-FFF2-40B4-BE49-F238E27FC236}">
                <a16:creationId xmlns:a16="http://schemas.microsoft.com/office/drawing/2014/main" id="{0F16F6D6-74E3-4260-BB18-00446C922E1D}"/>
              </a:ext>
            </a:extLst>
          </p:cNvPr>
          <p:cNvSpPr>
            <a:spLocks/>
          </p:cNvSpPr>
          <p:nvPr/>
        </p:nvSpPr>
        <p:spPr>
          <a:xfrm>
            <a:off x="3235868" y="3950091"/>
            <a:ext cx="473719" cy="604903"/>
          </a:xfrm>
          <a:prstGeom prst="roundRect">
            <a:avLst>
              <a:gd name="adj" fmla="val 7692"/>
            </a:avLst>
          </a:prstGeom>
          <a:solidFill>
            <a:srgbClr val="FFFFFF"/>
          </a:solidFill>
          <a:ln w="7288">
            <a:solidFill>
              <a:srgbClr val="CAD3E9"/>
            </a:solidFill>
            <a:prstDash val="solid"/>
          </a:ln>
        </p:spPr>
      </p:sp>
      <p:sp>
        <p:nvSpPr>
          <p:cNvPr id="17" name="p18_path_17">
            <a:extLst>
              <a:ext uri="{FF2B5EF4-FFF2-40B4-BE49-F238E27FC236}">
                <a16:creationId xmlns:a16="http://schemas.microsoft.com/office/drawing/2014/main" id="{96C54A24-123A-4E26-928B-4C19F1A774A5}"/>
              </a:ext>
            </a:extLst>
          </p:cNvPr>
          <p:cNvSpPr>
            <a:spLocks/>
          </p:cNvSpPr>
          <p:nvPr/>
        </p:nvSpPr>
        <p:spPr>
          <a:xfrm>
            <a:off x="3308748" y="4296357"/>
            <a:ext cx="342536" cy="107251"/>
          </a:xfrm>
          <a:custGeom>
            <a:avLst/>
            <a:gdLst/>
            <a:ahLst/>
            <a:cxnLst/>
            <a:rect l="0" t="0" r="0" b="0"/>
            <a:pathLst>
              <a:path w="447675" h="140171">
                <a:moveTo>
                  <a:pt x="0" y="130156"/>
                </a:moveTo>
                <a:lnTo>
                  <a:pt x="4522" y="140048"/>
                </a:lnTo>
                <a:lnTo>
                  <a:pt x="9044" y="127654"/>
                </a:lnTo>
                <a:lnTo>
                  <a:pt x="13566" y="140171"/>
                </a:lnTo>
                <a:lnTo>
                  <a:pt x="18088" y="135767"/>
                </a:lnTo>
                <a:lnTo>
                  <a:pt x="22610" y="126388"/>
                </a:lnTo>
                <a:lnTo>
                  <a:pt x="27132" y="128220"/>
                </a:lnTo>
                <a:lnTo>
                  <a:pt x="31654" y="120607"/>
                </a:lnTo>
                <a:lnTo>
                  <a:pt x="36176" y="115457"/>
                </a:lnTo>
                <a:lnTo>
                  <a:pt x="40698" y="132685"/>
                </a:lnTo>
                <a:lnTo>
                  <a:pt x="45220" y="113157"/>
                </a:lnTo>
                <a:lnTo>
                  <a:pt x="49742" y="114031"/>
                </a:lnTo>
                <a:lnTo>
                  <a:pt x="54264" y="120351"/>
                </a:lnTo>
                <a:lnTo>
                  <a:pt x="58786" y="122354"/>
                </a:lnTo>
                <a:lnTo>
                  <a:pt x="63308" y="109806"/>
                </a:lnTo>
                <a:lnTo>
                  <a:pt x="67830" y="124294"/>
                </a:lnTo>
                <a:lnTo>
                  <a:pt x="72352" y="114559"/>
                </a:lnTo>
                <a:lnTo>
                  <a:pt x="76873" y="111305"/>
                </a:lnTo>
                <a:lnTo>
                  <a:pt x="81395" y="121088"/>
                </a:lnTo>
                <a:lnTo>
                  <a:pt x="85917" y="101681"/>
                </a:lnTo>
                <a:lnTo>
                  <a:pt x="90439" y="120814"/>
                </a:lnTo>
                <a:lnTo>
                  <a:pt x="94961" y="105350"/>
                </a:lnTo>
                <a:lnTo>
                  <a:pt x="99483" y="113010"/>
                </a:lnTo>
                <a:lnTo>
                  <a:pt x="104005" y="108397"/>
                </a:lnTo>
                <a:lnTo>
                  <a:pt x="108527" y="106945"/>
                </a:lnTo>
                <a:lnTo>
                  <a:pt x="113049" y="102805"/>
                </a:lnTo>
                <a:lnTo>
                  <a:pt x="117571" y="112961"/>
                </a:lnTo>
                <a:lnTo>
                  <a:pt x="122093" y="99579"/>
                </a:lnTo>
                <a:lnTo>
                  <a:pt x="126615" y="99511"/>
                </a:lnTo>
                <a:lnTo>
                  <a:pt x="131137" y="91806"/>
                </a:lnTo>
                <a:lnTo>
                  <a:pt x="135659" y="91879"/>
                </a:lnTo>
                <a:lnTo>
                  <a:pt x="140181" y="102283"/>
                </a:lnTo>
                <a:lnTo>
                  <a:pt x="144703" y="87138"/>
                </a:lnTo>
                <a:lnTo>
                  <a:pt x="149225" y="90848"/>
                </a:lnTo>
                <a:lnTo>
                  <a:pt x="153747" y="102445"/>
                </a:lnTo>
                <a:lnTo>
                  <a:pt x="158269" y="84383"/>
                </a:lnTo>
                <a:lnTo>
                  <a:pt x="162791" y="97886"/>
                </a:lnTo>
                <a:lnTo>
                  <a:pt x="167313" y="82747"/>
                </a:lnTo>
                <a:lnTo>
                  <a:pt x="171835" y="85667"/>
                </a:lnTo>
                <a:lnTo>
                  <a:pt x="176357" y="80474"/>
                </a:lnTo>
                <a:lnTo>
                  <a:pt x="180879" y="92546"/>
                </a:lnTo>
                <a:lnTo>
                  <a:pt x="185401" y="83207"/>
                </a:lnTo>
                <a:lnTo>
                  <a:pt x="189923" y="78720"/>
                </a:lnTo>
                <a:lnTo>
                  <a:pt x="194445" y="82065"/>
                </a:lnTo>
                <a:lnTo>
                  <a:pt x="198967" y="69497"/>
                </a:lnTo>
                <a:lnTo>
                  <a:pt x="203489" y="69506"/>
                </a:lnTo>
                <a:lnTo>
                  <a:pt x="208011" y="66388"/>
                </a:lnTo>
                <a:lnTo>
                  <a:pt x="212533" y="66474"/>
                </a:lnTo>
                <a:lnTo>
                  <a:pt x="217055" y="79717"/>
                </a:lnTo>
                <a:lnTo>
                  <a:pt x="221577" y="67178"/>
                </a:lnTo>
                <a:lnTo>
                  <a:pt x="226098" y="61602"/>
                </a:lnTo>
                <a:lnTo>
                  <a:pt x="230620" y="68422"/>
                </a:lnTo>
                <a:lnTo>
                  <a:pt x="235142" y="60184"/>
                </a:lnTo>
                <a:lnTo>
                  <a:pt x="239664" y="63513"/>
                </a:lnTo>
                <a:lnTo>
                  <a:pt x="244186" y="54159"/>
                </a:lnTo>
                <a:lnTo>
                  <a:pt x="248708" y="67994"/>
                </a:lnTo>
                <a:lnTo>
                  <a:pt x="253230" y="57029"/>
                </a:lnTo>
                <a:lnTo>
                  <a:pt x="257752" y="57089"/>
                </a:lnTo>
                <a:lnTo>
                  <a:pt x="262274" y="61735"/>
                </a:lnTo>
                <a:lnTo>
                  <a:pt x="266796" y="63695"/>
                </a:lnTo>
                <a:lnTo>
                  <a:pt x="271318" y="55266"/>
                </a:lnTo>
                <a:lnTo>
                  <a:pt x="275840" y="59512"/>
                </a:lnTo>
                <a:lnTo>
                  <a:pt x="280362" y="46935"/>
                </a:lnTo>
                <a:lnTo>
                  <a:pt x="284884" y="47593"/>
                </a:lnTo>
                <a:lnTo>
                  <a:pt x="289406" y="43119"/>
                </a:lnTo>
                <a:lnTo>
                  <a:pt x="293928" y="52548"/>
                </a:lnTo>
                <a:lnTo>
                  <a:pt x="298450" y="59210"/>
                </a:lnTo>
                <a:lnTo>
                  <a:pt x="302972" y="58583"/>
                </a:lnTo>
                <a:lnTo>
                  <a:pt x="307494" y="37856"/>
                </a:lnTo>
                <a:lnTo>
                  <a:pt x="312016" y="45516"/>
                </a:lnTo>
                <a:lnTo>
                  <a:pt x="316538" y="36662"/>
                </a:lnTo>
                <a:lnTo>
                  <a:pt x="321060" y="42098"/>
                </a:lnTo>
                <a:lnTo>
                  <a:pt x="325582" y="32387"/>
                </a:lnTo>
                <a:lnTo>
                  <a:pt x="330104" y="43445"/>
                </a:lnTo>
                <a:lnTo>
                  <a:pt x="334626" y="45936"/>
                </a:lnTo>
                <a:lnTo>
                  <a:pt x="339148" y="43687"/>
                </a:lnTo>
                <a:lnTo>
                  <a:pt x="343670" y="31587"/>
                </a:lnTo>
                <a:lnTo>
                  <a:pt x="348192" y="36858"/>
                </a:lnTo>
                <a:lnTo>
                  <a:pt x="352714" y="43868"/>
                </a:lnTo>
                <a:lnTo>
                  <a:pt x="357236" y="22726"/>
                </a:lnTo>
                <a:lnTo>
                  <a:pt x="361758" y="35602"/>
                </a:lnTo>
                <a:lnTo>
                  <a:pt x="366280" y="39043"/>
                </a:lnTo>
                <a:lnTo>
                  <a:pt x="370802" y="18422"/>
                </a:lnTo>
                <a:lnTo>
                  <a:pt x="375323" y="29035"/>
                </a:lnTo>
                <a:lnTo>
                  <a:pt x="379845" y="37075"/>
                </a:lnTo>
                <a:lnTo>
                  <a:pt x="384367" y="20980"/>
                </a:lnTo>
                <a:lnTo>
                  <a:pt x="388889" y="34636"/>
                </a:lnTo>
                <a:lnTo>
                  <a:pt x="393411" y="17339"/>
                </a:lnTo>
                <a:lnTo>
                  <a:pt x="397933" y="14237"/>
                </a:lnTo>
                <a:lnTo>
                  <a:pt x="402455" y="30476"/>
                </a:lnTo>
                <a:lnTo>
                  <a:pt x="406977" y="11649"/>
                </a:lnTo>
                <a:lnTo>
                  <a:pt x="411499" y="8351"/>
                </a:lnTo>
                <a:lnTo>
                  <a:pt x="416021" y="20806"/>
                </a:lnTo>
                <a:lnTo>
                  <a:pt x="420543" y="16981"/>
                </a:lnTo>
                <a:lnTo>
                  <a:pt x="425065" y="14693"/>
                </a:lnTo>
                <a:lnTo>
                  <a:pt x="429587" y="18744"/>
                </a:lnTo>
                <a:lnTo>
                  <a:pt x="434109" y="3250"/>
                </a:lnTo>
                <a:lnTo>
                  <a:pt x="438631" y="0"/>
                </a:lnTo>
                <a:lnTo>
                  <a:pt x="443153" y="15342"/>
                </a:lnTo>
                <a:lnTo>
                  <a:pt x="447675" y="4087"/>
                </a:lnTo>
              </a:path>
            </a:pathLst>
          </a:custGeom>
          <a:noFill/>
          <a:ln w="13847">
            <a:solidFill>
              <a:srgbClr val="394D93"/>
            </a:solidFill>
            <a:prstDash val="solid"/>
          </a:ln>
        </p:spPr>
      </p:sp>
      <p:sp>
        <p:nvSpPr>
          <p:cNvPr id="18" name="p18_rect_18">
            <a:extLst>
              <a:ext uri="{FF2B5EF4-FFF2-40B4-BE49-F238E27FC236}">
                <a16:creationId xmlns:a16="http://schemas.microsoft.com/office/drawing/2014/main" id="{0AB0437E-32B8-44CD-A97C-D92A509A651E}"/>
              </a:ext>
            </a:extLst>
          </p:cNvPr>
          <p:cNvSpPr>
            <a:spLocks/>
          </p:cNvSpPr>
          <p:nvPr/>
        </p:nvSpPr>
        <p:spPr>
          <a:xfrm>
            <a:off x="3767892" y="3950091"/>
            <a:ext cx="473719" cy="604903"/>
          </a:xfrm>
          <a:prstGeom prst="roundRect">
            <a:avLst>
              <a:gd name="adj" fmla="val 7692"/>
            </a:avLst>
          </a:prstGeom>
          <a:solidFill>
            <a:srgbClr val="FFFFFF"/>
          </a:solidFill>
          <a:ln w="7288">
            <a:solidFill>
              <a:srgbClr val="CAD3E9"/>
            </a:solidFill>
            <a:prstDash val="solid"/>
          </a:ln>
        </p:spPr>
      </p:sp>
      <p:sp>
        <p:nvSpPr>
          <p:cNvPr id="19" name="p18_path_19">
            <a:extLst>
              <a:ext uri="{FF2B5EF4-FFF2-40B4-BE49-F238E27FC236}">
                <a16:creationId xmlns:a16="http://schemas.microsoft.com/office/drawing/2014/main" id="{280EE331-8A52-442F-98D7-A471B2BB188E}"/>
              </a:ext>
            </a:extLst>
          </p:cNvPr>
          <p:cNvSpPr>
            <a:spLocks/>
          </p:cNvSpPr>
          <p:nvPr/>
        </p:nvSpPr>
        <p:spPr>
          <a:xfrm>
            <a:off x="3840772" y="4227035"/>
            <a:ext cx="729" cy="247792"/>
          </a:xfrm>
          <a:custGeom>
            <a:avLst/>
            <a:gdLst/>
            <a:ahLst/>
            <a:cxnLst/>
            <a:rect l="0" t="0" r="0" b="0"/>
            <a:pathLst>
              <a:path w="953" h="323850">
                <a:moveTo>
                  <a:pt x="0" y="0"/>
                </a:moveTo>
                <a:lnTo>
                  <a:pt x="0" y="323850"/>
                </a:lnTo>
              </a:path>
            </a:pathLst>
          </a:custGeom>
          <a:noFill/>
          <a:ln w="8746">
            <a:solidFill>
              <a:srgbClr val="8599C3"/>
            </a:solidFill>
            <a:prstDash val="solid"/>
          </a:ln>
        </p:spPr>
      </p:sp>
      <p:sp>
        <p:nvSpPr>
          <p:cNvPr id="20" name="p18_path_20">
            <a:extLst>
              <a:ext uri="{FF2B5EF4-FFF2-40B4-BE49-F238E27FC236}">
                <a16:creationId xmlns:a16="http://schemas.microsoft.com/office/drawing/2014/main" id="{1451C0E5-07B5-49A0-AAB5-5C01C9E8EFC8}"/>
              </a:ext>
            </a:extLst>
          </p:cNvPr>
          <p:cNvSpPr>
            <a:spLocks/>
          </p:cNvSpPr>
          <p:nvPr/>
        </p:nvSpPr>
        <p:spPr>
          <a:xfrm>
            <a:off x="3840772" y="4474827"/>
            <a:ext cx="342536" cy="729"/>
          </a:xfrm>
          <a:custGeom>
            <a:avLst/>
            <a:gdLst/>
            <a:ahLst/>
            <a:cxnLst/>
            <a:rect l="0" t="0" r="0" b="0"/>
            <a:pathLst>
              <a:path w="447675" h="953">
                <a:moveTo>
                  <a:pt x="0" y="0"/>
                </a:moveTo>
                <a:lnTo>
                  <a:pt x="447675" y="0"/>
                </a:lnTo>
              </a:path>
            </a:pathLst>
          </a:custGeom>
          <a:noFill/>
          <a:ln w="8746">
            <a:solidFill>
              <a:srgbClr val="8599C3"/>
            </a:solidFill>
            <a:prstDash val="solid"/>
          </a:ln>
        </p:spPr>
      </p:sp>
      <p:sp>
        <p:nvSpPr>
          <p:cNvPr id="21" name="p18_path_21">
            <a:extLst>
              <a:ext uri="{FF2B5EF4-FFF2-40B4-BE49-F238E27FC236}">
                <a16:creationId xmlns:a16="http://schemas.microsoft.com/office/drawing/2014/main" id="{4D5EE0C3-4B46-4161-BE52-DF3B5036C942}"/>
              </a:ext>
            </a:extLst>
          </p:cNvPr>
          <p:cNvSpPr>
            <a:spLocks/>
          </p:cNvSpPr>
          <p:nvPr/>
        </p:nvSpPr>
        <p:spPr>
          <a:xfrm>
            <a:off x="3884499" y="4256770"/>
            <a:ext cx="729" cy="218057"/>
          </a:xfrm>
          <a:custGeom>
            <a:avLst/>
            <a:gdLst/>
            <a:ahLst/>
            <a:cxnLst/>
            <a:rect l="0" t="0" r="0" b="0"/>
            <a:pathLst>
              <a:path w="953" h="284988">
                <a:moveTo>
                  <a:pt x="0" y="284988"/>
                </a:moveTo>
                <a:lnTo>
                  <a:pt x="0" y="0"/>
                </a:lnTo>
              </a:path>
            </a:pathLst>
          </a:custGeom>
          <a:noFill/>
          <a:ln w="29152">
            <a:solidFill>
              <a:srgbClr val="394D93"/>
            </a:solidFill>
            <a:prstDash val="solid"/>
          </a:ln>
        </p:spPr>
      </p:sp>
      <p:sp>
        <p:nvSpPr>
          <p:cNvPr id="22" name="p18_path_22">
            <a:extLst>
              <a:ext uri="{FF2B5EF4-FFF2-40B4-BE49-F238E27FC236}">
                <a16:creationId xmlns:a16="http://schemas.microsoft.com/office/drawing/2014/main" id="{F26F157D-FA76-4830-A5A8-DD2C4B864476}"/>
              </a:ext>
            </a:extLst>
          </p:cNvPr>
          <p:cNvSpPr>
            <a:spLocks/>
          </p:cNvSpPr>
          <p:nvPr/>
        </p:nvSpPr>
        <p:spPr>
          <a:xfrm>
            <a:off x="3905908" y="4294000"/>
            <a:ext cx="729" cy="180826"/>
          </a:xfrm>
          <a:custGeom>
            <a:avLst/>
            <a:gdLst/>
            <a:ahLst/>
            <a:cxnLst/>
            <a:rect l="0" t="0" r="0" b="0"/>
            <a:pathLst>
              <a:path w="953" h="236330">
                <a:moveTo>
                  <a:pt x="0" y="236330"/>
                </a:moveTo>
                <a:lnTo>
                  <a:pt x="0" y="0"/>
                </a:lnTo>
              </a:path>
            </a:pathLst>
          </a:custGeom>
          <a:noFill/>
          <a:ln w="29152">
            <a:solidFill>
              <a:srgbClr val="394D93"/>
            </a:solidFill>
            <a:prstDash val="solid"/>
          </a:ln>
        </p:spPr>
      </p:sp>
      <p:sp>
        <p:nvSpPr>
          <p:cNvPr id="23" name="p18_path_23">
            <a:extLst>
              <a:ext uri="{FF2B5EF4-FFF2-40B4-BE49-F238E27FC236}">
                <a16:creationId xmlns:a16="http://schemas.microsoft.com/office/drawing/2014/main" id="{72A8BCFA-3C13-4EA0-B183-B1D49BE9AB8F}"/>
              </a:ext>
            </a:extLst>
          </p:cNvPr>
          <p:cNvSpPr>
            <a:spLocks/>
          </p:cNvSpPr>
          <p:nvPr/>
        </p:nvSpPr>
        <p:spPr>
          <a:xfrm>
            <a:off x="3927316" y="4327054"/>
            <a:ext cx="729" cy="147773"/>
          </a:xfrm>
          <a:custGeom>
            <a:avLst/>
            <a:gdLst/>
            <a:ahLst/>
            <a:cxnLst/>
            <a:rect l="0" t="0" r="0" b="0"/>
            <a:pathLst>
              <a:path w="953" h="193131">
                <a:moveTo>
                  <a:pt x="0" y="193131"/>
                </a:moveTo>
                <a:lnTo>
                  <a:pt x="0" y="0"/>
                </a:lnTo>
              </a:path>
            </a:pathLst>
          </a:custGeom>
          <a:noFill/>
          <a:ln w="29152">
            <a:solidFill>
              <a:srgbClr val="394D93"/>
            </a:solidFill>
            <a:prstDash val="solid"/>
          </a:ln>
        </p:spPr>
      </p:sp>
      <p:sp>
        <p:nvSpPr>
          <p:cNvPr id="24" name="p18_path_24">
            <a:extLst>
              <a:ext uri="{FF2B5EF4-FFF2-40B4-BE49-F238E27FC236}">
                <a16:creationId xmlns:a16="http://schemas.microsoft.com/office/drawing/2014/main" id="{92012C50-FEB8-4123-B02C-62005292669F}"/>
              </a:ext>
            </a:extLst>
          </p:cNvPr>
          <p:cNvSpPr>
            <a:spLocks/>
          </p:cNvSpPr>
          <p:nvPr/>
        </p:nvSpPr>
        <p:spPr>
          <a:xfrm>
            <a:off x="3948725" y="4355900"/>
            <a:ext cx="729" cy="118926"/>
          </a:xfrm>
          <a:custGeom>
            <a:avLst/>
            <a:gdLst/>
            <a:ahLst/>
            <a:cxnLst/>
            <a:rect l="0" t="0" r="0" b="0"/>
            <a:pathLst>
              <a:path w="953" h="155430">
                <a:moveTo>
                  <a:pt x="0" y="155430"/>
                </a:moveTo>
                <a:lnTo>
                  <a:pt x="0" y="0"/>
                </a:lnTo>
              </a:path>
            </a:pathLst>
          </a:custGeom>
          <a:noFill/>
          <a:ln w="29152">
            <a:solidFill>
              <a:srgbClr val="394D93"/>
            </a:solidFill>
            <a:prstDash val="solid"/>
          </a:ln>
        </p:spPr>
      </p:sp>
      <p:sp>
        <p:nvSpPr>
          <p:cNvPr id="25" name="p18_path_25">
            <a:extLst>
              <a:ext uri="{FF2B5EF4-FFF2-40B4-BE49-F238E27FC236}">
                <a16:creationId xmlns:a16="http://schemas.microsoft.com/office/drawing/2014/main" id="{F630A82B-9E73-41AC-8B67-86E264968F48}"/>
              </a:ext>
            </a:extLst>
          </p:cNvPr>
          <p:cNvSpPr>
            <a:spLocks/>
          </p:cNvSpPr>
          <p:nvPr/>
        </p:nvSpPr>
        <p:spPr>
          <a:xfrm>
            <a:off x="3970133" y="4380681"/>
            <a:ext cx="729" cy="94145"/>
          </a:xfrm>
          <a:custGeom>
            <a:avLst/>
            <a:gdLst/>
            <a:ahLst/>
            <a:cxnLst/>
            <a:rect l="0" t="0" r="0" b="0"/>
            <a:pathLst>
              <a:path w="953" h="123043">
                <a:moveTo>
                  <a:pt x="0" y="123043"/>
                </a:moveTo>
                <a:lnTo>
                  <a:pt x="0" y="0"/>
                </a:lnTo>
              </a:path>
            </a:pathLst>
          </a:custGeom>
          <a:noFill/>
          <a:ln w="29152">
            <a:solidFill>
              <a:srgbClr val="394D93"/>
            </a:solidFill>
            <a:prstDash val="solid"/>
          </a:ln>
        </p:spPr>
      </p:sp>
      <p:sp>
        <p:nvSpPr>
          <p:cNvPr id="26" name="p18_path_26">
            <a:extLst>
              <a:ext uri="{FF2B5EF4-FFF2-40B4-BE49-F238E27FC236}">
                <a16:creationId xmlns:a16="http://schemas.microsoft.com/office/drawing/2014/main" id="{FAB7EA8E-B125-49C2-96FC-0F808704F680}"/>
              </a:ext>
            </a:extLst>
          </p:cNvPr>
          <p:cNvSpPr>
            <a:spLocks/>
          </p:cNvSpPr>
          <p:nvPr/>
        </p:nvSpPr>
        <p:spPr>
          <a:xfrm>
            <a:off x="3991542" y="4401656"/>
            <a:ext cx="729" cy="73170"/>
          </a:xfrm>
          <a:custGeom>
            <a:avLst/>
            <a:gdLst/>
            <a:ahLst/>
            <a:cxnLst/>
            <a:rect l="0" t="0" r="0" b="0"/>
            <a:pathLst>
              <a:path w="953" h="95630">
                <a:moveTo>
                  <a:pt x="0" y="95630"/>
                </a:moveTo>
                <a:lnTo>
                  <a:pt x="0" y="0"/>
                </a:lnTo>
              </a:path>
            </a:pathLst>
          </a:custGeom>
          <a:noFill/>
          <a:ln w="29152">
            <a:solidFill>
              <a:srgbClr val="394D93"/>
            </a:solidFill>
            <a:prstDash val="solid"/>
          </a:ln>
        </p:spPr>
      </p:sp>
      <p:sp>
        <p:nvSpPr>
          <p:cNvPr id="27" name="p18_path_27">
            <a:extLst>
              <a:ext uri="{FF2B5EF4-FFF2-40B4-BE49-F238E27FC236}">
                <a16:creationId xmlns:a16="http://schemas.microsoft.com/office/drawing/2014/main" id="{62213AA2-72BD-4F3F-BAC8-523DBA8639B1}"/>
              </a:ext>
            </a:extLst>
          </p:cNvPr>
          <p:cNvSpPr>
            <a:spLocks/>
          </p:cNvSpPr>
          <p:nvPr/>
        </p:nvSpPr>
        <p:spPr>
          <a:xfrm>
            <a:off x="4012950" y="4419155"/>
            <a:ext cx="729" cy="55672"/>
          </a:xfrm>
          <a:custGeom>
            <a:avLst/>
            <a:gdLst/>
            <a:ahLst/>
            <a:cxnLst/>
            <a:rect l="0" t="0" r="0" b="0"/>
            <a:pathLst>
              <a:path w="953" h="72760">
                <a:moveTo>
                  <a:pt x="0" y="72760"/>
                </a:moveTo>
                <a:lnTo>
                  <a:pt x="0" y="0"/>
                </a:lnTo>
              </a:path>
            </a:pathLst>
          </a:custGeom>
          <a:noFill/>
          <a:ln w="29152">
            <a:solidFill>
              <a:srgbClr val="394D93"/>
            </a:solidFill>
            <a:prstDash val="solid"/>
          </a:ln>
        </p:spPr>
      </p:sp>
      <p:sp>
        <p:nvSpPr>
          <p:cNvPr id="28" name="p18_path_28">
            <a:extLst>
              <a:ext uri="{FF2B5EF4-FFF2-40B4-BE49-F238E27FC236}">
                <a16:creationId xmlns:a16="http://schemas.microsoft.com/office/drawing/2014/main" id="{672004BC-5106-4865-AA8F-553E4DDE33F6}"/>
              </a:ext>
            </a:extLst>
          </p:cNvPr>
          <p:cNvSpPr>
            <a:spLocks/>
          </p:cNvSpPr>
          <p:nvPr/>
        </p:nvSpPr>
        <p:spPr>
          <a:xfrm>
            <a:off x="4034359" y="4433542"/>
            <a:ext cx="729" cy="41284"/>
          </a:xfrm>
          <a:custGeom>
            <a:avLst/>
            <a:gdLst/>
            <a:ahLst/>
            <a:cxnLst/>
            <a:rect l="0" t="0" r="0" b="0"/>
            <a:pathLst>
              <a:path w="953" h="53956">
                <a:moveTo>
                  <a:pt x="0" y="53956"/>
                </a:moveTo>
                <a:lnTo>
                  <a:pt x="0" y="0"/>
                </a:lnTo>
              </a:path>
            </a:pathLst>
          </a:custGeom>
          <a:noFill/>
          <a:ln w="29152">
            <a:solidFill>
              <a:srgbClr val="394D93"/>
            </a:solidFill>
            <a:prstDash val="solid"/>
          </a:ln>
        </p:spPr>
      </p:sp>
      <p:sp>
        <p:nvSpPr>
          <p:cNvPr id="29" name="p18_path_29">
            <a:extLst>
              <a:ext uri="{FF2B5EF4-FFF2-40B4-BE49-F238E27FC236}">
                <a16:creationId xmlns:a16="http://schemas.microsoft.com/office/drawing/2014/main" id="{846AE5EA-CB43-423A-A5AD-29A49F4AE5E3}"/>
              </a:ext>
            </a:extLst>
          </p:cNvPr>
          <p:cNvSpPr>
            <a:spLocks/>
          </p:cNvSpPr>
          <p:nvPr/>
        </p:nvSpPr>
        <p:spPr>
          <a:xfrm>
            <a:off x="4055767" y="4445197"/>
            <a:ext cx="729" cy="29630"/>
          </a:xfrm>
          <a:custGeom>
            <a:avLst/>
            <a:gdLst/>
            <a:ahLst/>
            <a:cxnLst/>
            <a:rect l="0" t="0" r="0" b="0"/>
            <a:pathLst>
              <a:path w="953" h="38725">
                <a:moveTo>
                  <a:pt x="0" y="38725"/>
                </a:moveTo>
                <a:lnTo>
                  <a:pt x="0" y="0"/>
                </a:lnTo>
              </a:path>
            </a:pathLst>
          </a:custGeom>
          <a:noFill/>
          <a:ln w="29152">
            <a:solidFill>
              <a:srgbClr val="394D93"/>
            </a:solidFill>
            <a:prstDash val="solid"/>
          </a:ln>
        </p:spPr>
      </p:sp>
      <p:sp>
        <p:nvSpPr>
          <p:cNvPr id="30" name="p18_path_30">
            <a:extLst>
              <a:ext uri="{FF2B5EF4-FFF2-40B4-BE49-F238E27FC236}">
                <a16:creationId xmlns:a16="http://schemas.microsoft.com/office/drawing/2014/main" id="{B8E66A92-5678-425B-8DB8-90F0D4BE2E9D}"/>
              </a:ext>
            </a:extLst>
          </p:cNvPr>
          <p:cNvSpPr>
            <a:spLocks/>
          </p:cNvSpPr>
          <p:nvPr/>
        </p:nvSpPr>
        <p:spPr>
          <a:xfrm>
            <a:off x="4077176" y="4454487"/>
            <a:ext cx="729" cy="20339"/>
          </a:xfrm>
          <a:custGeom>
            <a:avLst/>
            <a:gdLst/>
            <a:ahLst/>
            <a:cxnLst/>
            <a:rect l="0" t="0" r="0" b="0"/>
            <a:pathLst>
              <a:path w="953" h="26582">
                <a:moveTo>
                  <a:pt x="0" y="26582"/>
                </a:moveTo>
                <a:lnTo>
                  <a:pt x="0" y="0"/>
                </a:lnTo>
              </a:path>
            </a:pathLst>
          </a:custGeom>
          <a:noFill/>
          <a:ln w="29152">
            <a:solidFill>
              <a:srgbClr val="394D93"/>
            </a:solidFill>
            <a:prstDash val="solid"/>
          </a:ln>
        </p:spPr>
      </p:sp>
      <p:sp>
        <p:nvSpPr>
          <p:cNvPr id="31" name="p18_path_31">
            <a:extLst>
              <a:ext uri="{FF2B5EF4-FFF2-40B4-BE49-F238E27FC236}">
                <a16:creationId xmlns:a16="http://schemas.microsoft.com/office/drawing/2014/main" id="{473DB021-8236-42FF-811B-B9118B74EDD5}"/>
              </a:ext>
            </a:extLst>
          </p:cNvPr>
          <p:cNvSpPr>
            <a:spLocks/>
          </p:cNvSpPr>
          <p:nvPr/>
        </p:nvSpPr>
        <p:spPr>
          <a:xfrm>
            <a:off x="4098584" y="4461766"/>
            <a:ext cx="729" cy="13061"/>
          </a:xfrm>
          <a:custGeom>
            <a:avLst/>
            <a:gdLst/>
            <a:ahLst/>
            <a:cxnLst/>
            <a:rect l="0" t="0" r="0" b="0"/>
            <a:pathLst>
              <a:path w="953" h="17070">
                <a:moveTo>
                  <a:pt x="0" y="17070"/>
                </a:moveTo>
                <a:lnTo>
                  <a:pt x="0" y="0"/>
                </a:lnTo>
              </a:path>
            </a:pathLst>
          </a:custGeom>
          <a:noFill/>
          <a:ln w="29152">
            <a:solidFill>
              <a:srgbClr val="394D93"/>
            </a:solidFill>
            <a:prstDash val="solid"/>
          </a:ln>
        </p:spPr>
      </p:sp>
      <p:sp>
        <p:nvSpPr>
          <p:cNvPr id="32" name="p18_path_32">
            <a:extLst>
              <a:ext uri="{FF2B5EF4-FFF2-40B4-BE49-F238E27FC236}">
                <a16:creationId xmlns:a16="http://schemas.microsoft.com/office/drawing/2014/main" id="{AEFC426C-1F63-441D-A245-69E2F33415E7}"/>
              </a:ext>
            </a:extLst>
          </p:cNvPr>
          <p:cNvSpPr>
            <a:spLocks/>
          </p:cNvSpPr>
          <p:nvPr/>
        </p:nvSpPr>
        <p:spPr>
          <a:xfrm>
            <a:off x="4119993" y="4467355"/>
            <a:ext cx="729" cy="7472"/>
          </a:xfrm>
          <a:custGeom>
            <a:avLst/>
            <a:gdLst/>
            <a:ahLst/>
            <a:cxnLst/>
            <a:rect l="0" t="0" r="0" b="0"/>
            <a:pathLst>
              <a:path w="953" h="9765">
                <a:moveTo>
                  <a:pt x="0" y="9765"/>
                </a:moveTo>
                <a:lnTo>
                  <a:pt x="0" y="0"/>
                </a:lnTo>
              </a:path>
            </a:pathLst>
          </a:custGeom>
          <a:noFill/>
          <a:ln w="29152">
            <a:solidFill>
              <a:srgbClr val="394D93"/>
            </a:solidFill>
            <a:prstDash val="solid"/>
          </a:ln>
        </p:spPr>
      </p:sp>
      <p:sp>
        <p:nvSpPr>
          <p:cNvPr id="33" name="p18_path_33">
            <a:extLst>
              <a:ext uri="{FF2B5EF4-FFF2-40B4-BE49-F238E27FC236}">
                <a16:creationId xmlns:a16="http://schemas.microsoft.com/office/drawing/2014/main" id="{4233EE0A-FB00-4FB6-B7D2-2BCACA133367}"/>
              </a:ext>
            </a:extLst>
          </p:cNvPr>
          <p:cNvSpPr>
            <a:spLocks/>
          </p:cNvSpPr>
          <p:nvPr/>
        </p:nvSpPr>
        <p:spPr>
          <a:xfrm>
            <a:off x="4141401" y="4471547"/>
            <a:ext cx="729" cy="3280"/>
          </a:xfrm>
          <a:custGeom>
            <a:avLst/>
            <a:gdLst/>
            <a:ahLst/>
            <a:cxnLst/>
            <a:rect l="0" t="0" r="0" b="0"/>
            <a:pathLst>
              <a:path w="953" h="4287">
                <a:moveTo>
                  <a:pt x="0" y="4287"/>
                </a:moveTo>
                <a:lnTo>
                  <a:pt x="0" y="0"/>
                </a:lnTo>
              </a:path>
            </a:pathLst>
          </a:custGeom>
          <a:noFill/>
          <a:ln w="29152">
            <a:solidFill>
              <a:srgbClr val="394D93"/>
            </a:solidFill>
            <a:prstDash val="solid"/>
          </a:ln>
        </p:spPr>
      </p:sp>
      <p:sp>
        <p:nvSpPr>
          <p:cNvPr id="34" name="p18_path_34">
            <a:extLst>
              <a:ext uri="{FF2B5EF4-FFF2-40B4-BE49-F238E27FC236}">
                <a16:creationId xmlns:a16="http://schemas.microsoft.com/office/drawing/2014/main" id="{93B5C925-3FB8-45BE-8FCA-9C749426E0F4}"/>
              </a:ext>
            </a:extLst>
          </p:cNvPr>
          <p:cNvSpPr>
            <a:spLocks/>
          </p:cNvSpPr>
          <p:nvPr/>
        </p:nvSpPr>
        <p:spPr>
          <a:xfrm>
            <a:off x="4162810" y="4474600"/>
            <a:ext cx="729" cy="227"/>
          </a:xfrm>
          <a:custGeom>
            <a:avLst/>
            <a:gdLst/>
            <a:ahLst/>
            <a:cxnLst/>
            <a:rect l="0" t="0" r="0" b="0"/>
            <a:pathLst>
              <a:path w="953" h="296">
                <a:moveTo>
                  <a:pt x="0" y="296"/>
                </a:moveTo>
                <a:lnTo>
                  <a:pt x="0" y="0"/>
                </a:lnTo>
              </a:path>
            </a:pathLst>
          </a:custGeom>
          <a:noFill/>
          <a:ln w="29152">
            <a:solidFill>
              <a:srgbClr val="394D93"/>
            </a:solidFill>
            <a:prstDash val="solid"/>
          </a:ln>
        </p:spPr>
      </p:sp>
      <p:sp>
        <p:nvSpPr>
          <p:cNvPr id="35" name="p18_path_35">
            <a:extLst>
              <a:ext uri="{FF2B5EF4-FFF2-40B4-BE49-F238E27FC236}">
                <a16:creationId xmlns:a16="http://schemas.microsoft.com/office/drawing/2014/main" id="{C69E7481-FA59-43C2-9BCC-54159431414F}"/>
              </a:ext>
            </a:extLst>
          </p:cNvPr>
          <p:cNvSpPr>
            <a:spLocks/>
          </p:cNvSpPr>
          <p:nvPr/>
        </p:nvSpPr>
        <p:spPr>
          <a:xfrm>
            <a:off x="4184218" y="4474827"/>
            <a:ext cx="729" cy="1912"/>
          </a:xfrm>
          <a:custGeom>
            <a:avLst/>
            <a:gdLst/>
            <a:ahLst/>
            <a:cxnLst/>
            <a:rect l="0" t="0" r="0" b="0"/>
            <a:pathLst>
              <a:path w="953" h="2499">
                <a:moveTo>
                  <a:pt x="0" y="0"/>
                </a:moveTo>
                <a:lnTo>
                  <a:pt x="0" y="2499"/>
                </a:lnTo>
              </a:path>
            </a:pathLst>
          </a:custGeom>
          <a:noFill/>
          <a:ln w="29152">
            <a:solidFill>
              <a:srgbClr val="394D93"/>
            </a:solidFill>
            <a:prstDash val="solid"/>
          </a:ln>
        </p:spPr>
      </p:sp>
      <p:sp>
        <p:nvSpPr>
          <p:cNvPr id="36" name="p18_path_36">
            <a:extLst>
              <a:ext uri="{FF2B5EF4-FFF2-40B4-BE49-F238E27FC236}">
                <a16:creationId xmlns:a16="http://schemas.microsoft.com/office/drawing/2014/main" id="{201B80FD-D2E4-48D1-9911-616C929BB6E2}"/>
              </a:ext>
            </a:extLst>
          </p:cNvPr>
          <p:cNvSpPr>
            <a:spLocks/>
          </p:cNvSpPr>
          <p:nvPr/>
        </p:nvSpPr>
        <p:spPr>
          <a:xfrm>
            <a:off x="3840772" y="4435180"/>
            <a:ext cx="342536" cy="729"/>
          </a:xfrm>
          <a:custGeom>
            <a:avLst/>
            <a:gdLst/>
            <a:ahLst/>
            <a:cxnLst/>
            <a:rect l="0" t="0" r="0" b="0"/>
            <a:pathLst>
              <a:path w="447675" h="953">
                <a:moveTo>
                  <a:pt x="0" y="0"/>
                </a:moveTo>
                <a:lnTo>
                  <a:pt x="447675" y="0"/>
                </a:lnTo>
              </a:path>
            </a:pathLst>
          </a:custGeom>
          <a:noFill/>
          <a:ln w="5830">
            <a:solidFill>
              <a:srgbClr val="8599C3"/>
            </a:solidFill>
            <a:prstDash val="dash"/>
          </a:ln>
        </p:spPr>
      </p:sp>
      <p:sp>
        <p:nvSpPr>
          <p:cNvPr id="37" name="p18_rect_37">
            <a:extLst>
              <a:ext uri="{FF2B5EF4-FFF2-40B4-BE49-F238E27FC236}">
                <a16:creationId xmlns:a16="http://schemas.microsoft.com/office/drawing/2014/main" id="{5104906B-E50D-4AC2-AA01-2A937E99ECDA}"/>
              </a:ext>
            </a:extLst>
          </p:cNvPr>
          <p:cNvSpPr>
            <a:spLocks/>
          </p:cNvSpPr>
          <p:nvPr/>
        </p:nvSpPr>
        <p:spPr>
          <a:xfrm>
            <a:off x="4299915" y="3950091"/>
            <a:ext cx="473719" cy="604903"/>
          </a:xfrm>
          <a:prstGeom prst="roundRect">
            <a:avLst>
              <a:gd name="adj" fmla="val 7692"/>
            </a:avLst>
          </a:prstGeom>
          <a:solidFill>
            <a:srgbClr val="FFFFFF"/>
          </a:solidFill>
          <a:ln w="7288">
            <a:solidFill>
              <a:srgbClr val="CAD3E9"/>
            </a:solidFill>
            <a:prstDash val="solid"/>
          </a:ln>
        </p:spPr>
      </p:sp>
      <p:sp>
        <p:nvSpPr>
          <p:cNvPr id="38" name="p18_path_38">
            <a:extLst>
              <a:ext uri="{FF2B5EF4-FFF2-40B4-BE49-F238E27FC236}">
                <a16:creationId xmlns:a16="http://schemas.microsoft.com/office/drawing/2014/main" id="{598CFE27-73D6-47EE-84E7-05058AC8DBF2}"/>
              </a:ext>
            </a:extLst>
          </p:cNvPr>
          <p:cNvSpPr>
            <a:spLocks/>
          </p:cNvSpPr>
          <p:nvPr/>
        </p:nvSpPr>
        <p:spPr>
          <a:xfrm>
            <a:off x="4372795" y="4227035"/>
            <a:ext cx="729" cy="247792"/>
          </a:xfrm>
          <a:custGeom>
            <a:avLst/>
            <a:gdLst/>
            <a:ahLst/>
            <a:cxnLst/>
            <a:rect l="0" t="0" r="0" b="0"/>
            <a:pathLst>
              <a:path w="953" h="323850">
                <a:moveTo>
                  <a:pt x="0" y="0"/>
                </a:moveTo>
                <a:lnTo>
                  <a:pt x="0" y="323850"/>
                </a:lnTo>
              </a:path>
            </a:pathLst>
          </a:custGeom>
          <a:noFill/>
          <a:ln w="8746">
            <a:solidFill>
              <a:srgbClr val="8599C3"/>
            </a:solidFill>
            <a:prstDash val="solid"/>
          </a:ln>
        </p:spPr>
      </p:sp>
      <p:sp>
        <p:nvSpPr>
          <p:cNvPr id="39" name="p18_path_39">
            <a:extLst>
              <a:ext uri="{FF2B5EF4-FFF2-40B4-BE49-F238E27FC236}">
                <a16:creationId xmlns:a16="http://schemas.microsoft.com/office/drawing/2014/main" id="{A9D87FF2-4AE6-4AD9-AA56-DE13D8825F9F}"/>
              </a:ext>
            </a:extLst>
          </p:cNvPr>
          <p:cNvSpPr>
            <a:spLocks/>
          </p:cNvSpPr>
          <p:nvPr/>
        </p:nvSpPr>
        <p:spPr>
          <a:xfrm>
            <a:off x="4372795" y="4474827"/>
            <a:ext cx="342536" cy="729"/>
          </a:xfrm>
          <a:custGeom>
            <a:avLst/>
            <a:gdLst/>
            <a:ahLst/>
            <a:cxnLst/>
            <a:rect l="0" t="0" r="0" b="0"/>
            <a:pathLst>
              <a:path w="447675" h="953">
                <a:moveTo>
                  <a:pt x="0" y="0"/>
                </a:moveTo>
                <a:lnTo>
                  <a:pt x="447675" y="0"/>
                </a:lnTo>
              </a:path>
            </a:pathLst>
          </a:custGeom>
          <a:noFill/>
          <a:ln w="8746">
            <a:solidFill>
              <a:srgbClr val="8599C3"/>
            </a:solidFill>
            <a:prstDash val="solid"/>
          </a:ln>
        </p:spPr>
      </p:sp>
      <p:sp>
        <p:nvSpPr>
          <p:cNvPr id="40" name="p18_path_40">
            <a:extLst>
              <a:ext uri="{FF2B5EF4-FFF2-40B4-BE49-F238E27FC236}">
                <a16:creationId xmlns:a16="http://schemas.microsoft.com/office/drawing/2014/main" id="{10E1842F-C01A-472B-9EAA-E43B06D8F37F}"/>
              </a:ext>
            </a:extLst>
          </p:cNvPr>
          <p:cNvSpPr>
            <a:spLocks/>
          </p:cNvSpPr>
          <p:nvPr/>
        </p:nvSpPr>
        <p:spPr>
          <a:xfrm>
            <a:off x="4372795" y="4265880"/>
            <a:ext cx="342536" cy="196557"/>
          </a:xfrm>
          <a:custGeom>
            <a:avLst/>
            <a:gdLst/>
            <a:ahLst/>
            <a:cxnLst/>
            <a:rect l="0" t="0" r="0" b="0"/>
            <a:pathLst>
              <a:path w="447675" h="256889">
                <a:moveTo>
                  <a:pt x="0" y="247174"/>
                </a:moveTo>
                <a:lnTo>
                  <a:pt x="6488" y="243022"/>
                </a:lnTo>
                <a:lnTo>
                  <a:pt x="12976" y="254682"/>
                </a:lnTo>
                <a:lnTo>
                  <a:pt x="19464" y="237751"/>
                </a:lnTo>
                <a:lnTo>
                  <a:pt x="25952" y="256704"/>
                </a:lnTo>
                <a:lnTo>
                  <a:pt x="32440" y="239365"/>
                </a:lnTo>
                <a:lnTo>
                  <a:pt x="38928" y="251764"/>
                </a:lnTo>
                <a:lnTo>
                  <a:pt x="45416" y="246684"/>
                </a:lnTo>
                <a:lnTo>
                  <a:pt x="51904" y="243470"/>
                </a:lnTo>
                <a:lnTo>
                  <a:pt x="58392" y="254361"/>
                </a:lnTo>
                <a:lnTo>
                  <a:pt x="64880" y="237882"/>
                </a:lnTo>
                <a:lnTo>
                  <a:pt x="71368" y="256787"/>
                </a:lnTo>
                <a:lnTo>
                  <a:pt x="77857" y="239080"/>
                </a:lnTo>
                <a:lnTo>
                  <a:pt x="84345" y="252139"/>
                </a:lnTo>
                <a:lnTo>
                  <a:pt x="90833" y="245708"/>
                </a:lnTo>
                <a:lnTo>
                  <a:pt x="97321" y="240635"/>
                </a:lnTo>
                <a:lnTo>
                  <a:pt x="103809" y="238317"/>
                </a:lnTo>
                <a:lnTo>
                  <a:pt x="110297" y="185089"/>
                </a:lnTo>
                <a:lnTo>
                  <a:pt x="116785" y="130708"/>
                </a:lnTo>
                <a:lnTo>
                  <a:pt x="123273" y="26478"/>
                </a:lnTo>
                <a:lnTo>
                  <a:pt x="129761" y="0"/>
                </a:lnTo>
                <a:lnTo>
                  <a:pt x="136249" y="33365"/>
                </a:lnTo>
                <a:lnTo>
                  <a:pt x="142737" y="118256"/>
                </a:lnTo>
                <a:lnTo>
                  <a:pt x="149225" y="200718"/>
                </a:lnTo>
                <a:lnTo>
                  <a:pt x="155713" y="222510"/>
                </a:lnTo>
                <a:lnTo>
                  <a:pt x="162201" y="253588"/>
                </a:lnTo>
                <a:lnTo>
                  <a:pt x="168689" y="238095"/>
                </a:lnTo>
                <a:lnTo>
                  <a:pt x="175177" y="252951"/>
                </a:lnTo>
                <a:lnTo>
                  <a:pt x="181665" y="245223"/>
                </a:lnTo>
                <a:lnTo>
                  <a:pt x="188153" y="244866"/>
                </a:lnTo>
                <a:lnTo>
                  <a:pt x="194641" y="253294"/>
                </a:lnTo>
                <a:lnTo>
                  <a:pt x="201129" y="238416"/>
                </a:lnTo>
                <a:lnTo>
                  <a:pt x="207617" y="256889"/>
                </a:lnTo>
                <a:lnTo>
                  <a:pt x="214105" y="238365"/>
                </a:lnTo>
                <a:lnTo>
                  <a:pt x="220593" y="253385"/>
                </a:lnTo>
                <a:lnTo>
                  <a:pt x="227082" y="244738"/>
                </a:lnTo>
                <a:lnTo>
                  <a:pt x="233570" y="245266"/>
                </a:lnTo>
                <a:lnTo>
                  <a:pt x="240058" y="252486"/>
                </a:lnTo>
                <a:lnTo>
                  <a:pt x="246546" y="236860"/>
                </a:lnTo>
                <a:lnTo>
                  <a:pt x="253034" y="250833"/>
                </a:lnTo>
                <a:lnTo>
                  <a:pt x="259522" y="221749"/>
                </a:lnTo>
                <a:lnTo>
                  <a:pt x="266010" y="218014"/>
                </a:lnTo>
                <a:lnTo>
                  <a:pt x="272498" y="181984"/>
                </a:lnTo>
                <a:lnTo>
                  <a:pt x="278986" y="158891"/>
                </a:lnTo>
                <a:lnTo>
                  <a:pt x="285474" y="155348"/>
                </a:lnTo>
                <a:lnTo>
                  <a:pt x="291962" y="151947"/>
                </a:lnTo>
                <a:lnTo>
                  <a:pt x="298450" y="194540"/>
                </a:lnTo>
                <a:lnTo>
                  <a:pt x="304938" y="202256"/>
                </a:lnTo>
                <a:lnTo>
                  <a:pt x="311426" y="237687"/>
                </a:lnTo>
                <a:lnTo>
                  <a:pt x="317914" y="237774"/>
                </a:lnTo>
                <a:lnTo>
                  <a:pt x="324402" y="244536"/>
                </a:lnTo>
                <a:lnTo>
                  <a:pt x="330890" y="251667"/>
                </a:lnTo>
                <a:lnTo>
                  <a:pt x="337378" y="239071"/>
                </a:lnTo>
                <a:lnTo>
                  <a:pt x="343866" y="256757"/>
                </a:lnTo>
                <a:lnTo>
                  <a:pt x="350354" y="237846"/>
                </a:lnTo>
                <a:lnTo>
                  <a:pt x="356842" y="254442"/>
                </a:lnTo>
                <a:lnTo>
                  <a:pt x="363330" y="243359"/>
                </a:lnTo>
                <a:lnTo>
                  <a:pt x="369818" y="246805"/>
                </a:lnTo>
                <a:lnTo>
                  <a:pt x="376307" y="251657"/>
                </a:lnTo>
                <a:lnTo>
                  <a:pt x="382795" y="239437"/>
                </a:lnTo>
                <a:lnTo>
                  <a:pt x="389283" y="256680"/>
                </a:lnTo>
                <a:lnTo>
                  <a:pt x="395771" y="237722"/>
                </a:lnTo>
                <a:lnTo>
                  <a:pt x="402259" y="254758"/>
                </a:lnTo>
                <a:lnTo>
                  <a:pt x="408747" y="242913"/>
                </a:lnTo>
                <a:lnTo>
                  <a:pt x="415235" y="247295"/>
                </a:lnTo>
                <a:lnTo>
                  <a:pt x="421723" y="251217"/>
                </a:lnTo>
                <a:lnTo>
                  <a:pt x="428211" y="239743"/>
                </a:lnTo>
                <a:lnTo>
                  <a:pt x="434699" y="256567"/>
                </a:lnTo>
                <a:lnTo>
                  <a:pt x="441187" y="237621"/>
                </a:lnTo>
                <a:lnTo>
                  <a:pt x="447675" y="255054"/>
                </a:lnTo>
              </a:path>
            </a:pathLst>
          </a:custGeom>
          <a:noFill/>
          <a:ln w="13847">
            <a:solidFill>
              <a:srgbClr val="394D93"/>
            </a:solidFill>
            <a:prstDash val="solid"/>
          </a:ln>
        </p:spPr>
      </p:sp>
      <p:sp>
        <p:nvSpPr>
          <p:cNvPr id="41" name="p18_path_41">
            <a:extLst>
              <a:ext uri="{FF2B5EF4-FFF2-40B4-BE49-F238E27FC236}">
                <a16:creationId xmlns:a16="http://schemas.microsoft.com/office/drawing/2014/main" id="{3107160B-0CD3-4975-89F5-6961DD0EF4A6}"/>
              </a:ext>
            </a:extLst>
          </p:cNvPr>
          <p:cNvSpPr>
            <a:spLocks/>
          </p:cNvSpPr>
          <p:nvPr/>
        </p:nvSpPr>
        <p:spPr>
          <a:xfrm>
            <a:off x="4037547" y="2441477"/>
            <a:ext cx="729" cy="357112"/>
          </a:xfrm>
          <a:custGeom>
            <a:avLst/>
            <a:gdLst/>
            <a:ahLst/>
            <a:cxnLst/>
            <a:rect l="0" t="0" r="0" b="0"/>
            <a:pathLst>
              <a:path w="953" h="466725">
                <a:moveTo>
                  <a:pt x="0" y="0"/>
                </a:moveTo>
                <a:lnTo>
                  <a:pt x="0" y="466725"/>
                </a:lnTo>
              </a:path>
            </a:pathLst>
          </a:custGeom>
          <a:noFill/>
          <a:ln w="13847">
            <a:solidFill>
              <a:srgbClr val="394D93"/>
            </a:solidFill>
            <a:prstDash val="solid"/>
          </a:ln>
        </p:spPr>
      </p:sp>
      <p:sp>
        <p:nvSpPr>
          <p:cNvPr id="42" name="p18_path_42">
            <a:extLst>
              <a:ext uri="{FF2B5EF4-FFF2-40B4-BE49-F238E27FC236}">
                <a16:creationId xmlns:a16="http://schemas.microsoft.com/office/drawing/2014/main" id="{E47B4F4B-05C0-4818-A632-5E701B654080}"/>
              </a:ext>
            </a:extLst>
          </p:cNvPr>
          <p:cNvSpPr>
            <a:spLocks/>
          </p:cNvSpPr>
          <p:nvPr/>
        </p:nvSpPr>
        <p:spPr>
          <a:xfrm>
            <a:off x="3999067" y="2711133"/>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43" name="p18_rect_43">
            <a:extLst>
              <a:ext uri="{FF2B5EF4-FFF2-40B4-BE49-F238E27FC236}">
                <a16:creationId xmlns:a16="http://schemas.microsoft.com/office/drawing/2014/main" id="{1FA43447-88F2-4F15-8700-5660A698DB6B}"/>
              </a:ext>
            </a:extLst>
          </p:cNvPr>
          <p:cNvSpPr>
            <a:spLocks/>
          </p:cNvSpPr>
          <p:nvPr/>
        </p:nvSpPr>
        <p:spPr>
          <a:xfrm>
            <a:off x="5130746" y="2878757"/>
            <a:ext cx="1821998" cy="1938606"/>
          </a:xfrm>
          <a:prstGeom prst="roundRect">
            <a:avLst>
              <a:gd name="adj" fmla="val 5600"/>
            </a:avLst>
          </a:prstGeom>
          <a:gradFill>
            <a:gsLst>
              <a:gs pos="0">
                <a:srgbClr val="FEFEFF"/>
              </a:gs>
              <a:gs pos="100000">
                <a:srgbClr val="EDF0F8"/>
              </a:gs>
            </a:gsLst>
            <a:lin ang="5400000"/>
          </a:gradFill>
          <a:ln w="12390">
            <a:solidFill>
              <a:srgbClr val="172956"/>
            </a:solidFill>
            <a:prstDash val="solid"/>
          </a:ln>
        </p:spPr>
      </p:sp>
      <p:sp>
        <p:nvSpPr>
          <p:cNvPr id="44" name="p18_rect_44">
            <a:extLst>
              <a:ext uri="{FF2B5EF4-FFF2-40B4-BE49-F238E27FC236}">
                <a16:creationId xmlns:a16="http://schemas.microsoft.com/office/drawing/2014/main" id="{42C6A655-FF51-4A4F-A579-D1F0F72C1BBF}"/>
              </a:ext>
            </a:extLst>
          </p:cNvPr>
          <p:cNvSpPr>
            <a:spLocks/>
          </p:cNvSpPr>
          <p:nvPr/>
        </p:nvSpPr>
        <p:spPr>
          <a:xfrm>
            <a:off x="5240066" y="3913651"/>
            <a:ext cx="1596070" cy="757951"/>
          </a:xfrm>
          <a:prstGeom prst="roundRect">
            <a:avLst>
              <a:gd name="adj" fmla="val 6731"/>
            </a:avLst>
          </a:prstGeom>
          <a:solidFill>
            <a:srgbClr val="FFFFFF"/>
          </a:solidFill>
          <a:ln w="7288">
            <a:solidFill>
              <a:srgbClr val="C3CFE7"/>
            </a:solidFill>
            <a:prstDash val="solid"/>
          </a:ln>
        </p:spPr>
      </p:sp>
      <p:sp>
        <p:nvSpPr>
          <p:cNvPr id="45" name="p18_path_45">
            <a:extLst>
              <a:ext uri="{FF2B5EF4-FFF2-40B4-BE49-F238E27FC236}">
                <a16:creationId xmlns:a16="http://schemas.microsoft.com/office/drawing/2014/main" id="{7465EC24-4F92-4F48-ABDC-38779D6602FC}"/>
              </a:ext>
            </a:extLst>
          </p:cNvPr>
          <p:cNvSpPr>
            <a:spLocks/>
          </p:cNvSpPr>
          <p:nvPr/>
        </p:nvSpPr>
        <p:spPr>
          <a:xfrm>
            <a:off x="5385826" y="4197883"/>
            <a:ext cx="729" cy="342536"/>
          </a:xfrm>
          <a:custGeom>
            <a:avLst/>
            <a:gdLst/>
            <a:ahLst/>
            <a:cxnLst/>
            <a:rect l="0" t="0" r="0" b="0"/>
            <a:pathLst>
              <a:path w="953" h="447675">
                <a:moveTo>
                  <a:pt x="0" y="0"/>
                </a:moveTo>
                <a:lnTo>
                  <a:pt x="0" y="447675"/>
                </a:lnTo>
              </a:path>
            </a:pathLst>
          </a:custGeom>
          <a:noFill/>
          <a:ln w="8746">
            <a:solidFill>
              <a:srgbClr val="8599C3"/>
            </a:solidFill>
            <a:prstDash val="solid"/>
          </a:ln>
        </p:spPr>
      </p:sp>
      <p:sp>
        <p:nvSpPr>
          <p:cNvPr id="46" name="p18_path_46">
            <a:extLst>
              <a:ext uri="{FF2B5EF4-FFF2-40B4-BE49-F238E27FC236}">
                <a16:creationId xmlns:a16="http://schemas.microsoft.com/office/drawing/2014/main" id="{C5B110F2-2666-494E-B9A3-F0F5105716B2}"/>
              </a:ext>
            </a:extLst>
          </p:cNvPr>
          <p:cNvSpPr>
            <a:spLocks/>
          </p:cNvSpPr>
          <p:nvPr/>
        </p:nvSpPr>
        <p:spPr>
          <a:xfrm>
            <a:off x="5385826" y="4540419"/>
            <a:ext cx="1304550" cy="729"/>
          </a:xfrm>
          <a:custGeom>
            <a:avLst/>
            <a:gdLst/>
            <a:ahLst/>
            <a:cxnLst/>
            <a:rect l="0" t="0" r="0" b="0"/>
            <a:pathLst>
              <a:path w="1704975" h="953">
                <a:moveTo>
                  <a:pt x="0" y="0"/>
                </a:moveTo>
                <a:lnTo>
                  <a:pt x="1704975" y="0"/>
                </a:lnTo>
              </a:path>
            </a:pathLst>
          </a:custGeom>
          <a:noFill/>
          <a:ln w="8746">
            <a:solidFill>
              <a:srgbClr val="8599C3"/>
            </a:solidFill>
            <a:prstDash val="solid"/>
          </a:ln>
        </p:spPr>
      </p:sp>
      <p:sp>
        <p:nvSpPr>
          <p:cNvPr id="47" name="p18_rect_47">
            <a:extLst>
              <a:ext uri="{FF2B5EF4-FFF2-40B4-BE49-F238E27FC236}">
                <a16:creationId xmlns:a16="http://schemas.microsoft.com/office/drawing/2014/main" id="{8825A21E-A58D-45D8-A413-86BD321C4A81}"/>
              </a:ext>
            </a:extLst>
          </p:cNvPr>
          <p:cNvSpPr>
            <a:spLocks/>
          </p:cNvSpPr>
          <p:nvPr/>
        </p:nvSpPr>
        <p:spPr>
          <a:xfrm>
            <a:off x="6272920" y="4197883"/>
            <a:ext cx="417456" cy="342536"/>
          </a:xfrm>
          <a:prstGeom prst="rect">
            <a:avLst/>
          </a:prstGeom>
          <a:solidFill>
            <a:srgbClr val="E9EDF8"/>
          </a:solidFill>
          <a:ln w="0">
            <a:noFill/>
            <a:prstDash val="solid"/>
          </a:ln>
        </p:spPr>
      </p:sp>
      <p:sp>
        <p:nvSpPr>
          <p:cNvPr id="48" name="p18_path_48">
            <a:extLst>
              <a:ext uri="{FF2B5EF4-FFF2-40B4-BE49-F238E27FC236}">
                <a16:creationId xmlns:a16="http://schemas.microsoft.com/office/drawing/2014/main" id="{20EC8E45-BCB7-4D00-A9D7-266460E86139}"/>
              </a:ext>
            </a:extLst>
          </p:cNvPr>
          <p:cNvSpPr>
            <a:spLocks/>
          </p:cNvSpPr>
          <p:nvPr/>
        </p:nvSpPr>
        <p:spPr>
          <a:xfrm>
            <a:off x="5385826" y="4277329"/>
            <a:ext cx="1304550" cy="197743"/>
          </a:xfrm>
          <a:custGeom>
            <a:avLst/>
            <a:gdLst/>
            <a:ahLst/>
            <a:cxnLst/>
            <a:rect l="0" t="0" r="0" b="0"/>
            <a:pathLst>
              <a:path w="1704975" h="258439">
                <a:moveTo>
                  <a:pt x="0" y="97226"/>
                </a:moveTo>
                <a:lnTo>
                  <a:pt x="17222" y="161744"/>
                </a:lnTo>
                <a:lnTo>
                  <a:pt x="34444" y="128601"/>
                </a:lnTo>
                <a:lnTo>
                  <a:pt x="51666" y="129374"/>
                </a:lnTo>
                <a:lnTo>
                  <a:pt x="68888" y="130303"/>
                </a:lnTo>
                <a:lnTo>
                  <a:pt x="86110" y="207037"/>
                </a:lnTo>
                <a:lnTo>
                  <a:pt x="103332" y="172677"/>
                </a:lnTo>
                <a:lnTo>
                  <a:pt x="120554" y="67735"/>
                </a:lnTo>
                <a:lnTo>
                  <a:pt x="137776" y="148752"/>
                </a:lnTo>
                <a:lnTo>
                  <a:pt x="154998" y="125302"/>
                </a:lnTo>
                <a:lnTo>
                  <a:pt x="172220" y="8839"/>
                </a:lnTo>
                <a:lnTo>
                  <a:pt x="189442" y="261"/>
                </a:lnTo>
                <a:lnTo>
                  <a:pt x="206664" y="71159"/>
                </a:lnTo>
                <a:lnTo>
                  <a:pt x="223886" y="89106"/>
                </a:lnTo>
                <a:lnTo>
                  <a:pt x="241108" y="154942"/>
                </a:lnTo>
                <a:lnTo>
                  <a:pt x="258330" y="203991"/>
                </a:lnTo>
                <a:lnTo>
                  <a:pt x="275552" y="190556"/>
                </a:lnTo>
                <a:lnTo>
                  <a:pt x="292773" y="215874"/>
                </a:lnTo>
                <a:lnTo>
                  <a:pt x="309995" y="203726"/>
                </a:lnTo>
                <a:lnTo>
                  <a:pt x="327217" y="168883"/>
                </a:lnTo>
                <a:lnTo>
                  <a:pt x="344439" y="162168"/>
                </a:lnTo>
                <a:lnTo>
                  <a:pt x="361661" y="184995"/>
                </a:lnTo>
                <a:lnTo>
                  <a:pt x="378883" y="105144"/>
                </a:lnTo>
                <a:lnTo>
                  <a:pt x="396105" y="130848"/>
                </a:lnTo>
                <a:lnTo>
                  <a:pt x="413327" y="99620"/>
                </a:lnTo>
                <a:lnTo>
                  <a:pt x="430549" y="58308"/>
                </a:lnTo>
                <a:lnTo>
                  <a:pt x="447771" y="67853"/>
                </a:lnTo>
                <a:lnTo>
                  <a:pt x="464993" y="67350"/>
                </a:lnTo>
                <a:lnTo>
                  <a:pt x="482215" y="53905"/>
                </a:lnTo>
                <a:lnTo>
                  <a:pt x="499437" y="104440"/>
                </a:lnTo>
                <a:lnTo>
                  <a:pt x="516659" y="202729"/>
                </a:lnTo>
                <a:lnTo>
                  <a:pt x="533881" y="131290"/>
                </a:lnTo>
                <a:lnTo>
                  <a:pt x="551103" y="129304"/>
                </a:lnTo>
                <a:lnTo>
                  <a:pt x="568325" y="202950"/>
                </a:lnTo>
                <a:lnTo>
                  <a:pt x="585547" y="134938"/>
                </a:lnTo>
                <a:lnTo>
                  <a:pt x="602769" y="174751"/>
                </a:lnTo>
                <a:lnTo>
                  <a:pt x="619991" y="141783"/>
                </a:lnTo>
                <a:lnTo>
                  <a:pt x="637213" y="170978"/>
                </a:lnTo>
                <a:lnTo>
                  <a:pt x="654435" y="113574"/>
                </a:lnTo>
                <a:lnTo>
                  <a:pt x="671657" y="120868"/>
                </a:lnTo>
                <a:lnTo>
                  <a:pt x="688879" y="115244"/>
                </a:lnTo>
                <a:lnTo>
                  <a:pt x="706101" y="7373"/>
                </a:lnTo>
                <a:lnTo>
                  <a:pt x="723323" y="93088"/>
                </a:lnTo>
                <a:lnTo>
                  <a:pt x="740545" y="112344"/>
                </a:lnTo>
                <a:lnTo>
                  <a:pt x="757767" y="82492"/>
                </a:lnTo>
                <a:lnTo>
                  <a:pt x="774989" y="114183"/>
                </a:lnTo>
                <a:lnTo>
                  <a:pt x="792211" y="151014"/>
                </a:lnTo>
                <a:lnTo>
                  <a:pt x="809433" y="258439"/>
                </a:lnTo>
                <a:lnTo>
                  <a:pt x="826655" y="176187"/>
                </a:lnTo>
                <a:lnTo>
                  <a:pt x="843877" y="205910"/>
                </a:lnTo>
                <a:lnTo>
                  <a:pt x="861098" y="166483"/>
                </a:lnTo>
                <a:lnTo>
                  <a:pt x="878320" y="104850"/>
                </a:lnTo>
                <a:lnTo>
                  <a:pt x="895542" y="90035"/>
                </a:lnTo>
                <a:lnTo>
                  <a:pt x="912764" y="82276"/>
                </a:lnTo>
                <a:lnTo>
                  <a:pt x="929986" y="17556"/>
                </a:lnTo>
                <a:lnTo>
                  <a:pt x="947208" y="0"/>
                </a:lnTo>
                <a:lnTo>
                  <a:pt x="964430" y="45549"/>
                </a:lnTo>
                <a:lnTo>
                  <a:pt x="981652" y="153611"/>
                </a:lnTo>
                <a:lnTo>
                  <a:pt x="998874" y="180273"/>
                </a:lnTo>
                <a:lnTo>
                  <a:pt x="1016096" y="118404"/>
                </a:lnTo>
                <a:lnTo>
                  <a:pt x="1033318" y="118829"/>
                </a:lnTo>
                <a:lnTo>
                  <a:pt x="1050540" y="221069"/>
                </a:lnTo>
                <a:lnTo>
                  <a:pt x="1067762" y="139992"/>
                </a:lnTo>
                <a:lnTo>
                  <a:pt x="1084984" y="194729"/>
                </a:lnTo>
                <a:lnTo>
                  <a:pt x="1102206" y="91539"/>
                </a:lnTo>
                <a:lnTo>
                  <a:pt x="1119428" y="86771"/>
                </a:lnTo>
                <a:lnTo>
                  <a:pt x="1136650" y="91334"/>
                </a:lnTo>
                <a:lnTo>
                  <a:pt x="1153872" y="103120"/>
                </a:lnTo>
                <a:lnTo>
                  <a:pt x="1171094" y="80330"/>
                </a:lnTo>
                <a:lnTo>
                  <a:pt x="1188316" y="17355"/>
                </a:lnTo>
                <a:lnTo>
                  <a:pt x="1205538" y="27556"/>
                </a:lnTo>
                <a:lnTo>
                  <a:pt x="1222760" y="126662"/>
                </a:lnTo>
                <a:lnTo>
                  <a:pt x="1239982" y="102960"/>
                </a:lnTo>
                <a:lnTo>
                  <a:pt x="1257204" y="196031"/>
                </a:lnTo>
                <a:lnTo>
                  <a:pt x="1274426" y="186784"/>
                </a:lnTo>
                <a:lnTo>
                  <a:pt x="1291648" y="181640"/>
                </a:lnTo>
                <a:lnTo>
                  <a:pt x="1308870" y="166623"/>
                </a:lnTo>
                <a:lnTo>
                  <a:pt x="1326092" y="135770"/>
                </a:lnTo>
                <a:lnTo>
                  <a:pt x="1343314" y="187211"/>
                </a:lnTo>
                <a:lnTo>
                  <a:pt x="1360536" y="112659"/>
                </a:lnTo>
                <a:lnTo>
                  <a:pt x="1377758" y="77986"/>
                </a:lnTo>
                <a:lnTo>
                  <a:pt x="1394980" y="115759"/>
                </a:lnTo>
                <a:lnTo>
                  <a:pt x="1412202" y="120638"/>
                </a:lnTo>
                <a:lnTo>
                  <a:pt x="1429423" y="83989"/>
                </a:lnTo>
                <a:lnTo>
                  <a:pt x="1446645" y="66022"/>
                </a:lnTo>
                <a:lnTo>
                  <a:pt x="1463867" y="50191"/>
                </a:lnTo>
                <a:lnTo>
                  <a:pt x="1481089" y="90961"/>
                </a:lnTo>
                <a:lnTo>
                  <a:pt x="1498311" y="153872"/>
                </a:lnTo>
                <a:lnTo>
                  <a:pt x="1515533" y="145818"/>
                </a:lnTo>
                <a:lnTo>
                  <a:pt x="1532755" y="129602"/>
                </a:lnTo>
                <a:lnTo>
                  <a:pt x="1549977" y="199082"/>
                </a:lnTo>
                <a:lnTo>
                  <a:pt x="1567199" y="250161"/>
                </a:lnTo>
                <a:lnTo>
                  <a:pt x="1584421" y="113246"/>
                </a:lnTo>
                <a:lnTo>
                  <a:pt x="1601643" y="91780"/>
                </a:lnTo>
                <a:lnTo>
                  <a:pt x="1618865" y="93017"/>
                </a:lnTo>
                <a:lnTo>
                  <a:pt x="1636087" y="60124"/>
                </a:lnTo>
                <a:lnTo>
                  <a:pt x="1653309" y="54979"/>
                </a:lnTo>
                <a:lnTo>
                  <a:pt x="1670531" y="70431"/>
                </a:lnTo>
                <a:lnTo>
                  <a:pt x="1687753" y="86383"/>
                </a:lnTo>
                <a:lnTo>
                  <a:pt x="1704975" y="11530"/>
                </a:lnTo>
              </a:path>
            </a:pathLst>
          </a:custGeom>
          <a:noFill/>
          <a:ln w="13847">
            <a:solidFill>
              <a:srgbClr val="394D93"/>
            </a:solidFill>
            <a:prstDash val="solid"/>
          </a:ln>
        </p:spPr>
      </p:sp>
      <p:sp>
        <p:nvSpPr>
          <p:cNvPr id="49" name="p18_path_49">
            <a:extLst>
              <a:ext uri="{FF2B5EF4-FFF2-40B4-BE49-F238E27FC236}">
                <a16:creationId xmlns:a16="http://schemas.microsoft.com/office/drawing/2014/main" id="{B9C47F51-6331-4332-B2DD-496D0CCE1907}"/>
              </a:ext>
            </a:extLst>
          </p:cNvPr>
          <p:cNvSpPr>
            <a:spLocks/>
          </p:cNvSpPr>
          <p:nvPr/>
        </p:nvSpPr>
        <p:spPr>
          <a:xfrm>
            <a:off x="5385826" y="4302157"/>
            <a:ext cx="1304550" cy="190471"/>
          </a:xfrm>
          <a:custGeom>
            <a:avLst/>
            <a:gdLst/>
            <a:ahLst/>
            <a:cxnLst/>
            <a:rect l="0" t="0" r="0" b="0"/>
            <a:pathLst>
              <a:path w="1704975" h="248935">
                <a:moveTo>
                  <a:pt x="0" y="93513"/>
                </a:moveTo>
                <a:lnTo>
                  <a:pt x="17222" y="195633"/>
                </a:lnTo>
                <a:lnTo>
                  <a:pt x="34444" y="132238"/>
                </a:lnTo>
                <a:lnTo>
                  <a:pt x="51666" y="140911"/>
                </a:lnTo>
                <a:lnTo>
                  <a:pt x="68888" y="126346"/>
                </a:lnTo>
                <a:lnTo>
                  <a:pt x="86110" y="236905"/>
                </a:lnTo>
                <a:lnTo>
                  <a:pt x="103332" y="209481"/>
                </a:lnTo>
                <a:lnTo>
                  <a:pt x="120554" y="167732"/>
                </a:lnTo>
                <a:lnTo>
                  <a:pt x="137776" y="79117"/>
                </a:lnTo>
                <a:lnTo>
                  <a:pt x="154998" y="145346"/>
                </a:lnTo>
                <a:lnTo>
                  <a:pt x="172220" y="55089"/>
                </a:lnTo>
                <a:lnTo>
                  <a:pt x="189442" y="3942"/>
                </a:lnTo>
                <a:lnTo>
                  <a:pt x="206664" y="57651"/>
                </a:lnTo>
                <a:lnTo>
                  <a:pt x="223886" y="65172"/>
                </a:lnTo>
                <a:lnTo>
                  <a:pt x="241108" y="107350"/>
                </a:lnTo>
                <a:lnTo>
                  <a:pt x="258330" y="116612"/>
                </a:lnTo>
                <a:lnTo>
                  <a:pt x="275552" y="111667"/>
                </a:lnTo>
                <a:lnTo>
                  <a:pt x="292773" y="218329"/>
                </a:lnTo>
                <a:lnTo>
                  <a:pt x="309995" y="185385"/>
                </a:lnTo>
                <a:lnTo>
                  <a:pt x="327217" y="117872"/>
                </a:lnTo>
                <a:lnTo>
                  <a:pt x="344439" y="168462"/>
                </a:lnTo>
                <a:lnTo>
                  <a:pt x="361661" y="137889"/>
                </a:lnTo>
                <a:lnTo>
                  <a:pt x="378883" y="102754"/>
                </a:lnTo>
                <a:lnTo>
                  <a:pt x="396105" y="156830"/>
                </a:lnTo>
                <a:lnTo>
                  <a:pt x="413327" y="5844"/>
                </a:lnTo>
                <a:lnTo>
                  <a:pt x="430549" y="99598"/>
                </a:lnTo>
                <a:lnTo>
                  <a:pt x="447771" y="35943"/>
                </a:lnTo>
                <a:lnTo>
                  <a:pt x="464993" y="105280"/>
                </a:lnTo>
                <a:lnTo>
                  <a:pt x="482215" y="109645"/>
                </a:lnTo>
                <a:lnTo>
                  <a:pt x="499437" y="80018"/>
                </a:lnTo>
                <a:lnTo>
                  <a:pt x="516659" y="165938"/>
                </a:lnTo>
                <a:lnTo>
                  <a:pt x="533881" y="192000"/>
                </a:lnTo>
                <a:lnTo>
                  <a:pt x="551103" y="248935"/>
                </a:lnTo>
                <a:lnTo>
                  <a:pt x="568325" y="173982"/>
                </a:lnTo>
                <a:lnTo>
                  <a:pt x="585547" y="157727"/>
                </a:lnTo>
                <a:lnTo>
                  <a:pt x="602769" y="138715"/>
                </a:lnTo>
                <a:lnTo>
                  <a:pt x="619991" y="78195"/>
                </a:lnTo>
                <a:lnTo>
                  <a:pt x="637213" y="92996"/>
                </a:lnTo>
                <a:lnTo>
                  <a:pt x="654435" y="67420"/>
                </a:lnTo>
                <a:lnTo>
                  <a:pt x="671657" y="39215"/>
                </a:lnTo>
                <a:lnTo>
                  <a:pt x="688879" y="0"/>
                </a:lnTo>
                <a:lnTo>
                  <a:pt x="706101" y="96327"/>
                </a:lnTo>
                <a:lnTo>
                  <a:pt x="723323" y="44631"/>
                </a:lnTo>
                <a:lnTo>
                  <a:pt x="740545" y="62632"/>
                </a:lnTo>
                <a:lnTo>
                  <a:pt x="757767" y="191279"/>
                </a:lnTo>
                <a:lnTo>
                  <a:pt x="774989" y="109938"/>
                </a:lnTo>
                <a:lnTo>
                  <a:pt x="792211" y="173642"/>
                </a:lnTo>
                <a:lnTo>
                  <a:pt x="809433" y="147128"/>
                </a:lnTo>
                <a:lnTo>
                  <a:pt x="826655" y="157547"/>
                </a:lnTo>
                <a:lnTo>
                  <a:pt x="843877" y="210676"/>
                </a:lnTo>
                <a:lnTo>
                  <a:pt x="861098" y="103900"/>
                </a:lnTo>
                <a:lnTo>
                  <a:pt x="878320" y="181396"/>
                </a:lnTo>
                <a:lnTo>
                  <a:pt x="895542" y="107161"/>
                </a:lnTo>
                <a:lnTo>
                  <a:pt x="912764" y="126269"/>
                </a:lnTo>
                <a:lnTo>
                  <a:pt x="929986" y="66172"/>
                </a:lnTo>
                <a:lnTo>
                  <a:pt x="947208" y="28522"/>
                </a:lnTo>
                <a:lnTo>
                  <a:pt x="964430" y="27175"/>
                </a:lnTo>
                <a:lnTo>
                  <a:pt x="981652" y="107216"/>
                </a:lnTo>
                <a:lnTo>
                  <a:pt x="998874" y="164814"/>
                </a:lnTo>
                <a:lnTo>
                  <a:pt x="1016096" y="105572"/>
                </a:lnTo>
                <a:lnTo>
                  <a:pt x="1033318" y="245547"/>
                </a:lnTo>
                <a:lnTo>
                  <a:pt x="1050540" y="172242"/>
                </a:lnTo>
                <a:lnTo>
                  <a:pt x="1067762" y="135936"/>
                </a:lnTo>
                <a:lnTo>
                  <a:pt x="1084984" y="116751"/>
                </a:lnTo>
                <a:lnTo>
                  <a:pt x="1102206" y="222810"/>
                </a:lnTo>
                <a:lnTo>
                  <a:pt x="1119428" y="79392"/>
                </a:lnTo>
                <a:lnTo>
                  <a:pt x="1136650" y="112453"/>
                </a:lnTo>
                <a:lnTo>
                  <a:pt x="1153872" y="55942"/>
                </a:lnTo>
                <a:lnTo>
                  <a:pt x="1171094" y="120925"/>
                </a:lnTo>
                <a:lnTo>
                  <a:pt x="1188316" y="15203"/>
                </a:lnTo>
                <a:lnTo>
                  <a:pt x="1205538" y="27032"/>
                </a:lnTo>
                <a:lnTo>
                  <a:pt x="1222760" y="59672"/>
                </a:lnTo>
                <a:lnTo>
                  <a:pt x="1239982" y="106997"/>
                </a:lnTo>
                <a:lnTo>
                  <a:pt x="1257204" y="191598"/>
                </a:lnTo>
                <a:lnTo>
                  <a:pt x="1274426" y="154516"/>
                </a:lnTo>
                <a:lnTo>
                  <a:pt x="1291648" y="135890"/>
                </a:lnTo>
                <a:lnTo>
                  <a:pt x="1308870" y="217669"/>
                </a:lnTo>
                <a:lnTo>
                  <a:pt x="1326092" y="210394"/>
                </a:lnTo>
                <a:lnTo>
                  <a:pt x="1343314" y="186639"/>
                </a:lnTo>
                <a:lnTo>
                  <a:pt x="1360536" y="175947"/>
                </a:lnTo>
                <a:lnTo>
                  <a:pt x="1377758" y="113839"/>
                </a:lnTo>
                <a:lnTo>
                  <a:pt x="1394980" y="144773"/>
                </a:lnTo>
                <a:lnTo>
                  <a:pt x="1412202" y="30364"/>
                </a:lnTo>
                <a:lnTo>
                  <a:pt x="1429423" y="64415"/>
                </a:lnTo>
                <a:lnTo>
                  <a:pt x="1446645" y="85641"/>
                </a:lnTo>
                <a:lnTo>
                  <a:pt x="1463867" y="21843"/>
                </a:lnTo>
                <a:lnTo>
                  <a:pt x="1481089" y="126147"/>
                </a:lnTo>
                <a:lnTo>
                  <a:pt x="1498311" y="179143"/>
                </a:lnTo>
                <a:lnTo>
                  <a:pt x="1515533" y="116976"/>
                </a:lnTo>
                <a:lnTo>
                  <a:pt x="1532755" y="129590"/>
                </a:lnTo>
                <a:lnTo>
                  <a:pt x="1549977" y="156434"/>
                </a:lnTo>
                <a:lnTo>
                  <a:pt x="1567199" y="125845"/>
                </a:lnTo>
                <a:lnTo>
                  <a:pt x="1584421" y="139817"/>
                </a:lnTo>
                <a:lnTo>
                  <a:pt x="1601643" y="141527"/>
                </a:lnTo>
                <a:lnTo>
                  <a:pt x="1618865" y="181115"/>
                </a:lnTo>
                <a:lnTo>
                  <a:pt x="1636087" y="33958"/>
                </a:lnTo>
                <a:lnTo>
                  <a:pt x="1653309" y="105090"/>
                </a:lnTo>
                <a:lnTo>
                  <a:pt x="1670531" y="33224"/>
                </a:lnTo>
                <a:lnTo>
                  <a:pt x="1687753" y="18807"/>
                </a:lnTo>
                <a:lnTo>
                  <a:pt x="1704975" y="135133"/>
                </a:lnTo>
              </a:path>
            </a:pathLst>
          </a:custGeom>
          <a:noFill/>
          <a:ln w="13847">
            <a:solidFill>
              <a:srgbClr val="9C3E76"/>
            </a:solidFill>
            <a:prstDash val="dash"/>
          </a:ln>
        </p:spPr>
      </p:sp>
      <p:sp>
        <p:nvSpPr>
          <p:cNvPr id="50" name="p18_path_50">
            <a:extLst>
              <a:ext uri="{FF2B5EF4-FFF2-40B4-BE49-F238E27FC236}">
                <a16:creationId xmlns:a16="http://schemas.microsoft.com/office/drawing/2014/main" id="{64C16D78-F639-4BE2-B6A4-031D74A431E0}"/>
              </a:ext>
            </a:extLst>
          </p:cNvPr>
          <p:cNvSpPr>
            <a:spLocks/>
          </p:cNvSpPr>
          <p:nvPr/>
        </p:nvSpPr>
        <p:spPr>
          <a:xfrm>
            <a:off x="5327522" y="4037547"/>
            <a:ext cx="182200" cy="729"/>
          </a:xfrm>
          <a:custGeom>
            <a:avLst/>
            <a:gdLst/>
            <a:ahLst/>
            <a:cxnLst/>
            <a:rect l="0" t="0" r="0" b="0"/>
            <a:pathLst>
              <a:path w="238125" h="953">
                <a:moveTo>
                  <a:pt x="0" y="0"/>
                </a:moveTo>
                <a:lnTo>
                  <a:pt x="238125" y="0"/>
                </a:lnTo>
              </a:path>
            </a:pathLst>
          </a:custGeom>
          <a:noFill/>
          <a:ln w="14576">
            <a:solidFill>
              <a:srgbClr val="394D93"/>
            </a:solidFill>
            <a:prstDash val="solid"/>
          </a:ln>
        </p:spPr>
      </p:sp>
      <p:sp>
        <p:nvSpPr>
          <p:cNvPr id="51" name="p18_path_51">
            <a:extLst>
              <a:ext uri="{FF2B5EF4-FFF2-40B4-BE49-F238E27FC236}">
                <a16:creationId xmlns:a16="http://schemas.microsoft.com/office/drawing/2014/main" id="{27F34A9E-7130-48DF-8223-38E94DCAF188}"/>
              </a:ext>
            </a:extLst>
          </p:cNvPr>
          <p:cNvSpPr>
            <a:spLocks/>
          </p:cNvSpPr>
          <p:nvPr/>
        </p:nvSpPr>
        <p:spPr>
          <a:xfrm>
            <a:off x="6038101" y="4037547"/>
            <a:ext cx="196776" cy="729"/>
          </a:xfrm>
          <a:custGeom>
            <a:avLst/>
            <a:gdLst/>
            <a:ahLst/>
            <a:cxnLst/>
            <a:rect l="0" t="0" r="0" b="0"/>
            <a:pathLst>
              <a:path w="257175" h="953">
                <a:moveTo>
                  <a:pt x="0" y="0"/>
                </a:moveTo>
                <a:lnTo>
                  <a:pt x="257175" y="0"/>
                </a:lnTo>
              </a:path>
            </a:pathLst>
          </a:custGeom>
          <a:noFill/>
          <a:ln w="14576">
            <a:solidFill>
              <a:srgbClr val="9C3E76"/>
            </a:solidFill>
            <a:prstDash val="dash"/>
          </a:ln>
        </p:spPr>
      </p:sp>
      <p:sp>
        <p:nvSpPr>
          <p:cNvPr id="52" name="p18_path_52">
            <a:extLst>
              <a:ext uri="{FF2B5EF4-FFF2-40B4-BE49-F238E27FC236}">
                <a16:creationId xmlns:a16="http://schemas.microsoft.com/office/drawing/2014/main" id="{AC3956D4-3C4D-4F8C-8ABB-9CB516A86660}"/>
              </a:ext>
            </a:extLst>
          </p:cNvPr>
          <p:cNvSpPr>
            <a:spLocks/>
          </p:cNvSpPr>
          <p:nvPr/>
        </p:nvSpPr>
        <p:spPr>
          <a:xfrm>
            <a:off x="6041745" y="2441477"/>
            <a:ext cx="729" cy="357112"/>
          </a:xfrm>
          <a:custGeom>
            <a:avLst/>
            <a:gdLst/>
            <a:ahLst/>
            <a:cxnLst/>
            <a:rect l="0" t="0" r="0" b="0"/>
            <a:pathLst>
              <a:path w="953" h="466725">
                <a:moveTo>
                  <a:pt x="0" y="0"/>
                </a:moveTo>
                <a:lnTo>
                  <a:pt x="0" y="466725"/>
                </a:lnTo>
              </a:path>
            </a:pathLst>
          </a:custGeom>
          <a:noFill/>
          <a:ln w="13847">
            <a:solidFill>
              <a:srgbClr val="394D93"/>
            </a:solidFill>
            <a:prstDash val="solid"/>
          </a:ln>
        </p:spPr>
      </p:sp>
      <p:sp>
        <p:nvSpPr>
          <p:cNvPr id="53" name="p18_path_53">
            <a:extLst>
              <a:ext uri="{FF2B5EF4-FFF2-40B4-BE49-F238E27FC236}">
                <a16:creationId xmlns:a16="http://schemas.microsoft.com/office/drawing/2014/main" id="{12CC8A8A-CF12-43FD-9716-E4F1AC676F1E}"/>
              </a:ext>
            </a:extLst>
          </p:cNvPr>
          <p:cNvSpPr>
            <a:spLocks/>
          </p:cNvSpPr>
          <p:nvPr/>
        </p:nvSpPr>
        <p:spPr>
          <a:xfrm>
            <a:off x="6003264" y="2711133"/>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54" name="p18_rect_54">
            <a:extLst>
              <a:ext uri="{FF2B5EF4-FFF2-40B4-BE49-F238E27FC236}">
                <a16:creationId xmlns:a16="http://schemas.microsoft.com/office/drawing/2014/main" id="{46CE011A-6AEA-4886-B1BB-E6A1F4FBD182}"/>
              </a:ext>
            </a:extLst>
          </p:cNvPr>
          <p:cNvSpPr>
            <a:spLocks/>
          </p:cNvSpPr>
          <p:nvPr/>
        </p:nvSpPr>
        <p:spPr>
          <a:xfrm>
            <a:off x="7134944" y="2878757"/>
            <a:ext cx="1821998" cy="1938606"/>
          </a:xfrm>
          <a:prstGeom prst="roundRect">
            <a:avLst>
              <a:gd name="adj" fmla="val 5600"/>
            </a:avLst>
          </a:prstGeom>
          <a:gradFill>
            <a:gsLst>
              <a:gs pos="0">
                <a:srgbClr val="FEFEFF"/>
              </a:gs>
              <a:gs pos="100000">
                <a:srgbClr val="EDF0F8"/>
              </a:gs>
            </a:gsLst>
            <a:lin ang="5400000"/>
          </a:gradFill>
          <a:ln w="12390">
            <a:solidFill>
              <a:srgbClr val="172956"/>
            </a:solidFill>
            <a:prstDash val="solid"/>
          </a:ln>
        </p:spPr>
      </p:sp>
      <p:sp>
        <p:nvSpPr>
          <p:cNvPr id="55" name="p18_path_55">
            <a:extLst>
              <a:ext uri="{FF2B5EF4-FFF2-40B4-BE49-F238E27FC236}">
                <a16:creationId xmlns:a16="http://schemas.microsoft.com/office/drawing/2014/main" id="{E738D579-D2D3-4B4F-8538-F032121FA8F3}"/>
              </a:ext>
            </a:extLst>
          </p:cNvPr>
          <p:cNvSpPr>
            <a:spLocks/>
          </p:cNvSpPr>
          <p:nvPr/>
        </p:nvSpPr>
        <p:spPr>
          <a:xfrm>
            <a:off x="7440432" y="3891787"/>
            <a:ext cx="116001" cy="243710"/>
          </a:xfrm>
          <a:custGeom>
            <a:avLst/>
            <a:gdLst/>
            <a:ahLst/>
            <a:cxnLst/>
            <a:rect l="0" t="0" r="0" b="0"/>
            <a:pathLst>
              <a:path w="151606" h="318516">
                <a:moveTo>
                  <a:pt x="151606" y="0"/>
                </a:moveTo>
                <a:lnTo>
                  <a:pt x="0" y="318516"/>
                </a:lnTo>
              </a:path>
            </a:pathLst>
          </a:custGeom>
          <a:noFill/>
          <a:ln w="10932">
            <a:solidFill>
              <a:srgbClr val="394D93"/>
            </a:solidFill>
            <a:prstDash val="solid"/>
          </a:ln>
        </p:spPr>
      </p:sp>
      <p:sp>
        <p:nvSpPr>
          <p:cNvPr id="56" name="p18_path_56">
            <a:extLst>
              <a:ext uri="{FF2B5EF4-FFF2-40B4-BE49-F238E27FC236}">
                <a16:creationId xmlns:a16="http://schemas.microsoft.com/office/drawing/2014/main" id="{0F2AAEBA-DCEA-4C59-9872-C9F59CB588B6}"/>
              </a:ext>
            </a:extLst>
          </p:cNvPr>
          <p:cNvSpPr>
            <a:spLocks/>
          </p:cNvSpPr>
          <p:nvPr/>
        </p:nvSpPr>
        <p:spPr>
          <a:xfrm>
            <a:off x="7556433" y="3891787"/>
            <a:ext cx="116001" cy="243710"/>
          </a:xfrm>
          <a:custGeom>
            <a:avLst/>
            <a:gdLst/>
            <a:ahLst/>
            <a:cxnLst/>
            <a:rect l="0" t="0" r="0" b="0"/>
            <a:pathLst>
              <a:path w="151606" h="318516">
                <a:moveTo>
                  <a:pt x="0" y="0"/>
                </a:moveTo>
                <a:lnTo>
                  <a:pt x="151606" y="318516"/>
                </a:lnTo>
              </a:path>
            </a:pathLst>
          </a:custGeom>
          <a:noFill/>
          <a:ln w="10932">
            <a:solidFill>
              <a:srgbClr val="394D93"/>
            </a:solidFill>
            <a:prstDash val="solid"/>
          </a:ln>
        </p:spPr>
      </p:sp>
      <p:sp>
        <p:nvSpPr>
          <p:cNvPr id="57" name="p18_path_57">
            <a:extLst>
              <a:ext uri="{FF2B5EF4-FFF2-40B4-BE49-F238E27FC236}">
                <a16:creationId xmlns:a16="http://schemas.microsoft.com/office/drawing/2014/main" id="{1A0DE147-66D1-4E18-B979-568792C0ED75}"/>
              </a:ext>
            </a:extLst>
          </p:cNvPr>
          <p:cNvSpPr>
            <a:spLocks/>
          </p:cNvSpPr>
          <p:nvPr/>
        </p:nvSpPr>
        <p:spPr>
          <a:xfrm>
            <a:off x="7361552" y="4135498"/>
            <a:ext cx="78880" cy="269364"/>
          </a:xfrm>
          <a:custGeom>
            <a:avLst/>
            <a:gdLst/>
            <a:ahLst/>
            <a:cxnLst/>
            <a:rect l="0" t="0" r="0" b="0"/>
            <a:pathLst>
              <a:path w="103092" h="352044">
                <a:moveTo>
                  <a:pt x="103092" y="0"/>
                </a:moveTo>
                <a:lnTo>
                  <a:pt x="0" y="352044"/>
                </a:lnTo>
              </a:path>
            </a:pathLst>
          </a:custGeom>
          <a:noFill/>
          <a:ln w="10932">
            <a:solidFill>
              <a:srgbClr val="394D93"/>
            </a:solidFill>
            <a:prstDash val="solid"/>
          </a:ln>
        </p:spPr>
      </p:sp>
      <p:sp>
        <p:nvSpPr>
          <p:cNvPr id="58" name="p18_path_58">
            <a:extLst>
              <a:ext uri="{FF2B5EF4-FFF2-40B4-BE49-F238E27FC236}">
                <a16:creationId xmlns:a16="http://schemas.microsoft.com/office/drawing/2014/main" id="{1E4D609B-CBAF-4B4D-9E94-CB25A4E3971C}"/>
              </a:ext>
            </a:extLst>
          </p:cNvPr>
          <p:cNvSpPr>
            <a:spLocks/>
          </p:cNvSpPr>
          <p:nvPr/>
        </p:nvSpPr>
        <p:spPr>
          <a:xfrm>
            <a:off x="7440432" y="4135498"/>
            <a:ext cx="60320" cy="269364"/>
          </a:xfrm>
          <a:custGeom>
            <a:avLst/>
            <a:gdLst/>
            <a:ahLst/>
            <a:cxnLst/>
            <a:rect l="0" t="0" r="0" b="0"/>
            <a:pathLst>
              <a:path w="78835" h="352044">
                <a:moveTo>
                  <a:pt x="0" y="0"/>
                </a:moveTo>
                <a:lnTo>
                  <a:pt x="78835" y="352044"/>
                </a:lnTo>
              </a:path>
            </a:pathLst>
          </a:custGeom>
          <a:noFill/>
          <a:ln w="10932">
            <a:solidFill>
              <a:srgbClr val="394D93"/>
            </a:solidFill>
            <a:prstDash val="solid"/>
          </a:ln>
        </p:spPr>
      </p:sp>
      <p:sp>
        <p:nvSpPr>
          <p:cNvPr id="59" name="p18_path_59">
            <a:extLst>
              <a:ext uri="{FF2B5EF4-FFF2-40B4-BE49-F238E27FC236}">
                <a16:creationId xmlns:a16="http://schemas.microsoft.com/office/drawing/2014/main" id="{8C0126AF-95B7-40B1-836B-8100F4FF5C7D}"/>
              </a:ext>
            </a:extLst>
          </p:cNvPr>
          <p:cNvSpPr>
            <a:spLocks/>
          </p:cNvSpPr>
          <p:nvPr/>
        </p:nvSpPr>
        <p:spPr>
          <a:xfrm>
            <a:off x="7612113" y="4135498"/>
            <a:ext cx="60320" cy="269364"/>
          </a:xfrm>
          <a:custGeom>
            <a:avLst/>
            <a:gdLst/>
            <a:ahLst/>
            <a:cxnLst/>
            <a:rect l="0" t="0" r="0" b="0"/>
            <a:pathLst>
              <a:path w="78835" h="352044">
                <a:moveTo>
                  <a:pt x="78835" y="0"/>
                </a:moveTo>
                <a:lnTo>
                  <a:pt x="0" y="352044"/>
                </a:lnTo>
              </a:path>
            </a:pathLst>
          </a:custGeom>
          <a:noFill/>
          <a:ln w="10932">
            <a:solidFill>
              <a:srgbClr val="394D93"/>
            </a:solidFill>
            <a:prstDash val="solid"/>
          </a:ln>
        </p:spPr>
      </p:sp>
      <p:sp>
        <p:nvSpPr>
          <p:cNvPr id="60" name="p18_path_60">
            <a:extLst>
              <a:ext uri="{FF2B5EF4-FFF2-40B4-BE49-F238E27FC236}">
                <a16:creationId xmlns:a16="http://schemas.microsoft.com/office/drawing/2014/main" id="{5DDB3C9E-5D48-4DF1-A933-667089A25AC9}"/>
              </a:ext>
            </a:extLst>
          </p:cNvPr>
          <p:cNvSpPr>
            <a:spLocks/>
          </p:cNvSpPr>
          <p:nvPr/>
        </p:nvSpPr>
        <p:spPr>
          <a:xfrm>
            <a:off x="7672433" y="4135498"/>
            <a:ext cx="78880" cy="269364"/>
          </a:xfrm>
          <a:custGeom>
            <a:avLst/>
            <a:gdLst/>
            <a:ahLst/>
            <a:cxnLst/>
            <a:rect l="0" t="0" r="0" b="0"/>
            <a:pathLst>
              <a:path w="103092" h="352044">
                <a:moveTo>
                  <a:pt x="0" y="0"/>
                </a:moveTo>
                <a:lnTo>
                  <a:pt x="103092" y="352044"/>
                </a:lnTo>
              </a:path>
            </a:pathLst>
          </a:custGeom>
          <a:noFill/>
          <a:ln w="10932">
            <a:solidFill>
              <a:srgbClr val="394D93"/>
            </a:solidFill>
            <a:prstDash val="solid"/>
          </a:ln>
        </p:spPr>
      </p:sp>
      <p:sp>
        <p:nvSpPr>
          <p:cNvPr id="61" name="p18_ellipse_61">
            <a:extLst>
              <a:ext uri="{FF2B5EF4-FFF2-40B4-BE49-F238E27FC236}">
                <a16:creationId xmlns:a16="http://schemas.microsoft.com/office/drawing/2014/main" id="{438B5DBB-A2E4-4FF8-80C2-5E77301B45A2}"/>
              </a:ext>
            </a:extLst>
          </p:cNvPr>
          <p:cNvSpPr>
            <a:spLocks/>
          </p:cNvSpPr>
          <p:nvPr/>
        </p:nvSpPr>
        <p:spPr>
          <a:xfrm>
            <a:off x="7527281" y="3862635"/>
            <a:ext cx="58304" cy="58304"/>
          </a:xfrm>
          <a:prstGeom prst="ellipse">
            <a:avLst/>
          </a:prstGeom>
          <a:solidFill>
            <a:srgbClr val="BEC8EC"/>
          </a:solidFill>
          <a:ln w="9474">
            <a:solidFill>
              <a:srgbClr val="394D93"/>
            </a:solidFill>
            <a:prstDash val="solid"/>
          </a:ln>
        </p:spPr>
      </p:sp>
      <p:sp>
        <p:nvSpPr>
          <p:cNvPr id="62" name="p18_ellipse_62">
            <a:extLst>
              <a:ext uri="{FF2B5EF4-FFF2-40B4-BE49-F238E27FC236}">
                <a16:creationId xmlns:a16="http://schemas.microsoft.com/office/drawing/2014/main" id="{4A26CFED-0F6E-48D4-A625-875A3EFB249E}"/>
              </a:ext>
            </a:extLst>
          </p:cNvPr>
          <p:cNvSpPr>
            <a:spLocks/>
          </p:cNvSpPr>
          <p:nvPr/>
        </p:nvSpPr>
        <p:spPr>
          <a:xfrm>
            <a:off x="7411280" y="4106346"/>
            <a:ext cx="58304" cy="58304"/>
          </a:xfrm>
          <a:prstGeom prst="ellipse">
            <a:avLst/>
          </a:prstGeom>
          <a:solidFill>
            <a:srgbClr val="FFFFFF"/>
          </a:solidFill>
          <a:ln w="9474">
            <a:solidFill>
              <a:srgbClr val="394D93"/>
            </a:solidFill>
            <a:prstDash val="solid"/>
          </a:ln>
        </p:spPr>
      </p:sp>
      <p:sp>
        <p:nvSpPr>
          <p:cNvPr id="63" name="p18_ellipse_63">
            <a:extLst>
              <a:ext uri="{FF2B5EF4-FFF2-40B4-BE49-F238E27FC236}">
                <a16:creationId xmlns:a16="http://schemas.microsoft.com/office/drawing/2014/main" id="{BDE9DC4F-3175-4626-8DD6-6EB3A2FCD4AB}"/>
              </a:ext>
            </a:extLst>
          </p:cNvPr>
          <p:cNvSpPr>
            <a:spLocks/>
          </p:cNvSpPr>
          <p:nvPr/>
        </p:nvSpPr>
        <p:spPr>
          <a:xfrm>
            <a:off x="7643281" y="4106346"/>
            <a:ext cx="58304" cy="58304"/>
          </a:xfrm>
          <a:prstGeom prst="ellipse">
            <a:avLst/>
          </a:prstGeom>
          <a:solidFill>
            <a:srgbClr val="BEC8EC"/>
          </a:solidFill>
          <a:ln w="9474">
            <a:solidFill>
              <a:srgbClr val="394D93"/>
            </a:solidFill>
            <a:prstDash val="solid"/>
          </a:ln>
        </p:spPr>
      </p:sp>
      <p:sp>
        <p:nvSpPr>
          <p:cNvPr id="64" name="p18_ellipse_64">
            <a:extLst>
              <a:ext uri="{FF2B5EF4-FFF2-40B4-BE49-F238E27FC236}">
                <a16:creationId xmlns:a16="http://schemas.microsoft.com/office/drawing/2014/main" id="{E806C8AD-170D-48A7-85B9-B949A05164A4}"/>
              </a:ext>
            </a:extLst>
          </p:cNvPr>
          <p:cNvSpPr>
            <a:spLocks/>
          </p:cNvSpPr>
          <p:nvPr/>
        </p:nvSpPr>
        <p:spPr>
          <a:xfrm>
            <a:off x="7332400" y="4375710"/>
            <a:ext cx="58304" cy="58304"/>
          </a:xfrm>
          <a:prstGeom prst="ellipse">
            <a:avLst/>
          </a:prstGeom>
          <a:solidFill>
            <a:srgbClr val="FFFFFF"/>
          </a:solidFill>
          <a:ln w="9474">
            <a:solidFill>
              <a:srgbClr val="394D93"/>
            </a:solidFill>
            <a:prstDash val="solid"/>
          </a:ln>
        </p:spPr>
      </p:sp>
      <p:sp>
        <p:nvSpPr>
          <p:cNvPr id="65" name="p18_ellipse_65">
            <a:extLst>
              <a:ext uri="{FF2B5EF4-FFF2-40B4-BE49-F238E27FC236}">
                <a16:creationId xmlns:a16="http://schemas.microsoft.com/office/drawing/2014/main" id="{B8677760-05C1-41A0-9F75-5EBEEF60170F}"/>
              </a:ext>
            </a:extLst>
          </p:cNvPr>
          <p:cNvSpPr>
            <a:spLocks/>
          </p:cNvSpPr>
          <p:nvPr/>
        </p:nvSpPr>
        <p:spPr>
          <a:xfrm>
            <a:off x="7471600" y="4375710"/>
            <a:ext cx="58304" cy="58304"/>
          </a:xfrm>
          <a:prstGeom prst="ellipse">
            <a:avLst/>
          </a:prstGeom>
          <a:solidFill>
            <a:srgbClr val="BEC8EC"/>
          </a:solidFill>
          <a:ln w="9474">
            <a:solidFill>
              <a:srgbClr val="394D93"/>
            </a:solidFill>
            <a:prstDash val="solid"/>
          </a:ln>
        </p:spPr>
      </p:sp>
      <p:sp>
        <p:nvSpPr>
          <p:cNvPr id="66" name="p18_ellipse_66">
            <a:extLst>
              <a:ext uri="{FF2B5EF4-FFF2-40B4-BE49-F238E27FC236}">
                <a16:creationId xmlns:a16="http://schemas.microsoft.com/office/drawing/2014/main" id="{C0993B0A-951F-4DDA-ACCD-E4E51527A0DA}"/>
              </a:ext>
            </a:extLst>
          </p:cNvPr>
          <p:cNvSpPr>
            <a:spLocks/>
          </p:cNvSpPr>
          <p:nvPr/>
        </p:nvSpPr>
        <p:spPr>
          <a:xfrm>
            <a:off x="7582961" y="4375710"/>
            <a:ext cx="58304" cy="58304"/>
          </a:xfrm>
          <a:prstGeom prst="ellipse">
            <a:avLst/>
          </a:prstGeom>
          <a:solidFill>
            <a:srgbClr val="FFFFFF"/>
          </a:solidFill>
          <a:ln w="9474">
            <a:solidFill>
              <a:srgbClr val="394D93"/>
            </a:solidFill>
            <a:prstDash val="solid"/>
          </a:ln>
        </p:spPr>
      </p:sp>
      <p:sp>
        <p:nvSpPr>
          <p:cNvPr id="67" name="p18_ellipse_67">
            <a:extLst>
              <a:ext uri="{FF2B5EF4-FFF2-40B4-BE49-F238E27FC236}">
                <a16:creationId xmlns:a16="http://schemas.microsoft.com/office/drawing/2014/main" id="{B126DCD0-BD88-401D-8C0E-9A60406C7F97}"/>
              </a:ext>
            </a:extLst>
          </p:cNvPr>
          <p:cNvSpPr>
            <a:spLocks/>
          </p:cNvSpPr>
          <p:nvPr/>
        </p:nvSpPr>
        <p:spPr>
          <a:xfrm>
            <a:off x="7722161" y="4375710"/>
            <a:ext cx="58304" cy="58304"/>
          </a:xfrm>
          <a:prstGeom prst="ellipse">
            <a:avLst/>
          </a:prstGeom>
          <a:solidFill>
            <a:srgbClr val="BEC8EC"/>
          </a:solidFill>
          <a:ln w="9474">
            <a:solidFill>
              <a:srgbClr val="394D93"/>
            </a:solidFill>
            <a:prstDash val="solid"/>
          </a:ln>
        </p:spPr>
      </p:sp>
      <p:sp>
        <p:nvSpPr>
          <p:cNvPr id="68" name="p18_path_68">
            <a:extLst>
              <a:ext uri="{FF2B5EF4-FFF2-40B4-BE49-F238E27FC236}">
                <a16:creationId xmlns:a16="http://schemas.microsoft.com/office/drawing/2014/main" id="{955A6F24-6D34-4A43-B908-1916A839DA9B}"/>
              </a:ext>
            </a:extLst>
          </p:cNvPr>
          <p:cNvSpPr>
            <a:spLocks/>
          </p:cNvSpPr>
          <p:nvPr/>
        </p:nvSpPr>
        <p:spPr>
          <a:xfrm>
            <a:off x="7904434" y="3891787"/>
            <a:ext cx="116001" cy="243710"/>
          </a:xfrm>
          <a:custGeom>
            <a:avLst/>
            <a:gdLst/>
            <a:ahLst/>
            <a:cxnLst/>
            <a:rect l="0" t="0" r="0" b="0"/>
            <a:pathLst>
              <a:path w="151606" h="318516">
                <a:moveTo>
                  <a:pt x="151606" y="0"/>
                </a:moveTo>
                <a:lnTo>
                  <a:pt x="0" y="318516"/>
                </a:lnTo>
              </a:path>
            </a:pathLst>
          </a:custGeom>
          <a:noFill/>
          <a:ln w="10932">
            <a:solidFill>
              <a:srgbClr val="394D93"/>
            </a:solidFill>
            <a:prstDash val="solid"/>
          </a:ln>
        </p:spPr>
      </p:sp>
      <p:sp>
        <p:nvSpPr>
          <p:cNvPr id="69" name="p18_path_69">
            <a:extLst>
              <a:ext uri="{FF2B5EF4-FFF2-40B4-BE49-F238E27FC236}">
                <a16:creationId xmlns:a16="http://schemas.microsoft.com/office/drawing/2014/main" id="{1676964E-D43D-4C91-A269-9F07BCE5C8D7}"/>
              </a:ext>
            </a:extLst>
          </p:cNvPr>
          <p:cNvSpPr>
            <a:spLocks/>
          </p:cNvSpPr>
          <p:nvPr/>
        </p:nvSpPr>
        <p:spPr>
          <a:xfrm>
            <a:off x="8020435" y="3891787"/>
            <a:ext cx="116001" cy="243710"/>
          </a:xfrm>
          <a:custGeom>
            <a:avLst/>
            <a:gdLst/>
            <a:ahLst/>
            <a:cxnLst/>
            <a:rect l="0" t="0" r="0" b="0"/>
            <a:pathLst>
              <a:path w="151606" h="318516">
                <a:moveTo>
                  <a:pt x="0" y="0"/>
                </a:moveTo>
                <a:lnTo>
                  <a:pt x="151606" y="318516"/>
                </a:lnTo>
              </a:path>
            </a:pathLst>
          </a:custGeom>
          <a:noFill/>
          <a:ln w="10932">
            <a:solidFill>
              <a:srgbClr val="394D93"/>
            </a:solidFill>
            <a:prstDash val="solid"/>
          </a:ln>
        </p:spPr>
      </p:sp>
      <p:sp>
        <p:nvSpPr>
          <p:cNvPr id="70" name="p18_path_70">
            <a:extLst>
              <a:ext uri="{FF2B5EF4-FFF2-40B4-BE49-F238E27FC236}">
                <a16:creationId xmlns:a16="http://schemas.microsoft.com/office/drawing/2014/main" id="{F1E69A98-54ED-4EA3-80F2-8F90644FBDE7}"/>
              </a:ext>
            </a:extLst>
          </p:cNvPr>
          <p:cNvSpPr>
            <a:spLocks/>
          </p:cNvSpPr>
          <p:nvPr/>
        </p:nvSpPr>
        <p:spPr>
          <a:xfrm>
            <a:off x="7825554" y="4135498"/>
            <a:ext cx="78880" cy="269364"/>
          </a:xfrm>
          <a:custGeom>
            <a:avLst/>
            <a:gdLst/>
            <a:ahLst/>
            <a:cxnLst/>
            <a:rect l="0" t="0" r="0" b="0"/>
            <a:pathLst>
              <a:path w="103092" h="352044">
                <a:moveTo>
                  <a:pt x="103092" y="0"/>
                </a:moveTo>
                <a:lnTo>
                  <a:pt x="0" y="352044"/>
                </a:lnTo>
              </a:path>
            </a:pathLst>
          </a:custGeom>
          <a:noFill/>
          <a:ln w="10932">
            <a:solidFill>
              <a:srgbClr val="394D93"/>
            </a:solidFill>
            <a:prstDash val="solid"/>
          </a:ln>
        </p:spPr>
      </p:sp>
      <p:sp>
        <p:nvSpPr>
          <p:cNvPr id="71" name="p18_path_71">
            <a:extLst>
              <a:ext uri="{FF2B5EF4-FFF2-40B4-BE49-F238E27FC236}">
                <a16:creationId xmlns:a16="http://schemas.microsoft.com/office/drawing/2014/main" id="{0365F4F2-92D3-47C2-91C2-FFEE26E60723}"/>
              </a:ext>
            </a:extLst>
          </p:cNvPr>
          <p:cNvSpPr>
            <a:spLocks/>
          </p:cNvSpPr>
          <p:nvPr/>
        </p:nvSpPr>
        <p:spPr>
          <a:xfrm>
            <a:off x="7904434" y="4135498"/>
            <a:ext cx="60320" cy="269364"/>
          </a:xfrm>
          <a:custGeom>
            <a:avLst/>
            <a:gdLst/>
            <a:ahLst/>
            <a:cxnLst/>
            <a:rect l="0" t="0" r="0" b="0"/>
            <a:pathLst>
              <a:path w="78835" h="352044">
                <a:moveTo>
                  <a:pt x="0" y="0"/>
                </a:moveTo>
                <a:lnTo>
                  <a:pt x="78835" y="352044"/>
                </a:lnTo>
              </a:path>
            </a:pathLst>
          </a:custGeom>
          <a:noFill/>
          <a:ln w="10932">
            <a:solidFill>
              <a:srgbClr val="394D93"/>
            </a:solidFill>
            <a:prstDash val="solid"/>
          </a:ln>
        </p:spPr>
      </p:sp>
      <p:sp>
        <p:nvSpPr>
          <p:cNvPr id="72" name="p18_path_72">
            <a:extLst>
              <a:ext uri="{FF2B5EF4-FFF2-40B4-BE49-F238E27FC236}">
                <a16:creationId xmlns:a16="http://schemas.microsoft.com/office/drawing/2014/main" id="{4F9283B5-F258-4769-9A5C-5362EBCB9FB5}"/>
              </a:ext>
            </a:extLst>
          </p:cNvPr>
          <p:cNvSpPr>
            <a:spLocks/>
          </p:cNvSpPr>
          <p:nvPr/>
        </p:nvSpPr>
        <p:spPr>
          <a:xfrm>
            <a:off x="8076115" y="4135498"/>
            <a:ext cx="60320" cy="269364"/>
          </a:xfrm>
          <a:custGeom>
            <a:avLst/>
            <a:gdLst/>
            <a:ahLst/>
            <a:cxnLst/>
            <a:rect l="0" t="0" r="0" b="0"/>
            <a:pathLst>
              <a:path w="78835" h="352044">
                <a:moveTo>
                  <a:pt x="78835" y="0"/>
                </a:moveTo>
                <a:lnTo>
                  <a:pt x="0" y="352044"/>
                </a:lnTo>
              </a:path>
            </a:pathLst>
          </a:custGeom>
          <a:noFill/>
          <a:ln w="10932">
            <a:solidFill>
              <a:srgbClr val="394D93"/>
            </a:solidFill>
            <a:prstDash val="solid"/>
          </a:ln>
        </p:spPr>
      </p:sp>
      <p:sp>
        <p:nvSpPr>
          <p:cNvPr id="73" name="p18_path_73">
            <a:extLst>
              <a:ext uri="{FF2B5EF4-FFF2-40B4-BE49-F238E27FC236}">
                <a16:creationId xmlns:a16="http://schemas.microsoft.com/office/drawing/2014/main" id="{C719CA6F-B99A-4DAB-A509-A096FF50F5E8}"/>
              </a:ext>
            </a:extLst>
          </p:cNvPr>
          <p:cNvSpPr>
            <a:spLocks/>
          </p:cNvSpPr>
          <p:nvPr/>
        </p:nvSpPr>
        <p:spPr>
          <a:xfrm>
            <a:off x="8136435" y="4135498"/>
            <a:ext cx="78880" cy="269364"/>
          </a:xfrm>
          <a:custGeom>
            <a:avLst/>
            <a:gdLst/>
            <a:ahLst/>
            <a:cxnLst/>
            <a:rect l="0" t="0" r="0" b="0"/>
            <a:pathLst>
              <a:path w="103092" h="352044">
                <a:moveTo>
                  <a:pt x="0" y="0"/>
                </a:moveTo>
                <a:lnTo>
                  <a:pt x="103092" y="352044"/>
                </a:lnTo>
              </a:path>
            </a:pathLst>
          </a:custGeom>
          <a:noFill/>
          <a:ln w="10932">
            <a:solidFill>
              <a:srgbClr val="394D93"/>
            </a:solidFill>
            <a:prstDash val="solid"/>
          </a:ln>
        </p:spPr>
      </p:sp>
      <p:sp>
        <p:nvSpPr>
          <p:cNvPr id="74" name="p18_ellipse_74">
            <a:extLst>
              <a:ext uri="{FF2B5EF4-FFF2-40B4-BE49-F238E27FC236}">
                <a16:creationId xmlns:a16="http://schemas.microsoft.com/office/drawing/2014/main" id="{1CE9D33F-FDF4-46B1-894D-D054880361E8}"/>
              </a:ext>
            </a:extLst>
          </p:cNvPr>
          <p:cNvSpPr>
            <a:spLocks/>
          </p:cNvSpPr>
          <p:nvPr/>
        </p:nvSpPr>
        <p:spPr>
          <a:xfrm>
            <a:off x="7991283" y="3862635"/>
            <a:ext cx="58304" cy="58304"/>
          </a:xfrm>
          <a:prstGeom prst="ellipse">
            <a:avLst/>
          </a:prstGeom>
          <a:solidFill>
            <a:srgbClr val="BEC8EC"/>
          </a:solidFill>
          <a:ln w="9474">
            <a:solidFill>
              <a:srgbClr val="394D93"/>
            </a:solidFill>
            <a:prstDash val="solid"/>
          </a:ln>
        </p:spPr>
      </p:sp>
      <p:sp>
        <p:nvSpPr>
          <p:cNvPr id="75" name="p18_ellipse_75">
            <a:extLst>
              <a:ext uri="{FF2B5EF4-FFF2-40B4-BE49-F238E27FC236}">
                <a16:creationId xmlns:a16="http://schemas.microsoft.com/office/drawing/2014/main" id="{DA0633E6-C86E-44E1-B829-45F5A528CD25}"/>
              </a:ext>
            </a:extLst>
          </p:cNvPr>
          <p:cNvSpPr>
            <a:spLocks/>
          </p:cNvSpPr>
          <p:nvPr/>
        </p:nvSpPr>
        <p:spPr>
          <a:xfrm>
            <a:off x="7875282" y="4106346"/>
            <a:ext cx="58304" cy="58304"/>
          </a:xfrm>
          <a:prstGeom prst="ellipse">
            <a:avLst/>
          </a:prstGeom>
          <a:solidFill>
            <a:srgbClr val="FFFFFF"/>
          </a:solidFill>
          <a:ln w="9474">
            <a:solidFill>
              <a:srgbClr val="394D93"/>
            </a:solidFill>
            <a:prstDash val="solid"/>
          </a:ln>
        </p:spPr>
      </p:sp>
      <p:sp>
        <p:nvSpPr>
          <p:cNvPr id="76" name="p18_ellipse_76">
            <a:extLst>
              <a:ext uri="{FF2B5EF4-FFF2-40B4-BE49-F238E27FC236}">
                <a16:creationId xmlns:a16="http://schemas.microsoft.com/office/drawing/2014/main" id="{404D33C0-C73A-400E-9BC4-8FF2C929307D}"/>
              </a:ext>
            </a:extLst>
          </p:cNvPr>
          <p:cNvSpPr>
            <a:spLocks/>
          </p:cNvSpPr>
          <p:nvPr/>
        </p:nvSpPr>
        <p:spPr>
          <a:xfrm>
            <a:off x="8107283" y="4106346"/>
            <a:ext cx="58304" cy="58304"/>
          </a:xfrm>
          <a:prstGeom prst="ellipse">
            <a:avLst/>
          </a:prstGeom>
          <a:solidFill>
            <a:srgbClr val="BEC8EC"/>
          </a:solidFill>
          <a:ln w="9474">
            <a:solidFill>
              <a:srgbClr val="394D93"/>
            </a:solidFill>
            <a:prstDash val="solid"/>
          </a:ln>
        </p:spPr>
      </p:sp>
      <p:sp>
        <p:nvSpPr>
          <p:cNvPr id="77" name="p18_ellipse_77">
            <a:extLst>
              <a:ext uri="{FF2B5EF4-FFF2-40B4-BE49-F238E27FC236}">
                <a16:creationId xmlns:a16="http://schemas.microsoft.com/office/drawing/2014/main" id="{56D7B488-55C7-4F1E-8C6C-66F1B62B39D4}"/>
              </a:ext>
            </a:extLst>
          </p:cNvPr>
          <p:cNvSpPr>
            <a:spLocks/>
          </p:cNvSpPr>
          <p:nvPr/>
        </p:nvSpPr>
        <p:spPr>
          <a:xfrm>
            <a:off x="7796402" y="4375710"/>
            <a:ext cx="58304" cy="58304"/>
          </a:xfrm>
          <a:prstGeom prst="ellipse">
            <a:avLst/>
          </a:prstGeom>
          <a:solidFill>
            <a:srgbClr val="FFFFFF"/>
          </a:solidFill>
          <a:ln w="9474">
            <a:solidFill>
              <a:srgbClr val="394D93"/>
            </a:solidFill>
            <a:prstDash val="solid"/>
          </a:ln>
        </p:spPr>
      </p:sp>
      <p:sp>
        <p:nvSpPr>
          <p:cNvPr id="78" name="p18_ellipse_78">
            <a:extLst>
              <a:ext uri="{FF2B5EF4-FFF2-40B4-BE49-F238E27FC236}">
                <a16:creationId xmlns:a16="http://schemas.microsoft.com/office/drawing/2014/main" id="{B39F7DA3-C567-4C05-926E-90418693E4FE}"/>
              </a:ext>
            </a:extLst>
          </p:cNvPr>
          <p:cNvSpPr>
            <a:spLocks/>
          </p:cNvSpPr>
          <p:nvPr/>
        </p:nvSpPr>
        <p:spPr>
          <a:xfrm>
            <a:off x="7935602" y="4375710"/>
            <a:ext cx="58304" cy="58304"/>
          </a:xfrm>
          <a:prstGeom prst="ellipse">
            <a:avLst/>
          </a:prstGeom>
          <a:solidFill>
            <a:srgbClr val="BEC8EC"/>
          </a:solidFill>
          <a:ln w="9474">
            <a:solidFill>
              <a:srgbClr val="394D93"/>
            </a:solidFill>
            <a:prstDash val="solid"/>
          </a:ln>
        </p:spPr>
      </p:sp>
      <p:sp>
        <p:nvSpPr>
          <p:cNvPr id="79" name="p18_ellipse_79">
            <a:extLst>
              <a:ext uri="{FF2B5EF4-FFF2-40B4-BE49-F238E27FC236}">
                <a16:creationId xmlns:a16="http://schemas.microsoft.com/office/drawing/2014/main" id="{C33A0AC8-68DB-4922-B249-42BC611243DB}"/>
              </a:ext>
            </a:extLst>
          </p:cNvPr>
          <p:cNvSpPr>
            <a:spLocks/>
          </p:cNvSpPr>
          <p:nvPr/>
        </p:nvSpPr>
        <p:spPr>
          <a:xfrm>
            <a:off x="8046963" y="4375710"/>
            <a:ext cx="58304" cy="58304"/>
          </a:xfrm>
          <a:prstGeom prst="ellipse">
            <a:avLst/>
          </a:prstGeom>
          <a:solidFill>
            <a:srgbClr val="FFFFFF"/>
          </a:solidFill>
          <a:ln w="9474">
            <a:solidFill>
              <a:srgbClr val="394D93"/>
            </a:solidFill>
            <a:prstDash val="solid"/>
          </a:ln>
        </p:spPr>
      </p:sp>
      <p:sp>
        <p:nvSpPr>
          <p:cNvPr id="80" name="p18_ellipse_80">
            <a:extLst>
              <a:ext uri="{FF2B5EF4-FFF2-40B4-BE49-F238E27FC236}">
                <a16:creationId xmlns:a16="http://schemas.microsoft.com/office/drawing/2014/main" id="{CE16BE32-42CE-4DCE-92C9-1DC7B236433E}"/>
              </a:ext>
            </a:extLst>
          </p:cNvPr>
          <p:cNvSpPr>
            <a:spLocks/>
          </p:cNvSpPr>
          <p:nvPr/>
        </p:nvSpPr>
        <p:spPr>
          <a:xfrm>
            <a:off x="8186164" y="4375710"/>
            <a:ext cx="58304" cy="58304"/>
          </a:xfrm>
          <a:prstGeom prst="ellipse">
            <a:avLst/>
          </a:prstGeom>
          <a:solidFill>
            <a:srgbClr val="BEC8EC"/>
          </a:solidFill>
          <a:ln w="9474">
            <a:solidFill>
              <a:srgbClr val="394D93"/>
            </a:solidFill>
            <a:prstDash val="solid"/>
          </a:ln>
        </p:spPr>
      </p:sp>
      <p:sp>
        <p:nvSpPr>
          <p:cNvPr id="81" name="p18_path_81">
            <a:extLst>
              <a:ext uri="{FF2B5EF4-FFF2-40B4-BE49-F238E27FC236}">
                <a16:creationId xmlns:a16="http://schemas.microsoft.com/office/drawing/2014/main" id="{DCBA6976-CE4E-4FCB-AABE-8EA88F0A3F2A}"/>
              </a:ext>
            </a:extLst>
          </p:cNvPr>
          <p:cNvSpPr>
            <a:spLocks/>
          </p:cNvSpPr>
          <p:nvPr/>
        </p:nvSpPr>
        <p:spPr>
          <a:xfrm>
            <a:off x="8368436" y="3891787"/>
            <a:ext cx="116001" cy="243710"/>
          </a:xfrm>
          <a:custGeom>
            <a:avLst/>
            <a:gdLst/>
            <a:ahLst/>
            <a:cxnLst/>
            <a:rect l="0" t="0" r="0" b="0"/>
            <a:pathLst>
              <a:path w="151606" h="318516">
                <a:moveTo>
                  <a:pt x="151606" y="0"/>
                </a:moveTo>
                <a:lnTo>
                  <a:pt x="0" y="318516"/>
                </a:lnTo>
              </a:path>
            </a:pathLst>
          </a:custGeom>
          <a:noFill/>
          <a:ln w="10932">
            <a:solidFill>
              <a:srgbClr val="394D93"/>
            </a:solidFill>
            <a:prstDash val="solid"/>
          </a:ln>
        </p:spPr>
      </p:sp>
      <p:sp>
        <p:nvSpPr>
          <p:cNvPr id="82" name="p18_path_82">
            <a:extLst>
              <a:ext uri="{FF2B5EF4-FFF2-40B4-BE49-F238E27FC236}">
                <a16:creationId xmlns:a16="http://schemas.microsoft.com/office/drawing/2014/main" id="{9D1AC58A-CD07-4DC9-8AA1-C64A972C26C5}"/>
              </a:ext>
            </a:extLst>
          </p:cNvPr>
          <p:cNvSpPr>
            <a:spLocks/>
          </p:cNvSpPr>
          <p:nvPr/>
        </p:nvSpPr>
        <p:spPr>
          <a:xfrm>
            <a:off x="8484437" y="3891787"/>
            <a:ext cx="116001" cy="243710"/>
          </a:xfrm>
          <a:custGeom>
            <a:avLst/>
            <a:gdLst/>
            <a:ahLst/>
            <a:cxnLst/>
            <a:rect l="0" t="0" r="0" b="0"/>
            <a:pathLst>
              <a:path w="151606" h="318516">
                <a:moveTo>
                  <a:pt x="0" y="0"/>
                </a:moveTo>
                <a:lnTo>
                  <a:pt x="151606" y="318516"/>
                </a:lnTo>
              </a:path>
            </a:pathLst>
          </a:custGeom>
          <a:noFill/>
          <a:ln w="10932">
            <a:solidFill>
              <a:srgbClr val="394D93"/>
            </a:solidFill>
            <a:prstDash val="solid"/>
          </a:ln>
        </p:spPr>
      </p:sp>
      <p:sp>
        <p:nvSpPr>
          <p:cNvPr id="83" name="p18_path_83">
            <a:extLst>
              <a:ext uri="{FF2B5EF4-FFF2-40B4-BE49-F238E27FC236}">
                <a16:creationId xmlns:a16="http://schemas.microsoft.com/office/drawing/2014/main" id="{DBC3D80F-92D2-48A0-AA66-4F49CE3D2BA2}"/>
              </a:ext>
            </a:extLst>
          </p:cNvPr>
          <p:cNvSpPr>
            <a:spLocks/>
          </p:cNvSpPr>
          <p:nvPr/>
        </p:nvSpPr>
        <p:spPr>
          <a:xfrm>
            <a:off x="8289556" y="4135498"/>
            <a:ext cx="78880" cy="269364"/>
          </a:xfrm>
          <a:custGeom>
            <a:avLst/>
            <a:gdLst/>
            <a:ahLst/>
            <a:cxnLst/>
            <a:rect l="0" t="0" r="0" b="0"/>
            <a:pathLst>
              <a:path w="103092" h="352044">
                <a:moveTo>
                  <a:pt x="103092" y="0"/>
                </a:moveTo>
                <a:lnTo>
                  <a:pt x="0" y="352044"/>
                </a:lnTo>
              </a:path>
            </a:pathLst>
          </a:custGeom>
          <a:noFill/>
          <a:ln w="10932">
            <a:solidFill>
              <a:srgbClr val="394D93"/>
            </a:solidFill>
            <a:prstDash val="solid"/>
          </a:ln>
        </p:spPr>
      </p:sp>
      <p:sp>
        <p:nvSpPr>
          <p:cNvPr id="84" name="p18_path_84">
            <a:extLst>
              <a:ext uri="{FF2B5EF4-FFF2-40B4-BE49-F238E27FC236}">
                <a16:creationId xmlns:a16="http://schemas.microsoft.com/office/drawing/2014/main" id="{85EC29F7-8842-47B4-80F3-73B544ACCC46}"/>
              </a:ext>
            </a:extLst>
          </p:cNvPr>
          <p:cNvSpPr>
            <a:spLocks/>
          </p:cNvSpPr>
          <p:nvPr/>
        </p:nvSpPr>
        <p:spPr>
          <a:xfrm>
            <a:off x="8368436" y="4135498"/>
            <a:ext cx="60320" cy="269364"/>
          </a:xfrm>
          <a:custGeom>
            <a:avLst/>
            <a:gdLst/>
            <a:ahLst/>
            <a:cxnLst/>
            <a:rect l="0" t="0" r="0" b="0"/>
            <a:pathLst>
              <a:path w="78835" h="352044">
                <a:moveTo>
                  <a:pt x="0" y="0"/>
                </a:moveTo>
                <a:lnTo>
                  <a:pt x="78835" y="352044"/>
                </a:lnTo>
              </a:path>
            </a:pathLst>
          </a:custGeom>
          <a:noFill/>
          <a:ln w="10932">
            <a:solidFill>
              <a:srgbClr val="394D93"/>
            </a:solidFill>
            <a:prstDash val="solid"/>
          </a:ln>
        </p:spPr>
      </p:sp>
      <p:sp>
        <p:nvSpPr>
          <p:cNvPr id="85" name="p18_path_85">
            <a:extLst>
              <a:ext uri="{FF2B5EF4-FFF2-40B4-BE49-F238E27FC236}">
                <a16:creationId xmlns:a16="http://schemas.microsoft.com/office/drawing/2014/main" id="{D0AD1738-EE60-41E8-ABDB-154634ECBBD4}"/>
              </a:ext>
            </a:extLst>
          </p:cNvPr>
          <p:cNvSpPr>
            <a:spLocks/>
          </p:cNvSpPr>
          <p:nvPr/>
        </p:nvSpPr>
        <p:spPr>
          <a:xfrm>
            <a:off x="8540117" y="4135498"/>
            <a:ext cx="60320" cy="269364"/>
          </a:xfrm>
          <a:custGeom>
            <a:avLst/>
            <a:gdLst/>
            <a:ahLst/>
            <a:cxnLst/>
            <a:rect l="0" t="0" r="0" b="0"/>
            <a:pathLst>
              <a:path w="78835" h="352044">
                <a:moveTo>
                  <a:pt x="78835" y="0"/>
                </a:moveTo>
                <a:lnTo>
                  <a:pt x="0" y="352044"/>
                </a:lnTo>
              </a:path>
            </a:pathLst>
          </a:custGeom>
          <a:noFill/>
          <a:ln w="10932">
            <a:solidFill>
              <a:srgbClr val="394D93"/>
            </a:solidFill>
            <a:prstDash val="solid"/>
          </a:ln>
        </p:spPr>
      </p:sp>
      <p:sp>
        <p:nvSpPr>
          <p:cNvPr id="86" name="p18_path_86">
            <a:extLst>
              <a:ext uri="{FF2B5EF4-FFF2-40B4-BE49-F238E27FC236}">
                <a16:creationId xmlns:a16="http://schemas.microsoft.com/office/drawing/2014/main" id="{48D9B569-ACC1-497E-A16C-28929B2059DD}"/>
              </a:ext>
            </a:extLst>
          </p:cNvPr>
          <p:cNvSpPr>
            <a:spLocks/>
          </p:cNvSpPr>
          <p:nvPr/>
        </p:nvSpPr>
        <p:spPr>
          <a:xfrm>
            <a:off x="8600437" y="4135498"/>
            <a:ext cx="78880" cy="269364"/>
          </a:xfrm>
          <a:custGeom>
            <a:avLst/>
            <a:gdLst/>
            <a:ahLst/>
            <a:cxnLst/>
            <a:rect l="0" t="0" r="0" b="0"/>
            <a:pathLst>
              <a:path w="103092" h="352044">
                <a:moveTo>
                  <a:pt x="0" y="0"/>
                </a:moveTo>
                <a:lnTo>
                  <a:pt x="103092" y="352044"/>
                </a:lnTo>
              </a:path>
            </a:pathLst>
          </a:custGeom>
          <a:noFill/>
          <a:ln w="10932">
            <a:solidFill>
              <a:srgbClr val="394D93"/>
            </a:solidFill>
            <a:prstDash val="solid"/>
          </a:ln>
        </p:spPr>
      </p:sp>
      <p:sp>
        <p:nvSpPr>
          <p:cNvPr id="87" name="p18_ellipse_87">
            <a:extLst>
              <a:ext uri="{FF2B5EF4-FFF2-40B4-BE49-F238E27FC236}">
                <a16:creationId xmlns:a16="http://schemas.microsoft.com/office/drawing/2014/main" id="{D8B2CA50-7A02-4DC3-AC57-32CFB2D8951A}"/>
              </a:ext>
            </a:extLst>
          </p:cNvPr>
          <p:cNvSpPr>
            <a:spLocks/>
          </p:cNvSpPr>
          <p:nvPr/>
        </p:nvSpPr>
        <p:spPr>
          <a:xfrm>
            <a:off x="8455285" y="3862635"/>
            <a:ext cx="58304" cy="58304"/>
          </a:xfrm>
          <a:prstGeom prst="ellipse">
            <a:avLst/>
          </a:prstGeom>
          <a:solidFill>
            <a:srgbClr val="BEC8EC"/>
          </a:solidFill>
          <a:ln w="9474">
            <a:solidFill>
              <a:srgbClr val="394D93"/>
            </a:solidFill>
            <a:prstDash val="solid"/>
          </a:ln>
        </p:spPr>
      </p:sp>
      <p:sp>
        <p:nvSpPr>
          <p:cNvPr id="88" name="p18_ellipse_88">
            <a:extLst>
              <a:ext uri="{FF2B5EF4-FFF2-40B4-BE49-F238E27FC236}">
                <a16:creationId xmlns:a16="http://schemas.microsoft.com/office/drawing/2014/main" id="{73B11D9A-4E97-480E-8172-A6D2A4C71F62}"/>
              </a:ext>
            </a:extLst>
          </p:cNvPr>
          <p:cNvSpPr>
            <a:spLocks/>
          </p:cNvSpPr>
          <p:nvPr/>
        </p:nvSpPr>
        <p:spPr>
          <a:xfrm>
            <a:off x="8339284" y="4106346"/>
            <a:ext cx="58304" cy="58304"/>
          </a:xfrm>
          <a:prstGeom prst="ellipse">
            <a:avLst/>
          </a:prstGeom>
          <a:solidFill>
            <a:srgbClr val="FFFFFF"/>
          </a:solidFill>
          <a:ln w="9474">
            <a:solidFill>
              <a:srgbClr val="394D93"/>
            </a:solidFill>
            <a:prstDash val="solid"/>
          </a:ln>
        </p:spPr>
      </p:sp>
      <p:sp>
        <p:nvSpPr>
          <p:cNvPr id="89" name="p18_ellipse_89">
            <a:extLst>
              <a:ext uri="{FF2B5EF4-FFF2-40B4-BE49-F238E27FC236}">
                <a16:creationId xmlns:a16="http://schemas.microsoft.com/office/drawing/2014/main" id="{6AC69526-7B4C-40A2-8366-74A56D6226E1}"/>
              </a:ext>
            </a:extLst>
          </p:cNvPr>
          <p:cNvSpPr>
            <a:spLocks/>
          </p:cNvSpPr>
          <p:nvPr/>
        </p:nvSpPr>
        <p:spPr>
          <a:xfrm>
            <a:off x="8571285" y="4106346"/>
            <a:ext cx="58304" cy="58304"/>
          </a:xfrm>
          <a:prstGeom prst="ellipse">
            <a:avLst/>
          </a:prstGeom>
          <a:solidFill>
            <a:srgbClr val="BEC8EC"/>
          </a:solidFill>
          <a:ln w="9474">
            <a:solidFill>
              <a:srgbClr val="394D93"/>
            </a:solidFill>
            <a:prstDash val="solid"/>
          </a:ln>
        </p:spPr>
      </p:sp>
      <p:sp>
        <p:nvSpPr>
          <p:cNvPr id="90" name="p18_ellipse_90">
            <a:extLst>
              <a:ext uri="{FF2B5EF4-FFF2-40B4-BE49-F238E27FC236}">
                <a16:creationId xmlns:a16="http://schemas.microsoft.com/office/drawing/2014/main" id="{706284C0-58AD-4DEB-92A8-BBE105F30A80}"/>
              </a:ext>
            </a:extLst>
          </p:cNvPr>
          <p:cNvSpPr>
            <a:spLocks/>
          </p:cNvSpPr>
          <p:nvPr/>
        </p:nvSpPr>
        <p:spPr>
          <a:xfrm>
            <a:off x="8260404" y="4375710"/>
            <a:ext cx="58304" cy="58304"/>
          </a:xfrm>
          <a:prstGeom prst="ellipse">
            <a:avLst/>
          </a:prstGeom>
          <a:solidFill>
            <a:srgbClr val="FFFFFF"/>
          </a:solidFill>
          <a:ln w="9474">
            <a:solidFill>
              <a:srgbClr val="394D93"/>
            </a:solidFill>
            <a:prstDash val="solid"/>
          </a:ln>
        </p:spPr>
      </p:sp>
      <p:sp>
        <p:nvSpPr>
          <p:cNvPr id="91" name="p18_ellipse_91">
            <a:extLst>
              <a:ext uri="{FF2B5EF4-FFF2-40B4-BE49-F238E27FC236}">
                <a16:creationId xmlns:a16="http://schemas.microsoft.com/office/drawing/2014/main" id="{31093503-B33C-40D6-A23C-EF055C0FE66B}"/>
              </a:ext>
            </a:extLst>
          </p:cNvPr>
          <p:cNvSpPr>
            <a:spLocks/>
          </p:cNvSpPr>
          <p:nvPr/>
        </p:nvSpPr>
        <p:spPr>
          <a:xfrm>
            <a:off x="8399605" y="4375710"/>
            <a:ext cx="58304" cy="58304"/>
          </a:xfrm>
          <a:prstGeom prst="ellipse">
            <a:avLst/>
          </a:prstGeom>
          <a:solidFill>
            <a:srgbClr val="BEC8EC"/>
          </a:solidFill>
          <a:ln w="9474">
            <a:solidFill>
              <a:srgbClr val="394D93"/>
            </a:solidFill>
            <a:prstDash val="solid"/>
          </a:ln>
        </p:spPr>
      </p:sp>
      <p:sp>
        <p:nvSpPr>
          <p:cNvPr id="92" name="p18_ellipse_92">
            <a:extLst>
              <a:ext uri="{FF2B5EF4-FFF2-40B4-BE49-F238E27FC236}">
                <a16:creationId xmlns:a16="http://schemas.microsoft.com/office/drawing/2014/main" id="{5F87B2CB-EC02-4603-8856-E95CAA2072B2}"/>
              </a:ext>
            </a:extLst>
          </p:cNvPr>
          <p:cNvSpPr>
            <a:spLocks/>
          </p:cNvSpPr>
          <p:nvPr/>
        </p:nvSpPr>
        <p:spPr>
          <a:xfrm>
            <a:off x="8510965" y="4375710"/>
            <a:ext cx="58304" cy="58304"/>
          </a:xfrm>
          <a:prstGeom prst="ellipse">
            <a:avLst/>
          </a:prstGeom>
          <a:solidFill>
            <a:srgbClr val="FFFFFF"/>
          </a:solidFill>
          <a:ln w="9474">
            <a:solidFill>
              <a:srgbClr val="394D93"/>
            </a:solidFill>
            <a:prstDash val="solid"/>
          </a:ln>
        </p:spPr>
      </p:sp>
      <p:sp>
        <p:nvSpPr>
          <p:cNvPr id="93" name="p18_ellipse_93">
            <a:extLst>
              <a:ext uri="{FF2B5EF4-FFF2-40B4-BE49-F238E27FC236}">
                <a16:creationId xmlns:a16="http://schemas.microsoft.com/office/drawing/2014/main" id="{9626A994-D899-4130-9351-6F6AA912B3D0}"/>
              </a:ext>
            </a:extLst>
          </p:cNvPr>
          <p:cNvSpPr>
            <a:spLocks/>
          </p:cNvSpPr>
          <p:nvPr/>
        </p:nvSpPr>
        <p:spPr>
          <a:xfrm>
            <a:off x="8650166" y="4375710"/>
            <a:ext cx="58304" cy="58304"/>
          </a:xfrm>
          <a:prstGeom prst="ellipse">
            <a:avLst/>
          </a:prstGeom>
          <a:solidFill>
            <a:srgbClr val="BEC8EC"/>
          </a:solidFill>
          <a:ln w="9474">
            <a:solidFill>
              <a:srgbClr val="394D93"/>
            </a:solidFill>
            <a:prstDash val="solid"/>
          </a:ln>
        </p:spPr>
      </p:sp>
      <p:sp>
        <p:nvSpPr>
          <p:cNvPr id="94" name="p18_path_94">
            <a:extLst>
              <a:ext uri="{FF2B5EF4-FFF2-40B4-BE49-F238E27FC236}">
                <a16:creationId xmlns:a16="http://schemas.microsoft.com/office/drawing/2014/main" id="{7B08579B-24DD-43F7-865A-8D0AE10DF611}"/>
              </a:ext>
            </a:extLst>
          </p:cNvPr>
          <p:cNvSpPr>
            <a:spLocks/>
          </p:cNvSpPr>
          <p:nvPr/>
        </p:nvSpPr>
        <p:spPr>
          <a:xfrm>
            <a:off x="8045943" y="2441477"/>
            <a:ext cx="729" cy="357112"/>
          </a:xfrm>
          <a:custGeom>
            <a:avLst/>
            <a:gdLst/>
            <a:ahLst/>
            <a:cxnLst/>
            <a:rect l="0" t="0" r="0" b="0"/>
            <a:pathLst>
              <a:path w="953" h="466725">
                <a:moveTo>
                  <a:pt x="0" y="0"/>
                </a:moveTo>
                <a:lnTo>
                  <a:pt x="0" y="466725"/>
                </a:lnTo>
              </a:path>
            </a:pathLst>
          </a:custGeom>
          <a:noFill/>
          <a:ln w="13847">
            <a:solidFill>
              <a:srgbClr val="394D93"/>
            </a:solidFill>
            <a:prstDash val="solid"/>
          </a:ln>
        </p:spPr>
      </p:sp>
      <p:sp>
        <p:nvSpPr>
          <p:cNvPr id="95" name="p18_path_95">
            <a:extLst>
              <a:ext uri="{FF2B5EF4-FFF2-40B4-BE49-F238E27FC236}">
                <a16:creationId xmlns:a16="http://schemas.microsoft.com/office/drawing/2014/main" id="{6751EEA2-53F3-45E5-8D37-2F47401C03C6}"/>
              </a:ext>
            </a:extLst>
          </p:cNvPr>
          <p:cNvSpPr>
            <a:spLocks/>
          </p:cNvSpPr>
          <p:nvPr/>
        </p:nvSpPr>
        <p:spPr>
          <a:xfrm>
            <a:off x="8007462" y="2711133"/>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96" name="p18_rect_96">
            <a:extLst>
              <a:ext uri="{FF2B5EF4-FFF2-40B4-BE49-F238E27FC236}">
                <a16:creationId xmlns:a16="http://schemas.microsoft.com/office/drawing/2014/main" id="{3B13A987-43A5-44E5-B829-BB38EC08F645}"/>
              </a:ext>
            </a:extLst>
          </p:cNvPr>
          <p:cNvSpPr>
            <a:spLocks/>
          </p:cNvSpPr>
          <p:nvPr/>
        </p:nvSpPr>
        <p:spPr>
          <a:xfrm>
            <a:off x="9816925" y="2179109"/>
            <a:ext cx="2186397" cy="2492493"/>
          </a:xfrm>
          <a:prstGeom prst="roundRect">
            <a:avLst>
              <a:gd name="adj" fmla="val 4667"/>
            </a:avLst>
          </a:prstGeom>
          <a:gradFill>
            <a:gsLst>
              <a:gs pos="0">
                <a:srgbClr val="FEFEFF"/>
              </a:gs>
              <a:gs pos="100000">
                <a:srgbClr val="EDF0F8"/>
              </a:gs>
            </a:gsLst>
            <a:lin ang="5400000"/>
          </a:gradFill>
          <a:ln w="12390">
            <a:solidFill>
              <a:srgbClr val="172956"/>
            </a:solidFill>
            <a:prstDash val="solid"/>
          </a:ln>
        </p:spPr>
      </p:sp>
      <p:sp>
        <p:nvSpPr>
          <p:cNvPr id="97" name="p18_path_97">
            <a:extLst>
              <a:ext uri="{FF2B5EF4-FFF2-40B4-BE49-F238E27FC236}">
                <a16:creationId xmlns:a16="http://schemas.microsoft.com/office/drawing/2014/main" id="{4AA3760D-2EA4-4F8A-A995-84808814F522}"/>
              </a:ext>
            </a:extLst>
          </p:cNvPr>
          <p:cNvSpPr>
            <a:spLocks/>
          </p:cNvSpPr>
          <p:nvPr/>
        </p:nvSpPr>
        <p:spPr>
          <a:xfrm>
            <a:off x="10013700" y="2973501"/>
            <a:ext cx="451855" cy="641343"/>
          </a:xfrm>
          <a:custGeom>
            <a:avLst/>
            <a:gdLst/>
            <a:ahLst/>
            <a:cxnLst/>
            <a:rect l="0" t="0" r="0" b="0"/>
            <a:pathLst>
              <a:path w="590550" h="838200">
                <a:moveTo>
                  <a:pt x="0" y="0"/>
                </a:moveTo>
                <a:lnTo>
                  <a:pt x="431101" y="0"/>
                </a:lnTo>
                <a:lnTo>
                  <a:pt x="590550" y="167640"/>
                </a:lnTo>
                <a:lnTo>
                  <a:pt x="590550" y="838200"/>
                </a:lnTo>
                <a:lnTo>
                  <a:pt x="0" y="838200"/>
                </a:lnTo>
                <a:close/>
              </a:path>
            </a:pathLst>
          </a:custGeom>
          <a:solidFill>
            <a:srgbClr val="FFFFFF"/>
          </a:solidFill>
          <a:ln w="11661">
            <a:solidFill>
              <a:srgbClr val="394D93"/>
            </a:solidFill>
            <a:prstDash val="solid"/>
          </a:ln>
        </p:spPr>
      </p:sp>
      <p:sp>
        <p:nvSpPr>
          <p:cNvPr id="98" name="p18_path_98">
            <a:extLst>
              <a:ext uri="{FF2B5EF4-FFF2-40B4-BE49-F238E27FC236}">
                <a16:creationId xmlns:a16="http://schemas.microsoft.com/office/drawing/2014/main" id="{CCB6AB50-D4C4-4322-8172-3B88916B5807}"/>
              </a:ext>
            </a:extLst>
          </p:cNvPr>
          <p:cNvSpPr>
            <a:spLocks/>
          </p:cNvSpPr>
          <p:nvPr/>
        </p:nvSpPr>
        <p:spPr>
          <a:xfrm>
            <a:off x="10343555" y="2973501"/>
            <a:ext cx="122001" cy="128269"/>
          </a:xfrm>
          <a:custGeom>
            <a:avLst/>
            <a:gdLst/>
            <a:ahLst/>
            <a:cxnLst/>
            <a:rect l="0" t="0" r="0" b="0"/>
            <a:pathLst>
              <a:path w="159449" h="167640">
                <a:moveTo>
                  <a:pt x="0" y="0"/>
                </a:moveTo>
                <a:lnTo>
                  <a:pt x="0" y="167640"/>
                </a:lnTo>
                <a:lnTo>
                  <a:pt x="159449" y="167640"/>
                </a:lnTo>
              </a:path>
            </a:pathLst>
          </a:custGeom>
          <a:noFill/>
          <a:ln w="10203">
            <a:solidFill>
              <a:srgbClr val="394D93"/>
            </a:solidFill>
            <a:prstDash val="solid"/>
          </a:ln>
        </p:spPr>
      </p:sp>
      <p:sp>
        <p:nvSpPr>
          <p:cNvPr id="99" name="p18_path_99">
            <a:extLst>
              <a:ext uri="{FF2B5EF4-FFF2-40B4-BE49-F238E27FC236}">
                <a16:creationId xmlns:a16="http://schemas.microsoft.com/office/drawing/2014/main" id="{111ACD1A-16BC-4795-9A31-4844DA9E56FC}"/>
              </a:ext>
            </a:extLst>
          </p:cNvPr>
          <p:cNvSpPr>
            <a:spLocks/>
          </p:cNvSpPr>
          <p:nvPr/>
        </p:nvSpPr>
        <p:spPr>
          <a:xfrm>
            <a:off x="10072004" y="3133836"/>
            <a:ext cx="335248" cy="729"/>
          </a:xfrm>
          <a:custGeom>
            <a:avLst/>
            <a:gdLst/>
            <a:ahLst/>
            <a:cxnLst/>
            <a:rect l="0" t="0" r="0" b="0"/>
            <a:pathLst>
              <a:path w="438150" h="953">
                <a:moveTo>
                  <a:pt x="0" y="0"/>
                </a:moveTo>
                <a:lnTo>
                  <a:pt x="438150" y="0"/>
                </a:lnTo>
              </a:path>
            </a:pathLst>
          </a:custGeom>
          <a:noFill/>
          <a:ln w="9474">
            <a:solidFill>
              <a:srgbClr val="394D93"/>
            </a:solidFill>
            <a:prstDash val="solid"/>
          </a:ln>
        </p:spPr>
      </p:sp>
      <p:sp>
        <p:nvSpPr>
          <p:cNvPr id="100" name="p18_path_100">
            <a:extLst>
              <a:ext uri="{FF2B5EF4-FFF2-40B4-BE49-F238E27FC236}">
                <a16:creationId xmlns:a16="http://schemas.microsoft.com/office/drawing/2014/main" id="{490B4A72-48DD-4DD0-87FB-4DC207D1CCA5}"/>
              </a:ext>
            </a:extLst>
          </p:cNvPr>
          <p:cNvSpPr>
            <a:spLocks/>
          </p:cNvSpPr>
          <p:nvPr/>
        </p:nvSpPr>
        <p:spPr>
          <a:xfrm>
            <a:off x="10072004" y="3192140"/>
            <a:ext cx="335248" cy="729"/>
          </a:xfrm>
          <a:custGeom>
            <a:avLst/>
            <a:gdLst/>
            <a:ahLst/>
            <a:cxnLst/>
            <a:rect l="0" t="0" r="0" b="0"/>
            <a:pathLst>
              <a:path w="438150" h="953">
                <a:moveTo>
                  <a:pt x="0" y="0"/>
                </a:moveTo>
                <a:lnTo>
                  <a:pt x="438150" y="0"/>
                </a:lnTo>
              </a:path>
            </a:pathLst>
          </a:custGeom>
          <a:noFill/>
          <a:ln w="9474">
            <a:solidFill>
              <a:srgbClr val="394D93"/>
            </a:solidFill>
            <a:prstDash val="solid"/>
          </a:ln>
        </p:spPr>
      </p:sp>
      <p:sp>
        <p:nvSpPr>
          <p:cNvPr id="101" name="p18_path_101">
            <a:extLst>
              <a:ext uri="{FF2B5EF4-FFF2-40B4-BE49-F238E27FC236}">
                <a16:creationId xmlns:a16="http://schemas.microsoft.com/office/drawing/2014/main" id="{9E95AFAC-D367-4E16-B329-EA422D343EDE}"/>
              </a:ext>
            </a:extLst>
          </p:cNvPr>
          <p:cNvSpPr>
            <a:spLocks/>
          </p:cNvSpPr>
          <p:nvPr/>
        </p:nvSpPr>
        <p:spPr>
          <a:xfrm>
            <a:off x="10072004" y="3250444"/>
            <a:ext cx="335248" cy="729"/>
          </a:xfrm>
          <a:custGeom>
            <a:avLst/>
            <a:gdLst/>
            <a:ahLst/>
            <a:cxnLst/>
            <a:rect l="0" t="0" r="0" b="0"/>
            <a:pathLst>
              <a:path w="438150" h="953">
                <a:moveTo>
                  <a:pt x="0" y="0"/>
                </a:moveTo>
                <a:lnTo>
                  <a:pt x="438150" y="0"/>
                </a:lnTo>
              </a:path>
            </a:pathLst>
          </a:custGeom>
          <a:noFill/>
          <a:ln w="9474">
            <a:solidFill>
              <a:srgbClr val="394D93"/>
            </a:solidFill>
            <a:prstDash val="solid"/>
          </a:ln>
        </p:spPr>
      </p:sp>
      <p:sp>
        <p:nvSpPr>
          <p:cNvPr id="102" name="p18_path_102">
            <a:extLst>
              <a:ext uri="{FF2B5EF4-FFF2-40B4-BE49-F238E27FC236}">
                <a16:creationId xmlns:a16="http://schemas.microsoft.com/office/drawing/2014/main" id="{37480271-8EC2-4686-9163-5E42ADE14462}"/>
              </a:ext>
            </a:extLst>
          </p:cNvPr>
          <p:cNvSpPr>
            <a:spLocks/>
          </p:cNvSpPr>
          <p:nvPr/>
        </p:nvSpPr>
        <p:spPr>
          <a:xfrm>
            <a:off x="10072004" y="3308748"/>
            <a:ext cx="335248" cy="729"/>
          </a:xfrm>
          <a:custGeom>
            <a:avLst/>
            <a:gdLst/>
            <a:ahLst/>
            <a:cxnLst/>
            <a:rect l="0" t="0" r="0" b="0"/>
            <a:pathLst>
              <a:path w="438150" h="953">
                <a:moveTo>
                  <a:pt x="0" y="0"/>
                </a:moveTo>
                <a:lnTo>
                  <a:pt x="438150" y="0"/>
                </a:lnTo>
              </a:path>
            </a:pathLst>
          </a:custGeom>
          <a:noFill/>
          <a:ln w="9474">
            <a:solidFill>
              <a:srgbClr val="394D93"/>
            </a:solidFill>
            <a:prstDash val="solid"/>
          </a:ln>
        </p:spPr>
      </p:sp>
      <p:sp>
        <p:nvSpPr>
          <p:cNvPr id="103" name="p18_rect_103">
            <a:extLst>
              <a:ext uri="{FF2B5EF4-FFF2-40B4-BE49-F238E27FC236}">
                <a16:creationId xmlns:a16="http://schemas.microsoft.com/office/drawing/2014/main" id="{98478B2A-483D-48DB-ADAB-1382CEF8B157}"/>
              </a:ext>
            </a:extLst>
          </p:cNvPr>
          <p:cNvSpPr>
            <a:spLocks/>
          </p:cNvSpPr>
          <p:nvPr/>
        </p:nvSpPr>
        <p:spPr>
          <a:xfrm>
            <a:off x="11019443" y="3060956"/>
            <a:ext cx="473719" cy="466431"/>
          </a:xfrm>
          <a:prstGeom prst="rect">
            <a:avLst/>
          </a:prstGeom>
          <a:gradFill>
            <a:gsLst>
              <a:gs pos="0">
                <a:srgbClr val="FEFEFF"/>
              </a:gs>
              <a:gs pos="100000">
                <a:srgbClr val="EDF0F8"/>
              </a:gs>
            </a:gsLst>
            <a:lin ang="5400000"/>
          </a:gradFill>
          <a:ln w="12390">
            <a:solidFill>
              <a:srgbClr val="394D93"/>
            </a:solidFill>
            <a:prstDash val="solid"/>
          </a:ln>
        </p:spPr>
      </p:sp>
      <p:sp>
        <p:nvSpPr>
          <p:cNvPr id="104" name="p18_ellipse_104">
            <a:extLst>
              <a:ext uri="{FF2B5EF4-FFF2-40B4-BE49-F238E27FC236}">
                <a16:creationId xmlns:a16="http://schemas.microsoft.com/office/drawing/2014/main" id="{9259473F-720C-47AB-B7DD-80E5E4CFC40D}"/>
              </a:ext>
            </a:extLst>
          </p:cNvPr>
          <p:cNvSpPr>
            <a:spLocks/>
          </p:cNvSpPr>
          <p:nvPr/>
        </p:nvSpPr>
        <p:spPr>
          <a:xfrm>
            <a:off x="11019443" y="3439932"/>
            <a:ext cx="473719" cy="174912"/>
          </a:xfrm>
          <a:prstGeom prst="ellipse">
            <a:avLst/>
          </a:prstGeom>
          <a:gradFill>
            <a:gsLst>
              <a:gs pos="0">
                <a:srgbClr val="FEFEFF"/>
              </a:gs>
              <a:gs pos="100000">
                <a:srgbClr val="EDF0F8"/>
              </a:gs>
            </a:gsLst>
            <a:lin ang="5400000"/>
          </a:gradFill>
          <a:ln w="10932">
            <a:solidFill>
              <a:srgbClr val="394D93"/>
            </a:solidFill>
            <a:prstDash val="solid"/>
          </a:ln>
        </p:spPr>
      </p:sp>
      <p:sp>
        <p:nvSpPr>
          <p:cNvPr id="105" name="p18_path_105">
            <a:extLst>
              <a:ext uri="{FF2B5EF4-FFF2-40B4-BE49-F238E27FC236}">
                <a16:creationId xmlns:a16="http://schemas.microsoft.com/office/drawing/2014/main" id="{1C7B778C-A885-45E5-94A2-8CAEE95BD490}"/>
              </a:ext>
            </a:extLst>
          </p:cNvPr>
          <p:cNvSpPr>
            <a:spLocks/>
          </p:cNvSpPr>
          <p:nvPr/>
        </p:nvSpPr>
        <p:spPr>
          <a:xfrm>
            <a:off x="11019443" y="3221292"/>
            <a:ext cx="473719" cy="87456"/>
          </a:xfrm>
          <a:custGeom>
            <a:avLst/>
            <a:gdLst/>
            <a:ahLst/>
            <a:cxnLst/>
            <a:rect l="0" t="0" r="0" b="0"/>
            <a:pathLst>
              <a:path w="619125" h="114300">
                <a:moveTo>
                  <a:pt x="0" y="0"/>
                </a:moveTo>
                <a:cubicBezTo>
                  <a:pt x="105251" y="114300"/>
                  <a:pt x="513874" y="114300"/>
                  <a:pt x="619125" y="0"/>
                </a:cubicBezTo>
              </a:path>
            </a:pathLst>
          </a:custGeom>
          <a:noFill/>
          <a:ln w="10203">
            <a:solidFill>
              <a:srgbClr val="394D93"/>
            </a:solidFill>
            <a:prstDash val="solid"/>
          </a:ln>
        </p:spPr>
      </p:sp>
      <p:sp>
        <p:nvSpPr>
          <p:cNvPr id="106" name="p18_path_106">
            <a:extLst>
              <a:ext uri="{FF2B5EF4-FFF2-40B4-BE49-F238E27FC236}">
                <a16:creationId xmlns:a16="http://schemas.microsoft.com/office/drawing/2014/main" id="{A9D69DC9-79A4-4DEF-A31B-51B39A679A3F}"/>
              </a:ext>
            </a:extLst>
          </p:cNvPr>
          <p:cNvSpPr>
            <a:spLocks/>
          </p:cNvSpPr>
          <p:nvPr/>
        </p:nvSpPr>
        <p:spPr>
          <a:xfrm>
            <a:off x="11019443" y="3374340"/>
            <a:ext cx="473719" cy="87456"/>
          </a:xfrm>
          <a:custGeom>
            <a:avLst/>
            <a:gdLst/>
            <a:ahLst/>
            <a:cxnLst/>
            <a:rect l="0" t="0" r="0" b="0"/>
            <a:pathLst>
              <a:path w="619125" h="114300">
                <a:moveTo>
                  <a:pt x="0" y="0"/>
                </a:moveTo>
                <a:cubicBezTo>
                  <a:pt x="105251" y="114300"/>
                  <a:pt x="513874" y="114300"/>
                  <a:pt x="619125" y="0"/>
                </a:cubicBezTo>
              </a:path>
            </a:pathLst>
          </a:custGeom>
          <a:noFill/>
          <a:ln w="10203">
            <a:solidFill>
              <a:srgbClr val="394D93"/>
            </a:solidFill>
            <a:prstDash val="solid"/>
          </a:ln>
        </p:spPr>
      </p:sp>
      <p:sp>
        <p:nvSpPr>
          <p:cNvPr id="107" name="p18_ellipse_107">
            <a:extLst>
              <a:ext uri="{FF2B5EF4-FFF2-40B4-BE49-F238E27FC236}">
                <a16:creationId xmlns:a16="http://schemas.microsoft.com/office/drawing/2014/main" id="{A565E706-52F4-4E79-9101-B22A2C1D519C}"/>
              </a:ext>
            </a:extLst>
          </p:cNvPr>
          <p:cNvSpPr>
            <a:spLocks/>
          </p:cNvSpPr>
          <p:nvPr/>
        </p:nvSpPr>
        <p:spPr>
          <a:xfrm>
            <a:off x="11019443" y="2973501"/>
            <a:ext cx="473719" cy="174912"/>
          </a:xfrm>
          <a:prstGeom prst="ellipse">
            <a:avLst/>
          </a:prstGeom>
          <a:gradFill>
            <a:gsLst>
              <a:gs pos="0">
                <a:srgbClr val="FEFEFF"/>
              </a:gs>
              <a:gs pos="100000">
                <a:srgbClr val="EDF0F8"/>
              </a:gs>
            </a:gsLst>
            <a:lin ang="5400000"/>
          </a:gradFill>
          <a:ln w="10932">
            <a:solidFill>
              <a:srgbClr val="394D93"/>
            </a:solidFill>
            <a:prstDash val="solid"/>
          </a:ln>
        </p:spPr>
      </p:sp>
      <p:sp>
        <p:nvSpPr>
          <p:cNvPr id="108" name="p18_path_108">
            <a:extLst>
              <a:ext uri="{FF2B5EF4-FFF2-40B4-BE49-F238E27FC236}">
                <a16:creationId xmlns:a16="http://schemas.microsoft.com/office/drawing/2014/main" id="{502E16A0-85EF-425C-920C-1A7687A5C752}"/>
              </a:ext>
            </a:extLst>
          </p:cNvPr>
          <p:cNvSpPr>
            <a:spLocks/>
          </p:cNvSpPr>
          <p:nvPr/>
        </p:nvSpPr>
        <p:spPr>
          <a:xfrm>
            <a:off x="9029821" y="3855348"/>
            <a:ext cx="692359" cy="729"/>
          </a:xfrm>
          <a:custGeom>
            <a:avLst/>
            <a:gdLst/>
            <a:ahLst/>
            <a:cxnLst/>
            <a:rect l="0" t="0" r="0" b="0"/>
            <a:pathLst>
              <a:path w="904875" h="953">
                <a:moveTo>
                  <a:pt x="0" y="0"/>
                </a:moveTo>
                <a:lnTo>
                  <a:pt x="904875" y="0"/>
                </a:lnTo>
              </a:path>
            </a:pathLst>
          </a:custGeom>
          <a:noFill/>
          <a:ln w="16034">
            <a:solidFill>
              <a:srgbClr val="394D93"/>
            </a:solidFill>
            <a:prstDash val="solid"/>
          </a:ln>
        </p:spPr>
      </p:sp>
      <p:sp>
        <p:nvSpPr>
          <p:cNvPr id="109" name="p18_path_109">
            <a:extLst>
              <a:ext uri="{FF2B5EF4-FFF2-40B4-BE49-F238E27FC236}">
                <a16:creationId xmlns:a16="http://schemas.microsoft.com/office/drawing/2014/main" id="{19030B35-C280-4ACA-890D-54262D45DD64}"/>
              </a:ext>
            </a:extLst>
          </p:cNvPr>
          <p:cNvSpPr>
            <a:spLocks/>
          </p:cNvSpPr>
          <p:nvPr/>
        </p:nvSpPr>
        <p:spPr>
          <a:xfrm>
            <a:off x="9634725" y="3816867"/>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10" name="p18_path_110">
            <a:extLst>
              <a:ext uri="{FF2B5EF4-FFF2-40B4-BE49-F238E27FC236}">
                <a16:creationId xmlns:a16="http://schemas.microsoft.com/office/drawing/2014/main" id="{5AEE0206-F227-4C4C-B808-328A0088D902}"/>
              </a:ext>
            </a:extLst>
          </p:cNvPr>
          <p:cNvSpPr>
            <a:spLocks/>
          </p:cNvSpPr>
          <p:nvPr/>
        </p:nvSpPr>
        <p:spPr>
          <a:xfrm>
            <a:off x="5990729" y="4713060"/>
            <a:ext cx="4963122" cy="517447"/>
          </a:xfrm>
          <a:custGeom>
            <a:avLst/>
            <a:gdLst/>
            <a:ahLst/>
            <a:cxnLst/>
            <a:rect l="0" t="0" r="0" b="0"/>
            <a:pathLst>
              <a:path w="6486525" h="676275">
                <a:moveTo>
                  <a:pt x="6486525" y="0"/>
                </a:moveTo>
                <a:cubicBezTo>
                  <a:pt x="6486525" y="676275"/>
                  <a:pt x="0" y="676275"/>
                  <a:pt x="0" y="219075"/>
                </a:cubicBezTo>
              </a:path>
            </a:pathLst>
          </a:custGeom>
          <a:noFill/>
          <a:ln w="18220">
            <a:solidFill>
              <a:srgbClr val="9C3E76"/>
            </a:solidFill>
            <a:prstDash val="solid"/>
          </a:ln>
        </p:spPr>
      </p:sp>
      <p:sp>
        <p:nvSpPr>
          <p:cNvPr id="111" name="p18_path_111">
            <a:extLst>
              <a:ext uri="{FF2B5EF4-FFF2-40B4-BE49-F238E27FC236}">
                <a16:creationId xmlns:a16="http://schemas.microsoft.com/office/drawing/2014/main" id="{4BC6544B-797F-422D-A216-7C2E1F9B81C0}"/>
              </a:ext>
            </a:extLst>
          </p:cNvPr>
          <p:cNvSpPr>
            <a:spLocks/>
          </p:cNvSpPr>
          <p:nvPr/>
        </p:nvSpPr>
        <p:spPr>
          <a:xfrm>
            <a:off x="5954609" y="4802029"/>
            <a:ext cx="76961" cy="87456"/>
          </a:xfrm>
          <a:custGeom>
            <a:avLst/>
            <a:gdLst/>
            <a:ahLst/>
            <a:cxnLst/>
            <a:rect l="0" t="0" r="0" b="0"/>
            <a:pathLst>
              <a:path w="100584" h="114300">
                <a:moveTo>
                  <a:pt x="50292" y="0"/>
                </a:moveTo>
                <a:lnTo>
                  <a:pt x="100584" y="114300"/>
                </a:lnTo>
                <a:lnTo>
                  <a:pt x="0" y="114300"/>
                </a:lnTo>
                <a:close/>
              </a:path>
            </a:pathLst>
          </a:custGeom>
          <a:solidFill>
            <a:srgbClr val="9C3E76"/>
          </a:solidFill>
          <a:ln w="0">
            <a:noFill/>
            <a:prstDash val="solid"/>
          </a:ln>
        </p:spPr>
      </p:sp>
      <p:sp>
        <p:nvSpPr>
          <p:cNvPr id="112" name="p18_rect_112">
            <a:extLst>
              <a:ext uri="{FF2B5EF4-FFF2-40B4-BE49-F238E27FC236}">
                <a16:creationId xmlns:a16="http://schemas.microsoft.com/office/drawing/2014/main" id="{86A4DD77-6431-40EB-AB90-BC542DC14428}"/>
              </a:ext>
            </a:extLst>
          </p:cNvPr>
          <p:cNvSpPr>
            <a:spLocks/>
          </p:cNvSpPr>
          <p:nvPr/>
        </p:nvSpPr>
        <p:spPr>
          <a:xfrm>
            <a:off x="284232" y="5750226"/>
            <a:ext cx="11617058" cy="644044"/>
          </a:xfrm>
          <a:prstGeom prst="roundRect">
            <a:avLst>
              <a:gd name="adj" fmla="val 9434"/>
            </a:avLst>
          </a:prstGeom>
          <a:gradFill>
            <a:gsLst>
              <a:gs pos="0">
                <a:srgbClr val="FFFDFE"/>
              </a:gs>
              <a:gs pos="100000">
                <a:srgbClr val="F7EAF2"/>
              </a:gs>
            </a:gsLst>
            <a:lin ang="5400000"/>
          </a:gradFill>
          <a:ln w="9474">
            <a:solidFill>
              <a:srgbClr val="9C3E76"/>
            </a:solidFill>
            <a:prstDash val="solid"/>
          </a:ln>
        </p:spPr>
      </p:sp>
      <p:sp>
        <p:nvSpPr>
          <p:cNvPr id="113" name="p18_label_1">
            <a:extLst>
              <a:ext uri="{FF2B5EF4-FFF2-40B4-BE49-F238E27FC236}">
                <a16:creationId xmlns:a16="http://schemas.microsoft.com/office/drawing/2014/main" id="{ADBEAFF7-E3D4-4953-8FAC-88E5C7C840AA}"/>
              </a:ext>
            </a:extLst>
          </p:cNvPr>
          <p:cNvSpPr>
            <a:spLocks/>
          </p:cNvSpPr>
          <p:nvPr/>
        </p:nvSpPr>
        <p:spPr>
          <a:xfrm>
            <a:off x="174912" y="58304"/>
            <a:ext cx="10421828" cy="444567"/>
          </a:xfrm>
          <a:prstGeom prst="rect">
            <a:avLst/>
          </a:prstGeom>
          <a:noFill/>
          <a:ln w="0">
            <a:noFill/>
          </a:ln>
        </p:spPr>
        <p:txBody>
          <a:bodyPr wrap="square" lIns="0" tIns="0" rIns="0" bIns="0" anchor="t">
            <a:noAutofit/>
          </a:bodyPr>
          <a:lstStyle>
            <a:defPPr algn="l">
              <a:defRPr sz="2640" b="1">
                <a:solidFill>
                  <a:srgbClr val="172956"/>
                </a:solidFill>
                <a:latin typeface="Source Han Serif SC Heavy"/>
                <a:ea typeface="Source Han Serif SC Heavy"/>
                <a:cs typeface="Source Han Serif SC Heavy"/>
              </a:defRPr>
            </a:defPPr>
          </a:lstStyle>
          <a:p>
            <a:pPr algn="l">
              <a:defRPr sz="2640" b="1">
                <a:solidFill>
                  <a:srgbClr val="172956"/>
                </a:solidFill>
                <a:latin typeface="Source Han Serif SC Heavy"/>
                <a:ea typeface="Source Han Serif SC Heavy"/>
                <a:cs typeface="Source Han Serif SC Heavy"/>
              </a:defRPr>
            </a:pPr>
            <a:r>
              <a:rPr sz="2640" b="1">
                <a:solidFill>
                  <a:srgbClr val="172956"/>
                </a:solidFill>
                <a:latin typeface="Source Han Serif SC Heavy"/>
                <a:ea typeface="Source Han Serif SC Heavy"/>
                <a:cs typeface="Source Han Serif SC Heavy"/>
              </a:rPr>
              <a:t>RQ4：工具智能体如何承载可复现的建模流程？</a:t>
            </a:r>
          </a:p>
        </p:txBody>
      </p:sp>
      <p:sp>
        <p:nvSpPr>
          <p:cNvPr id="114" name="p18_label_2">
            <a:extLst>
              <a:ext uri="{FF2B5EF4-FFF2-40B4-BE49-F238E27FC236}">
                <a16:creationId xmlns:a16="http://schemas.microsoft.com/office/drawing/2014/main" id="{C5DE2942-ADCD-405B-973A-F1E35E0559C4}"/>
              </a:ext>
            </a:extLst>
          </p:cNvPr>
          <p:cNvSpPr>
            <a:spLocks/>
          </p:cNvSpPr>
          <p:nvPr/>
        </p:nvSpPr>
        <p:spPr>
          <a:xfrm>
            <a:off x="204064" y="510159"/>
            <a:ext cx="10859107" cy="233216"/>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智能体组织工具调用与执行状态；数值估计与候选排序由可复现算法完成</a:t>
            </a:r>
          </a:p>
        </p:txBody>
      </p:sp>
      <p:sp>
        <p:nvSpPr>
          <p:cNvPr id="115" name="p18_label_3">
            <a:extLst>
              <a:ext uri="{FF2B5EF4-FFF2-40B4-BE49-F238E27FC236}">
                <a16:creationId xmlns:a16="http://schemas.microsoft.com/office/drawing/2014/main" id="{1529CEEB-7BF3-4A5C-A5C2-DF80D60D76D9}"/>
              </a:ext>
            </a:extLst>
          </p:cNvPr>
          <p:cNvSpPr>
            <a:spLocks/>
          </p:cNvSpPr>
          <p:nvPr/>
        </p:nvSpPr>
        <p:spPr>
          <a:xfrm>
            <a:off x="11004867" y="94744"/>
            <a:ext cx="1020319" cy="233216"/>
          </a:xfrm>
          <a:prstGeom prst="rect">
            <a:avLst/>
          </a:prstGeom>
          <a:noFill/>
          <a:ln w="0">
            <a:noFill/>
          </a:ln>
        </p:spPr>
        <p:txBody>
          <a:bodyPr wrap="square" lIns="0" tIns="0" rIns="0" bIns="0" anchor="t">
            <a:noAutofit/>
          </a:bodyPr>
          <a:lstStyle>
            <a:defPPr algn="r">
              <a:defRPr sz="1205" b="0">
                <a:solidFill>
                  <a:srgbClr val="52617D"/>
                </a:solidFill>
                <a:latin typeface="Noto Sans SC"/>
                <a:ea typeface="Noto Sans SC"/>
                <a:cs typeface="Noto Sans SC"/>
              </a:defRPr>
            </a:defPPr>
          </a:lstStyle>
          <a:p>
            <a:pPr algn="r">
              <a:defRPr sz="1205" b="0">
                <a:solidFill>
                  <a:srgbClr val="52617D"/>
                </a:solidFill>
                <a:latin typeface="Noto Sans SC"/>
                <a:ea typeface="Noto Sans SC"/>
                <a:cs typeface="Noto Sans SC"/>
              </a:defRPr>
            </a:pPr>
            <a:r>
              <a:rPr sz="1205" b="0">
                <a:solidFill>
                  <a:srgbClr val="52617D"/>
                </a:solidFill>
                <a:latin typeface="Noto Sans SC"/>
                <a:ea typeface="Noto Sans SC"/>
                <a:cs typeface="Noto Sans SC"/>
              </a:rPr>
              <a:t>04 研究问题</a:t>
            </a:r>
          </a:p>
        </p:txBody>
      </p:sp>
      <p:sp>
        <p:nvSpPr>
          <p:cNvPr id="116" name="p18_label_4">
            <a:extLst>
              <a:ext uri="{FF2B5EF4-FFF2-40B4-BE49-F238E27FC236}">
                <a16:creationId xmlns:a16="http://schemas.microsoft.com/office/drawing/2014/main" id="{4FDDCDC3-776A-4A74-B340-77E2258781F7}"/>
              </a:ext>
            </a:extLst>
          </p:cNvPr>
          <p:cNvSpPr>
            <a:spLocks/>
          </p:cNvSpPr>
          <p:nvPr/>
        </p:nvSpPr>
        <p:spPr>
          <a:xfrm>
            <a:off x="298808" y="2244701"/>
            <a:ext cx="1734542"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实验与任务记录</a:t>
            </a:r>
          </a:p>
        </p:txBody>
      </p:sp>
      <p:sp>
        <p:nvSpPr>
          <p:cNvPr id="117" name="p18_label_5">
            <a:extLst>
              <a:ext uri="{FF2B5EF4-FFF2-40B4-BE49-F238E27FC236}">
                <a16:creationId xmlns:a16="http://schemas.microsoft.com/office/drawing/2014/main" id="{16283125-C5A9-47EC-95F9-A6742BADD4D7}"/>
              </a:ext>
            </a:extLst>
          </p:cNvPr>
          <p:cNvSpPr>
            <a:spLocks/>
          </p:cNvSpPr>
          <p:nvPr/>
        </p:nvSpPr>
        <p:spPr>
          <a:xfrm>
            <a:off x="298808" y="2550797"/>
            <a:ext cx="1734542" cy="233216"/>
          </a:xfrm>
          <a:prstGeom prst="rect">
            <a:avLst/>
          </a:prstGeom>
          <a:noFill/>
          <a:ln w="0">
            <a:noFill/>
          </a:ln>
        </p:spPr>
        <p:txBody>
          <a:bodyPr wrap="square" lIns="0" tIns="0" rIns="0" bIns="0" anchor="t">
            <a:noAutofit/>
          </a:bodyPr>
          <a:lstStyle>
            <a:defPPr algn="l">
              <a:defRPr sz="1167" b="0">
                <a:solidFill>
                  <a:srgbClr val="52617D"/>
                </a:solidFill>
                <a:latin typeface="Noto Sans SC"/>
                <a:ea typeface="Noto Sans SC"/>
                <a:cs typeface="Noto Sans SC"/>
              </a:defRPr>
            </a:defPPr>
          </a:lstStyle>
          <a:p>
            <a:pPr algn="l">
              <a:defRPr sz="1167" b="0">
                <a:solidFill>
                  <a:srgbClr val="52617D"/>
                </a:solidFill>
                <a:latin typeface="Noto Sans SC"/>
                <a:ea typeface="Noto Sans SC"/>
                <a:cs typeface="Noto Sans SC"/>
              </a:defRPr>
            </a:pPr>
            <a:r>
              <a:rPr sz="1167" b="0">
                <a:solidFill>
                  <a:srgbClr val="52617D"/>
                </a:solidFill>
                <a:latin typeface="Noto Sans SC"/>
                <a:ea typeface="Noto Sans SC"/>
                <a:cs typeface="Noto Sans SC"/>
              </a:rPr>
              <a:t>历史任务与模型实验记录</a:t>
            </a:r>
          </a:p>
        </p:txBody>
      </p:sp>
      <p:sp>
        <p:nvSpPr>
          <p:cNvPr id="118" name="p18_label_6">
            <a:extLst>
              <a:ext uri="{FF2B5EF4-FFF2-40B4-BE49-F238E27FC236}">
                <a16:creationId xmlns:a16="http://schemas.microsoft.com/office/drawing/2014/main" id="{83A131B2-63E6-484C-BA77-E44282F7EE09}"/>
              </a:ext>
            </a:extLst>
          </p:cNvPr>
          <p:cNvSpPr>
            <a:spLocks/>
          </p:cNvSpPr>
          <p:nvPr/>
        </p:nvSpPr>
        <p:spPr>
          <a:xfrm>
            <a:off x="357112" y="2842317"/>
            <a:ext cx="1603358"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ETTh1</a:t>
            </a:r>
          </a:p>
        </p:txBody>
      </p:sp>
      <p:sp>
        <p:nvSpPr>
          <p:cNvPr id="119" name="p18_label_7">
            <a:extLst>
              <a:ext uri="{FF2B5EF4-FFF2-40B4-BE49-F238E27FC236}">
                <a16:creationId xmlns:a16="http://schemas.microsoft.com/office/drawing/2014/main" id="{14B21FD8-B4F6-4E58-841B-9479F5804EC7}"/>
              </a:ext>
            </a:extLst>
          </p:cNvPr>
          <p:cNvSpPr>
            <a:spLocks/>
          </p:cNvSpPr>
          <p:nvPr/>
        </p:nvSpPr>
        <p:spPr>
          <a:xfrm>
            <a:off x="357112" y="3420497"/>
            <a:ext cx="1603358"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电力负荷</a:t>
            </a:r>
          </a:p>
        </p:txBody>
      </p:sp>
      <p:sp>
        <p:nvSpPr>
          <p:cNvPr id="120" name="p18_label_8">
            <a:extLst>
              <a:ext uri="{FF2B5EF4-FFF2-40B4-BE49-F238E27FC236}">
                <a16:creationId xmlns:a16="http://schemas.microsoft.com/office/drawing/2014/main" id="{109B47CC-992C-4D14-979D-022B48986AB0}"/>
              </a:ext>
            </a:extLst>
          </p:cNvPr>
          <p:cNvSpPr>
            <a:spLocks/>
          </p:cNvSpPr>
          <p:nvPr/>
        </p:nvSpPr>
        <p:spPr>
          <a:xfrm>
            <a:off x="357112" y="3998678"/>
            <a:ext cx="1603358"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交通流量</a:t>
            </a:r>
          </a:p>
        </p:txBody>
      </p:sp>
      <p:sp>
        <p:nvSpPr>
          <p:cNvPr id="121" name="p18_label_9">
            <a:extLst>
              <a:ext uri="{FF2B5EF4-FFF2-40B4-BE49-F238E27FC236}">
                <a16:creationId xmlns:a16="http://schemas.microsoft.com/office/drawing/2014/main" id="{74C353C0-0210-4965-845F-DC868D6C5F9F}"/>
              </a:ext>
            </a:extLst>
          </p:cNvPr>
          <p:cNvSpPr>
            <a:spLocks/>
          </p:cNvSpPr>
          <p:nvPr/>
        </p:nvSpPr>
        <p:spPr>
          <a:xfrm>
            <a:off x="3243156" y="1224383"/>
            <a:ext cx="5597177"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智能体调度</a:t>
            </a:r>
          </a:p>
        </p:txBody>
      </p:sp>
      <p:sp>
        <p:nvSpPr>
          <p:cNvPr id="122" name="p18_label_10">
            <a:extLst>
              <a:ext uri="{FF2B5EF4-FFF2-40B4-BE49-F238E27FC236}">
                <a16:creationId xmlns:a16="http://schemas.microsoft.com/office/drawing/2014/main" id="{0A437AED-860D-43E9-BA37-84A3FD717882}"/>
              </a:ext>
            </a:extLst>
          </p:cNvPr>
          <p:cNvSpPr>
            <a:spLocks/>
          </p:cNvSpPr>
          <p:nvPr/>
        </p:nvSpPr>
        <p:spPr>
          <a:xfrm>
            <a:off x="3243156" y="1530478"/>
            <a:ext cx="5597177"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解析约束 → 规划调用 → 检查产物 → 处理错误</a:t>
            </a:r>
          </a:p>
        </p:txBody>
      </p:sp>
      <p:sp>
        <p:nvSpPr>
          <p:cNvPr id="123" name="p18_label_11">
            <a:extLst>
              <a:ext uri="{FF2B5EF4-FFF2-40B4-BE49-F238E27FC236}">
                <a16:creationId xmlns:a16="http://schemas.microsoft.com/office/drawing/2014/main" id="{A80A2841-8791-409E-AFF1-EC0D73109946}"/>
              </a:ext>
            </a:extLst>
          </p:cNvPr>
          <p:cNvSpPr>
            <a:spLocks/>
          </p:cNvSpPr>
          <p:nvPr/>
        </p:nvSpPr>
        <p:spPr>
          <a:xfrm>
            <a:off x="3294172" y="1916742"/>
            <a:ext cx="5487858" cy="335248"/>
          </a:xfrm>
          <a:prstGeom prst="rect">
            <a:avLst/>
          </a:prstGeom>
          <a:noFill/>
          <a:ln w="0">
            <a:noFill/>
          </a:ln>
        </p:spPr>
        <p:txBody>
          <a:bodyPr wrap="square" lIns="0" tIns="0" rIns="0" bIns="0" anchor="t">
            <a:noAutofit/>
          </a:bodyPr>
          <a:lstStyle>
            <a:defPPr algn="l">
              <a:defRPr sz="1549" b="1">
                <a:solidFill>
                  <a:srgbClr val="172956"/>
                </a:solidFill>
                <a:latin typeface="Noto Sans SC"/>
                <a:ea typeface="Noto Sans SC"/>
                <a:cs typeface="Noto Sans SC"/>
              </a:defRPr>
            </a:defPPr>
          </a:lstStyle>
          <a:p>
            <a:pPr algn="l">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每一步以工具返回、执行日志与预算状态为依据</a:t>
            </a:r>
          </a:p>
        </p:txBody>
      </p:sp>
      <p:sp>
        <p:nvSpPr>
          <p:cNvPr id="124" name="p18_label_12">
            <a:extLst>
              <a:ext uri="{FF2B5EF4-FFF2-40B4-BE49-F238E27FC236}">
                <a16:creationId xmlns:a16="http://schemas.microsoft.com/office/drawing/2014/main" id="{4E434FFA-FEEE-4FEB-A225-4B793017313A}"/>
              </a:ext>
            </a:extLst>
          </p:cNvPr>
          <p:cNvSpPr>
            <a:spLocks/>
          </p:cNvSpPr>
          <p:nvPr/>
        </p:nvSpPr>
        <p:spPr>
          <a:xfrm>
            <a:off x="3243156" y="2944349"/>
            <a:ext cx="1588782" cy="313384"/>
          </a:xfrm>
          <a:prstGeom prst="rect">
            <a:avLst/>
          </a:prstGeom>
          <a:noFill/>
          <a:ln w="0">
            <a:noFill/>
          </a:ln>
        </p:spPr>
        <p:txBody>
          <a:bodyPr wrap="square" lIns="0" tIns="0" rIns="0" bIns="0" anchor="t">
            <a:noAutofit/>
          </a:bodyPr>
          <a:lstStyle>
            <a:defPPr algn="l">
              <a:defRPr sz="1680" b="1">
                <a:solidFill>
                  <a:srgbClr val="172956"/>
                </a:solidFill>
                <a:latin typeface="Noto Sans SC"/>
                <a:ea typeface="Noto Sans SC"/>
                <a:cs typeface="Noto Sans SC"/>
              </a:defRPr>
            </a:defPPr>
          </a:lstStyle>
          <a:p>
            <a:pPr algn="l">
              <a:defRPr sz="1680" b="1">
                <a:solidFill>
                  <a:srgbClr val="172956"/>
                </a:solidFill>
                <a:latin typeface="Noto Sans SC"/>
                <a:ea typeface="Noto Sans SC"/>
                <a:cs typeface="Noto Sans SC"/>
              </a:defRPr>
            </a:pPr>
            <a:r>
              <a:rPr sz="1680" b="1">
                <a:solidFill>
                  <a:srgbClr val="172956"/>
                </a:solidFill>
                <a:latin typeface="Noto Sans SC"/>
                <a:ea typeface="Noto Sans SC"/>
                <a:cs typeface="Noto Sans SC"/>
              </a:rPr>
              <a:t>数据与特征工具</a:t>
            </a:r>
          </a:p>
        </p:txBody>
      </p:sp>
      <p:sp>
        <p:nvSpPr>
          <p:cNvPr id="125" name="p18_label_13">
            <a:extLst>
              <a:ext uri="{FF2B5EF4-FFF2-40B4-BE49-F238E27FC236}">
                <a16:creationId xmlns:a16="http://schemas.microsoft.com/office/drawing/2014/main" id="{4111819A-9699-4E55-8BE5-1B3BD2AF8A16}"/>
              </a:ext>
            </a:extLst>
          </p:cNvPr>
          <p:cNvSpPr>
            <a:spLocks/>
          </p:cNvSpPr>
          <p:nvPr/>
        </p:nvSpPr>
        <p:spPr>
          <a:xfrm>
            <a:off x="3235868" y="3308748"/>
            <a:ext cx="1596070" cy="408128"/>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时间划分 / 时序特征</a:t>
            </a:r>
          </a:p>
        </p:txBody>
      </p:sp>
      <p:sp>
        <p:nvSpPr>
          <p:cNvPr id="126" name="p18_label_14">
            <a:extLst>
              <a:ext uri="{FF2B5EF4-FFF2-40B4-BE49-F238E27FC236}">
                <a16:creationId xmlns:a16="http://schemas.microsoft.com/office/drawing/2014/main" id="{07A62E46-1E33-4AF5-8E55-BC6848F32F2D}"/>
              </a:ext>
            </a:extLst>
          </p:cNvPr>
          <p:cNvSpPr>
            <a:spLocks/>
          </p:cNvSpPr>
          <p:nvPr/>
        </p:nvSpPr>
        <p:spPr>
          <a:xfrm>
            <a:off x="3294172" y="3986531"/>
            <a:ext cx="386264" cy="196776"/>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趋势</a:t>
            </a:r>
          </a:p>
        </p:txBody>
      </p:sp>
      <p:sp>
        <p:nvSpPr>
          <p:cNvPr id="127" name="p18_label_15">
            <a:extLst>
              <a:ext uri="{FF2B5EF4-FFF2-40B4-BE49-F238E27FC236}">
                <a16:creationId xmlns:a16="http://schemas.microsoft.com/office/drawing/2014/main" id="{08139439-8497-4919-ABEA-A2D642B646D3}"/>
              </a:ext>
            </a:extLst>
          </p:cNvPr>
          <p:cNvSpPr>
            <a:spLocks/>
          </p:cNvSpPr>
          <p:nvPr/>
        </p:nvSpPr>
        <p:spPr>
          <a:xfrm>
            <a:off x="3826196" y="3986531"/>
            <a:ext cx="386264" cy="196776"/>
          </a:xfrm>
          <a:prstGeom prst="rect">
            <a:avLst/>
          </a:prstGeom>
          <a:noFill/>
          <a:ln w="0">
            <a:noFill/>
          </a:ln>
        </p:spPr>
        <p:txBody>
          <a:bodyPr wrap="square" lIns="0" tIns="0" rIns="0" bIns="0" anchor="t">
            <a:noAutofit/>
          </a:bodyPr>
          <a:lstStyle>
            <a:defPPr algn="l">
              <a:defRPr sz="953" b="0">
                <a:solidFill>
                  <a:srgbClr val="172956"/>
                </a:solidFill>
                <a:latin typeface="Noto Sans SC"/>
                <a:ea typeface="Noto Sans SC"/>
                <a:cs typeface="Noto Sans SC"/>
              </a:defRPr>
            </a:defPPr>
          </a:lstStyle>
          <a:p>
            <a:pPr algn="l">
              <a:defRPr sz="953" b="0">
                <a:solidFill>
                  <a:srgbClr val="172956"/>
                </a:solidFill>
                <a:latin typeface="Noto Sans SC"/>
                <a:ea typeface="Noto Sans SC"/>
                <a:cs typeface="Noto Sans SC"/>
              </a:defRPr>
            </a:pPr>
            <a:r>
              <a:rPr sz="953" b="0">
                <a:solidFill>
                  <a:srgbClr val="172956"/>
                </a:solidFill>
                <a:latin typeface="Noto Sans SC"/>
                <a:ea typeface="Noto Sans SC"/>
                <a:cs typeface="Noto Sans SC"/>
              </a:rPr>
              <a:t>自相关</a:t>
            </a:r>
          </a:p>
        </p:txBody>
      </p:sp>
      <p:sp>
        <p:nvSpPr>
          <p:cNvPr id="128" name="p18_label_16">
            <a:extLst>
              <a:ext uri="{FF2B5EF4-FFF2-40B4-BE49-F238E27FC236}">
                <a16:creationId xmlns:a16="http://schemas.microsoft.com/office/drawing/2014/main" id="{7D2A43F8-F947-4626-B35C-497AC952EBC9}"/>
              </a:ext>
            </a:extLst>
          </p:cNvPr>
          <p:cNvSpPr>
            <a:spLocks/>
          </p:cNvSpPr>
          <p:nvPr/>
        </p:nvSpPr>
        <p:spPr>
          <a:xfrm>
            <a:off x="4358219" y="3986531"/>
            <a:ext cx="386264" cy="196776"/>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频域</a:t>
            </a:r>
          </a:p>
        </p:txBody>
      </p:sp>
      <p:sp>
        <p:nvSpPr>
          <p:cNvPr id="129" name="p18_label_17">
            <a:extLst>
              <a:ext uri="{FF2B5EF4-FFF2-40B4-BE49-F238E27FC236}">
                <a16:creationId xmlns:a16="http://schemas.microsoft.com/office/drawing/2014/main" id="{47342EE0-3968-4B80-A7F0-560C65AF98D7}"/>
              </a:ext>
            </a:extLst>
          </p:cNvPr>
          <p:cNvSpPr>
            <a:spLocks/>
          </p:cNvSpPr>
          <p:nvPr/>
        </p:nvSpPr>
        <p:spPr>
          <a:xfrm>
            <a:off x="5247354" y="2944349"/>
            <a:ext cx="1588782" cy="313384"/>
          </a:xfrm>
          <a:prstGeom prst="rect">
            <a:avLst/>
          </a:prstGeom>
          <a:noFill/>
          <a:ln w="0">
            <a:noFill/>
          </a:ln>
        </p:spPr>
        <p:txBody>
          <a:bodyPr wrap="square" lIns="0" tIns="0" rIns="0" bIns="0" anchor="t">
            <a:noAutofit/>
          </a:bodyPr>
          <a:lstStyle>
            <a:defPPr algn="l">
              <a:defRPr sz="1680" b="1">
                <a:solidFill>
                  <a:srgbClr val="172956"/>
                </a:solidFill>
                <a:latin typeface="Noto Sans SC"/>
                <a:ea typeface="Noto Sans SC"/>
                <a:cs typeface="Noto Sans SC"/>
              </a:defRPr>
            </a:defPPr>
          </a:lstStyle>
          <a:p>
            <a:pPr algn="l">
              <a:defRPr sz="1680" b="1">
                <a:solidFill>
                  <a:srgbClr val="172956"/>
                </a:solidFill>
                <a:latin typeface="Noto Sans SC"/>
                <a:ea typeface="Noto Sans SC"/>
                <a:cs typeface="Noto Sans SC"/>
              </a:defRPr>
            </a:pPr>
            <a:r>
              <a:rPr sz="1680" b="1">
                <a:solidFill>
                  <a:srgbClr val="172956"/>
                </a:solidFill>
                <a:latin typeface="Noto Sans SC"/>
                <a:ea typeface="Noto Sans SC"/>
                <a:cs typeface="Noto Sans SC"/>
              </a:rPr>
              <a:t>训练与验证工具</a:t>
            </a:r>
          </a:p>
        </p:txBody>
      </p:sp>
      <p:sp>
        <p:nvSpPr>
          <p:cNvPr id="130" name="p18_label_18">
            <a:extLst>
              <a:ext uri="{FF2B5EF4-FFF2-40B4-BE49-F238E27FC236}">
                <a16:creationId xmlns:a16="http://schemas.microsoft.com/office/drawing/2014/main" id="{1D087B59-0AAD-4B96-92AE-3436AC82CE3A}"/>
              </a:ext>
            </a:extLst>
          </p:cNvPr>
          <p:cNvSpPr>
            <a:spLocks/>
          </p:cNvSpPr>
          <p:nvPr/>
        </p:nvSpPr>
        <p:spPr>
          <a:xfrm>
            <a:off x="5240066" y="3308748"/>
            <a:ext cx="1596070" cy="408128"/>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模型 / 配置 / 预测产物</a:t>
            </a:r>
          </a:p>
        </p:txBody>
      </p:sp>
      <p:sp>
        <p:nvSpPr>
          <p:cNvPr id="131" name="p18_label_19">
            <a:extLst>
              <a:ext uri="{FF2B5EF4-FFF2-40B4-BE49-F238E27FC236}">
                <a16:creationId xmlns:a16="http://schemas.microsoft.com/office/drawing/2014/main" id="{34FAD999-B940-40D6-B6B4-356D7044C57C}"/>
              </a:ext>
            </a:extLst>
          </p:cNvPr>
          <p:cNvSpPr>
            <a:spLocks/>
          </p:cNvSpPr>
          <p:nvPr/>
        </p:nvSpPr>
        <p:spPr>
          <a:xfrm>
            <a:off x="5553450" y="3942803"/>
            <a:ext cx="327960" cy="182200"/>
          </a:xfrm>
          <a:prstGeom prst="rect">
            <a:avLst/>
          </a:prstGeom>
          <a:noFill/>
          <a:ln w="0">
            <a:noFill/>
          </a:ln>
        </p:spPr>
        <p:txBody>
          <a:bodyPr wrap="square" lIns="0" tIns="0" rIns="0" bIns="0" anchor="t">
            <a:noAutofit/>
          </a:bodyPr>
          <a:lstStyle>
            <a:defPPr algn="l">
              <a:defRPr sz="861" b="0">
                <a:solidFill>
                  <a:srgbClr val="172956"/>
                </a:solidFill>
                <a:latin typeface="Noto Sans SC"/>
                <a:ea typeface="Noto Sans SC"/>
                <a:cs typeface="Noto Sans SC"/>
              </a:defRPr>
            </a:defPPr>
          </a:lstStyle>
          <a:p>
            <a:pPr algn="l">
              <a:defRPr sz="861" b="0">
                <a:solidFill>
                  <a:srgbClr val="172956"/>
                </a:solidFill>
                <a:latin typeface="Noto Sans SC"/>
                <a:ea typeface="Noto Sans SC"/>
                <a:cs typeface="Noto Sans SC"/>
              </a:defRPr>
            </a:pPr>
            <a:r>
              <a:rPr sz="861" b="0">
                <a:solidFill>
                  <a:srgbClr val="172956"/>
                </a:solidFill>
                <a:latin typeface="Noto Sans SC"/>
                <a:ea typeface="Noto Sans SC"/>
                <a:cs typeface="Noto Sans SC"/>
              </a:rPr>
              <a:t>真值</a:t>
            </a:r>
          </a:p>
        </p:txBody>
      </p:sp>
      <p:sp>
        <p:nvSpPr>
          <p:cNvPr id="132" name="p18_label_20">
            <a:extLst>
              <a:ext uri="{FF2B5EF4-FFF2-40B4-BE49-F238E27FC236}">
                <a16:creationId xmlns:a16="http://schemas.microsoft.com/office/drawing/2014/main" id="{4758BC1F-6979-4F9B-91D9-B288B649BECB}"/>
              </a:ext>
            </a:extLst>
          </p:cNvPr>
          <p:cNvSpPr>
            <a:spLocks/>
          </p:cNvSpPr>
          <p:nvPr/>
        </p:nvSpPr>
        <p:spPr>
          <a:xfrm>
            <a:off x="6271317" y="3942803"/>
            <a:ext cx="477363" cy="182200"/>
          </a:xfrm>
          <a:prstGeom prst="rect">
            <a:avLst/>
          </a:prstGeom>
          <a:noFill/>
          <a:ln w="0">
            <a:noFill/>
          </a:ln>
        </p:spPr>
        <p:txBody>
          <a:bodyPr wrap="square" lIns="0" tIns="0" rIns="0" bIns="0" anchor="t">
            <a:noAutofit/>
          </a:bodyPr>
          <a:lstStyle>
            <a:defPPr algn="l">
              <a:defRPr sz="861" b="0">
                <a:solidFill>
                  <a:srgbClr val="172956"/>
                </a:solidFill>
                <a:latin typeface="Noto Sans SC"/>
                <a:ea typeface="Noto Sans SC"/>
                <a:cs typeface="Noto Sans SC"/>
              </a:defRPr>
            </a:defPPr>
          </a:lstStyle>
          <a:p>
            <a:pPr algn="l">
              <a:defRPr sz="861" b="0">
                <a:solidFill>
                  <a:srgbClr val="172956"/>
                </a:solidFill>
                <a:latin typeface="Noto Sans SC"/>
                <a:ea typeface="Noto Sans SC"/>
                <a:cs typeface="Noto Sans SC"/>
              </a:defRPr>
            </a:pPr>
            <a:r>
              <a:rPr sz="861" b="0">
                <a:solidFill>
                  <a:srgbClr val="172956"/>
                </a:solidFill>
                <a:latin typeface="Noto Sans SC"/>
                <a:ea typeface="Noto Sans SC"/>
                <a:cs typeface="Noto Sans SC"/>
              </a:rPr>
              <a:t>验证预测</a:t>
            </a:r>
          </a:p>
        </p:txBody>
      </p:sp>
      <p:sp>
        <p:nvSpPr>
          <p:cNvPr id="133" name="p18_label_21">
            <a:extLst>
              <a:ext uri="{FF2B5EF4-FFF2-40B4-BE49-F238E27FC236}">
                <a16:creationId xmlns:a16="http://schemas.microsoft.com/office/drawing/2014/main" id="{3337E170-F2A7-454E-A1DE-EF54C80A7463}"/>
              </a:ext>
            </a:extLst>
          </p:cNvPr>
          <p:cNvSpPr>
            <a:spLocks/>
          </p:cNvSpPr>
          <p:nvPr/>
        </p:nvSpPr>
        <p:spPr>
          <a:xfrm>
            <a:off x="7251552" y="2944349"/>
            <a:ext cx="1588782"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dirty="0" err="1">
                <a:solidFill>
                  <a:srgbClr val="172956"/>
                </a:solidFill>
                <a:latin typeface="Noto Sans SC"/>
                <a:ea typeface="Noto Sans SC"/>
                <a:cs typeface="Noto Sans SC"/>
              </a:rPr>
              <a:t>反馈决策工具</a:t>
            </a:r>
            <a:endParaRPr sz="1779" b="1" dirty="0">
              <a:solidFill>
                <a:srgbClr val="172956"/>
              </a:solidFill>
              <a:latin typeface="Noto Sans SC"/>
              <a:ea typeface="Noto Sans SC"/>
              <a:cs typeface="Noto Sans SC"/>
            </a:endParaRPr>
          </a:p>
        </p:txBody>
      </p:sp>
      <p:sp>
        <p:nvSpPr>
          <p:cNvPr id="134" name="p18_label_22">
            <a:extLst>
              <a:ext uri="{FF2B5EF4-FFF2-40B4-BE49-F238E27FC236}">
                <a16:creationId xmlns:a16="http://schemas.microsoft.com/office/drawing/2014/main" id="{F8B903B6-7B66-44EC-B247-482803432AF4}"/>
              </a:ext>
            </a:extLst>
          </p:cNvPr>
          <p:cNvSpPr>
            <a:spLocks/>
          </p:cNvSpPr>
          <p:nvPr/>
        </p:nvSpPr>
        <p:spPr>
          <a:xfrm>
            <a:off x="7244264" y="3308748"/>
            <a:ext cx="1596070" cy="408128"/>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dirty="0" err="1">
                <a:solidFill>
                  <a:srgbClr val="52617D"/>
                </a:solidFill>
                <a:latin typeface="Noto Sans SC"/>
                <a:ea typeface="Noto Sans SC"/>
                <a:cs typeface="Noto Sans SC"/>
              </a:rPr>
              <a:t>误差</a:t>
            </a:r>
            <a:r>
              <a:rPr sz="1262" b="0" dirty="0">
                <a:solidFill>
                  <a:srgbClr val="52617D"/>
                </a:solidFill>
                <a:latin typeface="Noto Sans SC"/>
                <a:ea typeface="Noto Sans SC"/>
                <a:cs typeface="Noto Sans SC"/>
              </a:rPr>
              <a:t> / </a:t>
            </a:r>
            <a:r>
              <a:rPr sz="1262" b="0" dirty="0" err="1">
                <a:solidFill>
                  <a:srgbClr val="52617D"/>
                </a:solidFill>
                <a:latin typeface="Noto Sans SC"/>
                <a:ea typeface="Noto Sans SC"/>
                <a:cs typeface="Noto Sans SC"/>
              </a:rPr>
              <a:t>残差</a:t>
            </a:r>
            <a:r>
              <a:rPr sz="1262" b="0" dirty="0">
                <a:solidFill>
                  <a:srgbClr val="52617D"/>
                </a:solidFill>
                <a:latin typeface="Noto Sans SC"/>
                <a:ea typeface="Noto Sans SC"/>
                <a:cs typeface="Noto Sans SC"/>
              </a:rPr>
              <a:t> / </a:t>
            </a:r>
            <a:r>
              <a:rPr sz="1262" b="0" dirty="0" err="1">
                <a:solidFill>
                  <a:srgbClr val="52617D"/>
                </a:solidFill>
                <a:latin typeface="Noto Sans SC"/>
                <a:ea typeface="Noto Sans SC"/>
                <a:cs typeface="Noto Sans SC"/>
              </a:rPr>
              <a:t>候选排序</a:t>
            </a:r>
            <a:endParaRPr sz="1262" b="0" dirty="0">
              <a:solidFill>
                <a:srgbClr val="52617D"/>
              </a:solidFill>
              <a:latin typeface="Noto Sans SC"/>
              <a:ea typeface="Noto Sans SC"/>
              <a:cs typeface="Noto Sans SC"/>
            </a:endParaRPr>
          </a:p>
        </p:txBody>
      </p:sp>
      <p:sp>
        <p:nvSpPr>
          <p:cNvPr id="135" name="p18_label_23">
            <a:extLst>
              <a:ext uri="{FF2B5EF4-FFF2-40B4-BE49-F238E27FC236}">
                <a16:creationId xmlns:a16="http://schemas.microsoft.com/office/drawing/2014/main" id="{84C9871F-E51D-4DFB-A811-B950F5843816}"/>
              </a:ext>
            </a:extLst>
          </p:cNvPr>
          <p:cNvSpPr>
            <a:spLocks/>
          </p:cNvSpPr>
          <p:nvPr/>
        </p:nvSpPr>
        <p:spPr>
          <a:xfrm>
            <a:off x="9933532" y="2244701"/>
            <a:ext cx="1953182"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报告与证据</a:t>
            </a:r>
          </a:p>
        </p:txBody>
      </p:sp>
      <p:sp>
        <p:nvSpPr>
          <p:cNvPr id="136" name="p18_label_24">
            <a:extLst>
              <a:ext uri="{FF2B5EF4-FFF2-40B4-BE49-F238E27FC236}">
                <a16:creationId xmlns:a16="http://schemas.microsoft.com/office/drawing/2014/main" id="{4E911329-A80F-4214-9591-08F2F95D6D0C}"/>
              </a:ext>
            </a:extLst>
          </p:cNvPr>
          <p:cNvSpPr>
            <a:spLocks/>
          </p:cNvSpPr>
          <p:nvPr/>
        </p:nvSpPr>
        <p:spPr>
          <a:xfrm>
            <a:off x="9933532" y="2550797"/>
            <a:ext cx="1953182"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结果、成本及可复现记录</a:t>
            </a:r>
          </a:p>
        </p:txBody>
      </p:sp>
      <p:sp>
        <p:nvSpPr>
          <p:cNvPr id="137" name="p18_label_25">
            <a:extLst>
              <a:ext uri="{FF2B5EF4-FFF2-40B4-BE49-F238E27FC236}">
                <a16:creationId xmlns:a16="http://schemas.microsoft.com/office/drawing/2014/main" id="{0244CECD-A8F8-4F81-AD2E-5162DF9E107C}"/>
              </a:ext>
            </a:extLst>
          </p:cNvPr>
          <p:cNvSpPr>
            <a:spLocks/>
          </p:cNvSpPr>
          <p:nvPr/>
        </p:nvSpPr>
        <p:spPr>
          <a:xfrm>
            <a:off x="10006412" y="3818908"/>
            <a:ext cx="1785558" cy="306096"/>
          </a:xfrm>
          <a:prstGeom prst="rect">
            <a:avLst/>
          </a:prstGeom>
          <a:noFill/>
          <a:ln w="0">
            <a:noFill/>
          </a:ln>
        </p:spPr>
        <p:txBody>
          <a:bodyPr wrap="square" lIns="0" tIns="0" rIns="0" bIns="0" anchor="t">
            <a:noAutofit/>
          </a:bodyPr>
          <a:lstStyle>
            <a:defPPr algn="l">
              <a:defRPr sz="1320" b="0">
                <a:solidFill>
                  <a:srgbClr val="172956"/>
                </a:solidFill>
                <a:latin typeface="Noto Sans SC"/>
                <a:ea typeface="Noto Sans SC"/>
                <a:cs typeface="Noto Sans SC"/>
              </a:defRPr>
            </a:defPPr>
          </a:lstStyle>
          <a:p>
            <a:pPr algn="l">
              <a:defRPr sz="1320" b="0">
                <a:solidFill>
                  <a:srgbClr val="172956"/>
                </a:solidFill>
                <a:latin typeface="Noto Sans SC"/>
                <a:ea typeface="Noto Sans SC"/>
                <a:cs typeface="Noto Sans SC"/>
              </a:defRPr>
            </a:pPr>
            <a:r>
              <a:rPr sz="1320" b="0">
                <a:solidFill>
                  <a:srgbClr val="172956"/>
                </a:solidFill>
                <a:latin typeface="Noto Sans SC"/>
                <a:ea typeface="Noto Sans SC"/>
                <a:cs typeface="Noto Sans SC"/>
              </a:rPr>
              <a:t>真实实验产物</a:t>
            </a:r>
          </a:p>
        </p:txBody>
      </p:sp>
      <p:sp>
        <p:nvSpPr>
          <p:cNvPr id="138" name="p18_label_26">
            <a:extLst>
              <a:ext uri="{FF2B5EF4-FFF2-40B4-BE49-F238E27FC236}">
                <a16:creationId xmlns:a16="http://schemas.microsoft.com/office/drawing/2014/main" id="{B524A079-074B-4D0B-8ABA-3789A2ACC2B0}"/>
              </a:ext>
            </a:extLst>
          </p:cNvPr>
          <p:cNvSpPr>
            <a:spLocks/>
          </p:cNvSpPr>
          <p:nvPr/>
        </p:nvSpPr>
        <p:spPr>
          <a:xfrm>
            <a:off x="10006412" y="4081275"/>
            <a:ext cx="1785558" cy="306096"/>
          </a:xfrm>
          <a:prstGeom prst="rect">
            <a:avLst/>
          </a:prstGeom>
          <a:noFill/>
          <a:ln w="0">
            <a:noFill/>
          </a:ln>
        </p:spPr>
        <p:txBody>
          <a:bodyPr wrap="square" lIns="0" tIns="0" rIns="0" bIns="0" anchor="t">
            <a:noAutofit/>
          </a:bodyPr>
          <a:lstStyle>
            <a:defPPr algn="l">
              <a:defRPr sz="1320" b="0">
                <a:solidFill>
                  <a:srgbClr val="172956"/>
                </a:solidFill>
                <a:latin typeface="Noto Sans SC"/>
                <a:ea typeface="Noto Sans SC"/>
                <a:cs typeface="Noto Sans SC"/>
              </a:defRPr>
            </a:defPPr>
          </a:lstStyle>
          <a:p>
            <a:pPr algn="l">
              <a:defRPr sz="1320" b="0">
                <a:solidFill>
                  <a:srgbClr val="172956"/>
                </a:solidFill>
                <a:latin typeface="Noto Sans SC"/>
                <a:ea typeface="Noto Sans SC"/>
                <a:cs typeface="Noto Sans SC"/>
              </a:defRPr>
            </a:pPr>
            <a:r>
              <a:rPr sz="1320" b="0">
                <a:solidFill>
                  <a:srgbClr val="172956"/>
                </a:solidFill>
                <a:latin typeface="Noto Sans SC"/>
                <a:ea typeface="Noto Sans SC"/>
                <a:cs typeface="Noto Sans SC"/>
              </a:rPr>
              <a:t>模型配置与成本</a:t>
            </a:r>
          </a:p>
        </p:txBody>
      </p:sp>
      <p:sp>
        <p:nvSpPr>
          <p:cNvPr id="139" name="p18_label_27">
            <a:extLst>
              <a:ext uri="{FF2B5EF4-FFF2-40B4-BE49-F238E27FC236}">
                <a16:creationId xmlns:a16="http://schemas.microsoft.com/office/drawing/2014/main" id="{352C6CEC-B5BB-4351-95B6-7D4E6A04762C}"/>
              </a:ext>
            </a:extLst>
          </p:cNvPr>
          <p:cNvSpPr>
            <a:spLocks/>
          </p:cNvSpPr>
          <p:nvPr/>
        </p:nvSpPr>
        <p:spPr>
          <a:xfrm>
            <a:off x="10006412" y="4343643"/>
            <a:ext cx="1785558" cy="306096"/>
          </a:xfrm>
          <a:prstGeom prst="rect">
            <a:avLst/>
          </a:prstGeom>
          <a:noFill/>
          <a:ln w="0">
            <a:noFill/>
          </a:ln>
        </p:spPr>
        <p:txBody>
          <a:bodyPr wrap="square" lIns="0" tIns="0" rIns="0" bIns="0" anchor="t">
            <a:noAutofit/>
          </a:bodyPr>
          <a:lstStyle>
            <a:defPPr algn="l">
              <a:defRPr sz="1320" b="0">
                <a:solidFill>
                  <a:srgbClr val="172956"/>
                </a:solidFill>
                <a:latin typeface="Noto Sans SC"/>
                <a:ea typeface="Noto Sans SC"/>
                <a:cs typeface="Noto Sans SC"/>
              </a:defRPr>
            </a:defPPr>
          </a:lstStyle>
          <a:p>
            <a:pPr algn="l">
              <a:defRPr sz="1320" b="0">
                <a:solidFill>
                  <a:srgbClr val="172956"/>
                </a:solidFill>
                <a:latin typeface="Noto Sans SC"/>
                <a:ea typeface="Noto Sans SC"/>
                <a:cs typeface="Noto Sans SC"/>
              </a:defRPr>
            </a:pPr>
            <a:r>
              <a:rPr sz="1320" b="0">
                <a:solidFill>
                  <a:srgbClr val="172956"/>
                </a:solidFill>
                <a:latin typeface="Noto Sans SC"/>
                <a:ea typeface="Noto Sans SC"/>
                <a:cs typeface="Noto Sans SC"/>
              </a:rPr>
              <a:t>失败记录与恢复</a:t>
            </a:r>
          </a:p>
        </p:txBody>
      </p:sp>
      <p:sp>
        <p:nvSpPr>
          <p:cNvPr id="140" name="p18_label_28">
            <a:extLst>
              <a:ext uri="{FF2B5EF4-FFF2-40B4-BE49-F238E27FC236}">
                <a16:creationId xmlns:a16="http://schemas.microsoft.com/office/drawing/2014/main" id="{7BD6150C-1081-43BA-9824-E2777432F8A8}"/>
              </a:ext>
            </a:extLst>
          </p:cNvPr>
          <p:cNvSpPr>
            <a:spLocks/>
          </p:cNvSpPr>
          <p:nvPr/>
        </p:nvSpPr>
        <p:spPr>
          <a:xfrm>
            <a:off x="7353583" y="5305658"/>
            <a:ext cx="3316036" cy="247792"/>
          </a:xfrm>
          <a:prstGeom prst="rect">
            <a:avLst/>
          </a:prstGeom>
          <a:noFill/>
          <a:ln w="0">
            <a:noFill/>
          </a:ln>
        </p:spPr>
        <p:txBody>
          <a:bodyPr wrap="square" lIns="0" tIns="0" rIns="0" bIns="0" anchor="t">
            <a:noAutofit/>
          </a:bodyPr>
          <a:lstStyle>
            <a:defPPr algn="l">
              <a:defRPr sz="1377" b="0">
                <a:solidFill>
                  <a:srgbClr val="9C3E76"/>
                </a:solidFill>
                <a:latin typeface="Noto Sans SC"/>
                <a:ea typeface="Noto Sans SC"/>
                <a:cs typeface="Noto Sans SC"/>
              </a:defRPr>
            </a:defPPr>
          </a:lstStyle>
          <a:p>
            <a:pPr algn="l">
              <a:defRPr sz="1377" b="0">
                <a:solidFill>
                  <a:srgbClr val="9C3E76"/>
                </a:solidFill>
                <a:latin typeface="Noto Sans SC"/>
                <a:ea typeface="Noto Sans SC"/>
                <a:cs typeface="Noto Sans SC"/>
              </a:defRPr>
            </a:pPr>
            <a:r>
              <a:rPr sz="1377" b="0">
                <a:solidFill>
                  <a:srgbClr val="9C3E76"/>
                </a:solidFill>
                <a:latin typeface="Noto Sans SC"/>
                <a:ea typeface="Noto Sans SC"/>
                <a:cs typeface="Noto Sans SC"/>
              </a:rPr>
              <a:t>执行结果与状态供下一轮调度</a:t>
            </a:r>
          </a:p>
        </p:txBody>
      </p:sp>
      <p:sp>
        <p:nvSpPr>
          <p:cNvPr id="141" name="p18_label_29">
            <a:extLst>
              <a:ext uri="{FF2B5EF4-FFF2-40B4-BE49-F238E27FC236}">
                <a16:creationId xmlns:a16="http://schemas.microsoft.com/office/drawing/2014/main" id="{F1237104-5CFD-413B-84A8-07EF1B3699AC}"/>
              </a:ext>
            </a:extLst>
          </p:cNvPr>
          <p:cNvSpPr>
            <a:spLocks/>
          </p:cNvSpPr>
          <p:nvPr/>
        </p:nvSpPr>
        <p:spPr>
          <a:xfrm>
            <a:off x="444567" y="5925137"/>
            <a:ext cx="11296387" cy="378976"/>
          </a:xfrm>
          <a:prstGeom prst="rect">
            <a:avLst/>
          </a:prstGeom>
          <a:noFill/>
          <a:ln w="0">
            <a:noFill/>
          </a:ln>
        </p:spPr>
        <p:txBody>
          <a:bodyPr wrap="square" lIns="0" tIns="0" rIns="0" bIns="0" anchor="t">
            <a:noAutofit/>
          </a:bodyPr>
          <a:lstStyle>
            <a:defPPr algn="l">
              <a:defRPr sz="1836" b="1">
                <a:solidFill>
                  <a:srgbClr val="9C3E76"/>
                </a:solidFill>
                <a:latin typeface="Noto Sans SC"/>
                <a:ea typeface="Noto Sans SC"/>
                <a:cs typeface="Noto Sans SC"/>
              </a:defRPr>
            </a:defPPr>
          </a:lstStyle>
          <a:p>
            <a:pPr algn="l">
              <a:defRPr sz="1836" b="1">
                <a:solidFill>
                  <a:srgbClr val="9C3E76"/>
                </a:solidFill>
                <a:latin typeface="Noto Sans SC"/>
                <a:ea typeface="Noto Sans SC"/>
                <a:cs typeface="Noto Sans SC"/>
              </a:defRPr>
            </a:pPr>
            <a:r>
              <a:rPr sz="1836" b="1">
                <a:solidFill>
                  <a:srgbClr val="9C3E76"/>
                </a:solidFill>
                <a:latin typeface="Noto Sans SC"/>
                <a:ea typeface="Noto Sans SC"/>
                <a:cs typeface="Noto Sans SC"/>
              </a:rPr>
              <a:t>系统评价：任务完成率、执行可靠性、可复现性与预算遵守情况</a:t>
            </a:r>
          </a:p>
        </p:txBody>
      </p:sp>
    </p:spTree>
    <p:extLst>
      <p:ext uri="{BB962C8B-B14F-4D97-AF65-F5344CB8AC3E}">
        <p14:creationId xmlns:p14="http://schemas.microsoft.com/office/powerpoint/2010/main" val="6383441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0" name="p19_rect_1">
            <a:extLst>
              <a:ext uri="{FF2B5EF4-FFF2-40B4-BE49-F238E27FC236}">
                <a16:creationId xmlns:a16="http://schemas.microsoft.com/office/drawing/2014/main" id="{62B5F477-4D91-4852-B5FF-B7A7BE90E550}"/>
              </a:ext>
            </a:extLst>
          </p:cNvPr>
          <p:cNvSpPr>
            <a:spLocks/>
          </p:cNvSpPr>
          <p:nvPr/>
        </p:nvSpPr>
        <p:spPr>
          <a:xfrm>
            <a:off x="510159" y="524735"/>
            <a:ext cx="2550797" cy="3060956"/>
          </a:xfrm>
          <a:prstGeom prst="roundRect">
            <a:avLst>
              <a:gd name="adj" fmla="val 2000"/>
            </a:avLst>
          </a:prstGeom>
          <a:gradFill>
            <a:gsLst>
              <a:gs pos="0">
                <a:srgbClr val="FEFFFF"/>
              </a:gs>
              <a:gs pos="100000">
                <a:srgbClr val="F2F4FA"/>
              </a:gs>
            </a:gsLst>
            <a:lin ang="5400000"/>
          </a:gradFill>
          <a:ln w="8746">
            <a:solidFill>
              <a:srgbClr val="172956"/>
            </a:solidFill>
            <a:prstDash val="solid"/>
          </a:ln>
        </p:spPr>
      </p:sp>
      <p:sp>
        <p:nvSpPr>
          <p:cNvPr id="2" name="p19_rect_2">
            <a:extLst>
              <a:ext uri="{FF2B5EF4-FFF2-40B4-BE49-F238E27FC236}">
                <a16:creationId xmlns:a16="http://schemas.microsoft.com/office/drawing/2014/main" id="{8F628FC1-31D8-4E2C-967E-4B8B8CB66B05}"/>
              </a:ext>
            </a:extLst>
          </p:cNvPr>
          <p:cNvSpPr>
            <a:spLocks/>
          </p:cNvSpPr>
          <p:nvPr/>
        </p:nvSpPr>
        <p:spPr>
          <a:xfrm>
            <a:off x="415416" y="612191"/>
            <a:ext cx="2550797" cy="3060956"/>
          </a:xfrm>
          <a:prstGeom prst="roundRect">
            <a:avLst>
              <a:gd name="adj" fmla="val 2000"/>
            </a:avLst>
          </a:prstGeom>
          <a:gradFill>
            <a:gsLst>
              <a:gs pos="0">
                <a:srgbClr val="FEFFFF"/>
              </a:gs>
              <a:gs pos="100000">
                <a:srgbClr val="F2F4FA"/>
              </a:gs>
            </a:gsLst>
            <a:lin ang="5400000"/>
          </a:gradFill>
          <a:ln w="8746">
            <a:solidFill>
              <a:srgbClr val="172956"/>
            </a:solidFill>
            <a:prstDash val="solid"/>
          </a:ln>
        </p:spPr>
      </p:sp>
      <p:sp>
        <p:nvSpPr>
          <p:cNvPr id="3" name="p19_rect_3">
            <a:extLst>
              <a:ext uri="{FF2B5EF4-FFF2-40B4-BE49-F238E27FC236}">
                <a16:creationId xmlns:a16="http://schemas.microsoft.com/office/drawing/2014/main" id="{9C8A56FB-0C7E-48EA-AB20-89489685A56D}"/>
              </a:ext>
            </a:extLst>
          </p:cNvPr>
          <p:cNvSpPr>
            <a:spLocks/>
          </p:cNvSpPr>
          <p:nvPr/>
        </p:nvSpPr>
        <p:spPr>
          <a:xfrm>
            <a:off x="320672" y="699647"/>
            <a:ext cx="2550797" cy="3060956"/>
          </a:xfrm>
          <a:prstGeom prst="roundRect">
            <a:avLst>
              <a:gd name="adj" fmla="val 2000"/>
            </a:avLst>
          </a:prstGeom>
          <a:gradFill>
            <a:gsLst>
              <a:gs pos="0">
                <a:srgbClr val="FEFFFF"/>
              </a:gs>
              <a:gs pos="100000">
                <a:srgbClr val="F2F4FA"/>
              </a:gs>
            </a:gsLst>
            <a:lin ang="5400000"/>
          </a:gradFill>
          <a:ln w="8746">
            <a:solidFill>
              <a:srgbClr val="172956"/>
            </a:solidFill>
            <a:prstDash val="solid"/>
          </a:ln>
        </p:spPr>
      </p:sp>
      <p:sp>
        <p:nvSpPr>
          <p:cNvPr id="4" name="p19_rect_4">
            <a:extLst>
              <a:ext uri="{FF2B5EF4-FFF2-40B4-BE49-F238E27FC236}">
                <a16:creationId xmlns:a16="http://schemas.microsoft.com/office/drawing/2014/main" id="{6FC2E257-6248-48E7-8880-08A09088D65C}"/>
              </a:ext>
            </a:extLst>
          </p:cNvPr>
          <p:cNvSpPr>
            <a:spLocks/>
          </p:cNvSpPr>
          <p:nvPr/>
        </p:nvSpPr>
        <p:spPr>
          <a:xfrm>
            <a:off x="225928" y="787103"/>
            <a:ext cx="2550797" cy="3060956"/>
          </a:xfrm>
          <a:prstGeom prst="roundRect">
            <a:avLst>
              <a:gd name="adj" fmla="val 2000"/>
            </a:avLst>
          </a:prstGeom>
          <a:gradFill>
            <a:gsLst>
              <a:gs pos="0">
                <a:srgbClr val="FEFFFF"/>
              </a:gs>
              <a:gs pos="100000">
                <a:srgbClr val="F2F4FA"/>
              </a:gs>
            </a:gsLst>
            <a:lin ang="5400000"/>
          </a:gradFill>
          <a:ln w="8746">
            <a:solidFill>
              <a:srgbClr val="172956"/>
            </a:solidFill>
            <a:prstDash val="solid"/>
          </a:ln>
        </p:spPr>
      </p:sp>
      <p:sp>
        <p:nvSpPr>
          <p:cNvPr id="5" name="p19_rect_5">
            <a:extLst>
              <a:ext uri="{FF2B5EF4-FFF2-40B4-BE49-F238E27FC236}">
                <a16:creationId xmlns:a16="http://schemas.microsoft.com/office/drawing/2014/main" id="{27A68115-BB79-4693-856E-4DEB420A52ED}"/>
              </a:ext>
            </a:extLst>
          </p:cNvPr>
          <p:cNvSpPr>
            <a:spLocks/>
          </p:cNvSpPr>
          <p:nvPr/>
        </p:nvSpPr>
        <p:spPr>
          <a:xfrm>
            <a:off x="131184" y="874559"/>
            <a:ext cx="2550797" cy="3060956"/>
          </a:xfrm>
          <a:prstGeom prst="roundRect">
            <a:avLst>
              <a:gd name="adj" fmla="val 4000"/>
            </a:avLst>
          </a:prstGeom>
          <a:gradFill>
            <a:gsLst>
              <a:gs pos="0">
                <a:srgbClr val="FEFEFF"/>
              </a:gs>
              <a:gs pos="100000">
                <a:srgbClr val="EDF0F8"/>
              </a:gs>
            </a:gsLst>
            <a:lin ang="5400000"/>
          </a:gradFill>
          <a:ln w="12390">
            <a:solidFill>
              <a:srgbClr val="172956"/>
            </a:solidFill>
            <a:prstDash val="solid"/>
          </a:ln>
        </p:spPr>
      </p:sp>
      <p:sp>
        <p:nvSpPr>
          <p:cNvPr id="6" name="p19_rect_6">
            <a:extLst>
              <a:ext uri="{FF2B5EF4-FFF2-40B4-BE49-F238E27FC236}">
                <a16:creationId xmlns:a16="http://schemas.microsoft.com/office/drawing/2014/main" id="{3244EA98-C350-47A1-A265-CF6322D52D1B}"/>
              </a:ext>
            </a:extLst>
          </p:cNvPr>
          <p:cNvSpPr>
            <a:spLocks/>
          </p:cNvSpPr>
          <p:nvPr/>
        </p:nvSpPr>
        <p:spPr>
          <a:xfrm>
            <a:off x="240504" y="1515902"/>
            <a:ext cx="2332157" cy="517447"/>
          </a:xfrm>
          <a:prstGeom prst="roundRect">
            <a:avLst>
              <a:gd name="adj" fmla="val 5634"/>
            </a:avLst>
          </a:prstGeom>
          <a:solidFill>
            <a:srgbClr val="FFFFFF"/>
          </a:solidFill>
          <a:ln w="7288">
            <a:solidFill>
              <a:srgbClr val="C3CFE7"/>
            </a:solidFill>
            <a:prstDash val="solid"/>
          </a:ln>
        </p:spPr>
      </p:sp>
      <p:sp>
        <p:nvSpPr>
          <p:cNvPr id="7" name="p19_path_7">
            <a:extLst>
              <a:ext uri="{FF2B5EF4-FFF2-40B4-BE49-F238E27FC236}">
                <a16:creationId xmlns:a16="http://schemas.microsoft.com/office/drawing/2014/main" id="{44FC3EEE-0672-4309-A3B3-D5B19F74CF94}"/>
              </a:ext>
            </a:extLst>
          </p:cNvPr>
          <p:cNvSpPr>
            <a:spLocks/>
          </p:cNvSpPr>
          <p:nvPr/>
        </p:nvSpPr>
        <p:spPr>
          <a:xfrm>
            <a:off x="306096" y="1803601"/>
            <a:ext cx="2186397" cy="129861"/>
          </a:xfrm>
          <a:custGeom>
            <a:avLst/>
            <a:gdLst/>
            <a:ahLst/>
            <a:cxnLst/>
            <a:rect l="0" t="0" r="0" b="0"/>
            <a:pathLst>
              <a:path w="2857500" h="169721">
                <a:moveTo>
                  <a:pt x="0" y="66676"/>
                </a:moveTo>
                <a:lnTo>
                  <a:pt x="28864" y="125860"/>
                </a:lnTo>
                <a:lnTo>
                  <a:pt x="57727" y="133928"/>
                </a:lnTo>
                <a:lnTo>
                  <a:pt x="86591" y="168496"/>
                </a:lnTo>
                <a:lnTo>
                  <a:pt x="115455" y="94885"/>
                </a:lnTo>
                <a:lnTo>
                  <a:pt x="144318" y="142109"/>
                </a:lnTo>
                <a:lnTo>
                  <a:pt x="173182" y="74196"/>
                </a:lnTo>
                <a:lnTo>
                  <a:pt x="202045" y="77971"/>
                </a:lnTo>
                <a:lnTo>
                  <a:pt x="230909" y="80979"/>
                </a:lnTo>
                <a:lnTo>
                  <a:pt x="259773" y="89868"/>
                </a:lnTo>
                <a:lnTo>
                  <a:pt x="288636" y="59144"/>
                </a:lnTo>
                <a:lnTo>
                  <a:pt x="317500" y="42936"/>
                </a:lnTo>
                <a:lnTo>
                  <a:pt x="346364" y="52933"/>
                </a:lnTo>
                <a:lnTo>
                  <a:pt x="375227" y="82957"/>
                </a:lnTo>
                <a:lnTo>
                  <a:pt x="404091" y="123697"/>
                </a:lnTo>
                <a:lnTo>
                  <a:pt x="432955" y="91305"/>
                </a:lnTo>
                <a:lnTo>
                  <a:pt x="461818" y="103880"/>
                </a:lnTo>
                <a:lnTo>
                  <a:pt x="490682" y="121850"/>
                </a:lnTo>
                <a:lnTo>
                  <a:pt x="519545" y="146997"/>
                </a:lnTo>
                <a:lnTo>
                  <a:pt x="548409" y="105666"/>
                </a:lnTo>
                <a:lnTo>
                  <a:pt x="577273" y="103422"/>
                </a:lnTo>
                <a:lnTo>
                  <a:pt x="606136" y="134889"/>
                </a:lnTo>
                <a:lnTo>
                  <a:pt x="635000" y="45291"/>
                </a:lnTo>
                <a:lnTo>
                  <a:pt x="663864" y="70308"/>
                </a:lnTo>
                <a:lnTo>
                  <a:pt x="692727" y="50829"/>
                </a:lnTo>
                <a:lnTo>
                  <a:pt x="721591" y="0"/>
                </a:lnTo>
                <a:lnTo>
                  <a:pt x="750455" y="35555"/>
                </a:lnTo>
                <a:lnTo>
                  <a:pt x="779318" y="74754"/>
                </a:lnTo>
                <a:lnTo>
                  <a:pt x="808182" y="92434"/>
                </a:lnTo>
                <a:lnTo>
                  <a:pt x="837045" y="103659"/>
                </a:lnTo>
                <a:lnTo>
                  <a:pt x="865909" y="132197"/>
                </a:lnTo>
                <a:lnTo>
                  <a:pt x="894773" y="143024"/>
                </a:lnTo>
                <a:lnTo>
                  <a:pt x="923636" y="111176"/>
                </a:lnTo>
                <a:lnTo>
                  <a:pt x="952500" y="167956"/>
                </a:lnTo>
                <a:lnTo>
                  <a:pt x="981364" y="138191"/>
                </a:lnTo>
                <a:lnTo>
                  <a:pt x="1010227" y="97192"/>
                </a:lnTo>
                <a:lnTo>
                  <a:pt x="1039091" y="50388"/>
                </a:lnTo>
                <a:lnTo>
                  <a:pt x="1067955" y="71649"/>
                </a:lnTo>
                <a:lnTo>
                  <a:pt x="1096818" y="65375"/>
                </a:lnTo>
                <a:lnTo>
                  <a:pt x="1125682" y="13773"/>
                </a:lnTo>
                <a:lnTo>
                  <a:pt x="1154545" y="11713"/>
                </a:lnTo>
                <a:lnTo>
                  <a:pt x="1183409" y="65566"/>
                </a:lnTo>
                <a:lnTo>
                  <a:pt x="1212273" y="97861"/>
                </a:lnTo>
                <a:lnTo>
                  <a:pt x="1241136" y="39507"/>
                </a:lnTo>
                <a:lnTo>
                  <a:pt x="1270000" y="104236"/>
                </a:lnTo>
                <a:lnTo>
                  <a:pt x="1298864" y="89424"/>
                </a:lnTo>
                <a:lnTo>
                  <a:pt x="1327727" y="152738"/>
                </a:lnTo>
                <a:lnTo>
                  <a:pt x="1356591" y="129621"/>
                </a:lnTo>
                <a:lnTo>
                  <a:pt x="1385455" y="133744"/>
                </a:lnTo>
                <a:lnTo>
                  <a:pt x="1414318" y="165215"/>
                </a:lnTo>
                <a:lnTo>
                  <a:pt x="1443182" y="144717"/>
                </a:lnTo>
                <a:lnTo>
                  <a:pt x="1472045" y="94329"/>
                </a:lnTo>
                <a:lnTo>
                  <a:pt x="1500909" y="27083"/>
                </a:lnTo>
                <a:lnTo>
                  <a:pt x="1529773" y="59227"/>
                </a:lnTo>
                <a:lnTo>
                  <a:pt x="1558636" y="17085"/>
                </a:lnTo>
                <a:lnTo>
                  <a:pt x="1587500" y="24142"/>
                </a:lnTo>
                <a:lnTo>
                  <a:pt x="1616364" y="36612"/>
                </a:lnTo>
                <a:lnTo>
                  <a:pt x="1645227" y="98387"/>
                </a:lnTo>
                <a:lnTo>
                  <a:pt x="1674091" y="71845"/>
                </a:lnTo>
                <a:lnTo>
                  <a:pt x="1702955" y="72347"/>
                </a:lnTo>
                <a:lnTo>
                  <a:pt x="1731818" y="154401"/>
                </a:lnTo>
                <a:lnTo>
                  <a:pt x="1760682" y="97830"/>
                </a:lnTo>
                <a:lnTo>
                  <a:pt x="1789545" y="103701"/>
                </a:lnTo>
                <a:lnTo>
                  <a:pt x="1818409" y="88270"/>
                </a:lnTo>
                <a:lnTo>
                  <a:pt x="1847273" y="139985"/>
                </a:lnTo>
                <a:lnTo>
                  <a:pt x="1876136" y="133987"/>
                </a:lnTo>
                <a:lnTo>
                  <a:pt x="1905000" y="44131"/>
                </a:lnTo>
                <a:lnTo>
                  <a:pt x="1933864" y="78865"/>
                </a:lnTo>
                <a:lnTo>
                  <a:pt x="1962727" y="29598"/>
                </a:lnTo>
                <a:lnTo>
                  <a:pt x="1991591" y="76272"/>
                </a:lnTo>
                <a:lnTo>
                  <a:pt x="2020455" y="50269"/>
                </a:lnTo>
                <a:lnTo>
                  <a:pt x="2049318" y="109045"/>
                </a:lnTo>
                <a:lnTo>
                  <a:pt x="2078182" y="107800"/>
                </a:lnTo>
                <a:lnTo>
                  <a:pt x="2107045" y="150719"/>
                </a:lnTo>
                <a:lnTo>
                  <a:pt x="2135909" y="126356"/>
                </a:lnTo>
                <a:lnTo>
                  <a:pt x="2164773" y="104926"/>
                </a:lnTo>
                <a:lnTo>
                  <a:pt x="2193636" y="169721"/>
                </a:lnTo>
                <a:lnTo>
                  <a:pt x="2222500" y="155163"/>
                </a:lnTo>
                <a:lnTo>
                  <a:pt x="2251364" y="163342"/>
                </a:lnTo>
                <a:lnTo>
                  <a:pt x="2280227" y="77432"/>
                </a:lnTo>
                <a:lnTo>
                  <a:pt x="2309091" y="124513"/>
                </a:lnTo>
                <a:lnTo>
                  <a:pt x="2337955" y="95392"/>
                </a:lnTo>
                <a:lnTo>
                  <a:pt x="2366818" y="91720"/>
                </a:lnTo>
                <a:lnTo>
                  <a:pt x="2395682" y="88025"/>
                </a:lnTo>
                <a:lnTo>
                  <a:pt x="2424545" y="56899"/>
                </a:lnTo>
                <a:lnTo>
                  <a:pt x="2453409" y="48075"/>
                </a:lnTo>
                <a:lnTo>
                  <a:pt x="2482273" y="49751"/>
                </a:lnTo>
                <a:lnTo>
                  <a:pt x="2511136" y="100942"/>
                </a:lnTo>
                <a:lnTo>
                  <a:pt x="2540000" y="125273"/>
                </a:lnTo>
                <a:lnTo>
                  <a:pt x="2568864" y="111509"/>
                </a:lnTo>
                <a:lnTo>
                  <a:pt x="2597727" y="151468"/>
                </a:lnTo>
                <a:lnTo>
                  <a:pt x="2626591" y="96294"/>
                </a:lnTo>
                <a:lnTo>
                  <a:pt x="2655455" y="143372"/>
                </a:lnTo>
                <a:lnTo>
                  <a:pt x="2684318" y="143609"/>
                </a:lnTo>
                <a:lnTo>
                  <a:pt x="2713182" y="45681"/>
                </a:lnTo>
                <a:lnTo>
                  <a:pt x="2742045" y="108047"/>
                </a:lnTo>
                <a:lnTo>
                  <a:pt x="2770909" y="12912"/>
                </a:lnTo>
                <a:lnTo>
                  <a:pt x="2799773" y="47788"/>
                </a:lnTo>
                <a:lnTo>
                  <a:pt x="2828636" y="92707"/>
                </a:lnTo>
                <a:lnTo>
                  <a:pt x="2857500" y="45060"/>
                </a:lnTo>
              </a:path>
            </a:pathLst>
          </a:custGeom>
          <a:noFill/>
          <a:ln w="13847">
            <a:solidFill>
              <a:srgbClr val="394D93"/>
            </a:solidFill>
            <a:prstDash val="solid"/>
          </a:ln>
        </p:spPr>
      </p:sp>
      <p:sp>
        <p:nvSpPr>
          <p:cNvPr id="8" name="p19_rect_8">
            <a:extLst>
              <a:ext uri="{FF2B5EF4-FFF2-40B4-BE49-F238E27FC236}">
                <a16:creationId xmlns:a16="http://schemas.microsoft.com/office/drawing/2014/main" id="{1A3FA963-630C-4B02-A8F1-CD5069CA258B}"/>
              </a:ext>
            </a:extLst>
          </p:cNvPr>
          <p:cNvSpPr>
            <a:spLocks/>
          </p:cNvSpPr>
          <p:nvPr/>
        </p:nvSpPr>
        <p:spPr>
          <a:xfrm>
            <a:off x="240504" y="2091654"/>
            <a:ext cx="2332157" cy="517447"/>
          </a:xfrm>
          <a:prstGeom prst="roundRect">
            <a:avLst>
              <a:gd name="adj" fmla="val 5634"/>
            </a:avLst>
          </a:prstGeom>
          <a:solidFill>
            <a:srgbClr val="FFFFFF"/>
          </a:solidFill>
          <a:ln w="7288">
            <a:solidFill>
              <a:srgbClr val="C3CFE7"/>
            </a:solidFill>
            <a:prstDash val="solid"/>
          </a:ln>
        </p:spPr>
      </p:sp>
      <p:sp>
        <p:nvSpPr>
          <p:cNvPr id="9" name="p19_path_9">
            <a:extLst>
              <a:ext uri="{FF2B5EF4-FFF2-40B4-BE49-F238E27FC236}">
                <a16:creationId xmlns:a16="http://schemas.microsoft.com/office/drawing/2014/main" id="{51877F34-9D74-424F-90CF-1E7CADBABB5D}"/>
              </a:ext>
            </a:extLst>
          </p:cNvPr>
          <p:cNvSpPr>
            <a:spLocks/>
          </p:cNvSpPr>
          <p:nvPr/>
        </p:nvSpPr>
        <p:spPr>
          <a:xfrm>
            <a:off x="306096" y="2365655"/>
            <a:ext cx="2186397" cy="163529"/>
          </a:xfrm>
          <a:custGeom>
            <a:avLst/>
            <a:gdLst/>
            <a:ahLst/>
            <a:cxnLst/>
            <a:rect l="0" t="0" r="0" b="0"/>
            <a:pathLst>
              <a:path w="2857500" h="213724">
                <a:moveTo>
                  <a:pt x="0" y="204290"/>
                </a:moveTo>
                <a:lnTo>
                  <a:pt x="28864" y="210502"/>
                </a:lnTo>
                <a:lnTo>
                  <a:pt x="57727" y="204310"/>
                </a:lnTo>
                <a:lnTo>
                  <a:pt x="86591" y="210352"/>
                </a:lnTo>
                <a:lnTo>
                  <a:pt x="115455" y="194050"/>
                </a:lnTo>
                <a:lnTo>
                  <a:pt x="144318" y="137547"/>
                </a:lnTo>
                <a:lnTo>
                  <a:pt x="173182" y="53870"/>
                </a:lnTo>
                <a:lnTo>
                  <a:pt x="202045" y="0"/>
                </a:lnTo>
                <a:lnTo>
                  <a:pt x="230909" y="37282"/>
                </a:lnTo>
                <a:lnTo>
                  <a:pt x="259773" y="133274"/>
                </a:lnTo>
                <a:lnTo>
                  <a:pt x="288636" y="181458"/>
                </a:lnTo>
                <a:lnTo>
                  <a:pt x="317500" y="200899"/>
                </a:lnTo>
                <a:lnTo>
                  <a:pt x="346364" y="207479"/>
                </a:lnTo>
                <a:lnTo>
                  <a:pt x="375227" y="209397"/>
                </a:lnTo>
                <a:lnTo>
                  <a:pt x="404091" y="203164"/>
                </a:lnTo>
                <a:lnTo>
                  <a:pt x="432955" y="211925"/>
                </a:lnTo>
                <a:lnTo>
                  <a:pt x="461818" y="207229"/>
                </a:lnTo>
                <a:lnTo>
                  <a:pt x="490682" y="205052"/>
                </a:lnTo>
                <a:lnTo>
                  <a:pt x="519545" y="199731"/>
                </a:lnTo>
                <a:lnTo>
                  <a:pt x="548409" y="143911"/>
                </a:lnTo>
                <a:lnTo>
                  <a:pt x="577273" y="71557"/>
                </a:lnTo>
                <a:lnTo>
                  <a:pt x="606136" y="3586"/>
                </a:lnTo>
                <a:lnTo>
                  <a:pt x="635000" y="36047"/>
                </a:lnTo>
                <a:lnTo>
                  <a:pt x="663864" y="118649"/>
                </a:lnTo>
                <a:lnTo>
                  <a:pt x="692727" y="182955"/>
                </a:lnTo>
                <a:lnTo>
                  <a:pt x="721591" y="203803"/>
                </a:lnTo>
                <a:lnTo>
                  <a:pt x="750455" y="213477"/>
                </a:lnTo>
                <a:lnTo>
                  <a:pt x="779318" y="206925"/>
                </a:lnTo>
                <a:lnTo>
                  <a:pt x="808182" y="207614"/>
                </a:lnTo>
                <a:lnTo>
                  <a:pt x="837045" y="204066"/>
                </a:lnTo>
                <a:lnTo>
                  <a:pt x="865909" y="204821"/>
                </a:lnTo>
                <a:lnTo>
                  <a:pt x="894773" y="210597"/>
                </a:lnTo>
                <a:lnTo>
                  <a:pt x="923636" y="194056"/>
                </a:lnTo>
                <a:lnTo>
                  <a:pt x="952500" y="157124"/>
                </a:lnTo>
                <a:lnTo>
                  <a:pt x="981364" y="83589"/>
                </a:lnTo>
                <a:lnTo>
                  <a:pt x="1010227" y="5845"/>
                </a:lnTo>
                <a:lnTo>
                  <a:pt x="1039091" y="28937"/>
                </a:lnTo>
                <a:lnTo>
                  <a:pt x="1067955" y="102770"/>
                </a:lnTo>
                <a:lnTo>
                  <a:pt x="1096818" y="175230"/>
                </a:lnTo>
                <a:lnTo>
                  <a:pt x="1125682" y="200215"/>
                </a:lnTo>
                <a:lnTo>
                  <a:pt x="1154545" y="212213"/>
                </a:lnTo>
                <a:lnTo>
                  <a:pt x="1183409" y="208004"/>
                </a:lnTo>
                <a:lnTo>
                  <a:pt x="1212273" y="206243"/>
                </a:lnTo>
                <a:lnTo>
                  <a:pt x="1241136" y="208824"/>
                </a:lnTo>
                <a:lnTo>
                  <a:pt x="1270000" y="202574"/>
                </a:lnTo>
                <a:lnTo>
                  <a:pt x="1298864" y="202845"/>
                </a:lnTo>
                <a:lnTo>
                  <a:pt x="1327727" y="195114"/>
                </a:lnTo>
                <a:lnTo>
                  <a:pt x="1356591" y="161931"/>
                </a:lnTo>
                <a:lnTo>
                  <a:pt x="1385455" y="93384"/>
                </a:lnTo>
                <a:lnTo>
                  <a:pt x="1414318" y="11933"/>
                </a:lnTo>
                <a:lnTo>
                  <a:pt x="1443182" y="11463"/>
                </a:lnTo>
                <a:lnTo>
                  <a:pt x="1472045" y="92851"/>
                </a:lnTo>
                <a:lnTo>
                  <a:pt x="1500909" y="164271"/>
                </a:lnTo>
                <a:lnTo>
                  <a:pt x="1529773" y="199200"/>
                </a:lnTo>
                <a:lnTo>
                  <a:pt x="1558636" y="200925"/>
                </a:lnTo>
                <a:lnTo>
                  <a:pt x="1587500" y="209724"/>
                </a:lnTo>
                <a:lnTo>
                  <a:pt x="1616364" y="204373"/>
                </a:lnTo>
                <a:lnTo>
                  <a:pt x="1645227" y="205131"/>
                </a:lnTo>
                <a:lnTo>
                  <a:pt x="1674091" y="208432"/>
                </a:lnTo>
                <a:lnTo>
                  <a:pt x="1702955" y="209961"/>
                </a:lnTo>
                <a:lnTo>
                  <a:pt x="1731818" y="201006"/>
                </a:lnTo>
                <a:lnTo>
                  <a:pt x="1760682" y="175481"/>
                </a:lnTo>
                <a:lnTo>
                  <a:pt x="1789545" y="97551"/>
                </a:lnTo>
                <a:lnTo>
                  <a:pt x="1818409" y="18307"/>
                </a:lnTo>
                <a:lnTo>
                  <a:pt x="1847273" y="5419"/>
                </a:lnTo>
                <a:lnTo>
                  <a:pt x="1876136" y="81958"/>
                </a:lnTo>
                <a:lnTo>
                  <a:pt x="1905000" y="165990"/>
                </a:lnTo>
                <a:lnTo>
                  <a:pt x="1933864" y="204375"/>
                </a:lnTo>
                <a:lnTo>
                  <a:pt x="1962727" y="201805"/>
                </a:lnTo>
                <a:lnTo>
                  <a:pt x="1991591" y="207412"/>
                </a:lnTo>
                <a:lnTo>
                  <a:pt x="2020455" y="203237"/>
                </a:lnTo>
                <a:lnTo>
                  <a:pt x="2049318" y="206977"/>
                </a:lnTo>
                <a:lnTo>
                  <a:pt x="2078182" y="202316"/>
                </a:lnTo>
                <a:lnTo>
                  <a:pt x="2107045" y="209006"/>
                </a:lnTo>
                <a:lnTo>
                  <a:pt x="2135909" y="207464"/>
                </a:lnTo>
                <a:lnTo>
                  <a:pt x="2164773" y="183206"/>
                </a:lnTo>
                <a:lnTo>
                  <a:pt x="2193636" y="111125"/>
                </a:lnTo>
                <a:lnTo>
                  <a:pt x="2222500" y="31017"/>
                </a:lnTo>
                <a:lnTo>
                  <a:pt x="2251364" y="11749"/>
                </a:lnTo>
                <a:lnTo>
                  <a:pt x="2280227" y="63442"/>
                </a:lnTo>
                <a:lnTo>
                  <a:pt x="2309091" y="154251"/>
                </a:lnTo>
                <a:lnTo>
                  <a:pt x="2337955" y="200882"/>
                </a:lnTo>
                <a:lnTo>
                  <a:pt x="2366818" y="200837"/>
                </a:lnTo>
                <a:lnTo>
                  <a:pt x="2395682" y="208422"/>
                </a:lnTo>
                <a:lnTo>
                  <a:pt x="2424545" y="213626"/>
                </a:lnTo>
                <a:lnTo>
                  <a:pt x="2453409" y="205424"/>
                </a:lnTo>
                <a:lnTo>
                  <a:pt x="2482273" y="213724"/>
                </a:lnTo>
                <a:lnTo>
                  <a:pt x="2511136" y="204760"/>
                </a:lnTo>
                <a:lnTo>
                  <a:pt x="2540000" y="201162"/>
                </a:lnTo>
                <a:lnTo>
                  <a:pt x="2568864" y="191504"/>
                </a:lnTo>
                <a:lnTo>
                  <a:pt x="2597727" y="121703"/>
                </a:lnTo>
                <a:lnTo>
                  <a:pt x="2626591" y="35093"/>
                </a:lnTo>
                <a:lnTo>
                  <a:pt x="2655455" y="6689"/>
                </a:lnTo>
                <a:lnTo>
                  <a:pt x="2684318" y="58631"/>
                </a:lnTo>
                <a:lnTo>
                  <a:pt x="2713182" y="143147"/>
                </a:lnTo>
                <a:lnTo>
                  <a:pt x="2742045" y="196324"/>
                </a:lnTo>
                <a:lnTo>
                  <a:pt x="2770909" y="202083"/>
                </a:lnTo>
                <a:lnTo>
                  <a:pt x="2799773" y="202461"/>
                </a:lnTo>
                <a:lnTo>
                  <a:pt x="2828636" y="211732"/>
                </a:lnTo>
                <a:lnTo>
                  <a:pt x="2857500" y="206215"/>
                </a:lnTo>
              </a:path>
            </a:pathLst>
          </a:custGeom>
          <a:noFill/>
          <a:ln w="13847">
            <a:solidFill>
              <a:srgbClr val="9C3E76"/>
            </a:solidFill>
            <a:prstDash val="solid"/>
          </a:ln>
        </p:spPr>
      </p:sp>
      <p:sp>
        <p:nvSpPr>
          <p:cNvPr id="10" name="p19_rect_10">
            <a:extLst>
              <a:ext uri="{FF2B5EF4-FFF2-40B4-BE49-F238E27FC236}">
                <a16:creationId xmlns:a16="http://schemas.microsoft.com/office/drawing/2014/main" id="{0375F74E-5E1C-403E-8958-C033AC2149DE}"/>
              </a:ext>
            </a:extLst>
          </p:cNvPr>
          <p:cNvSpPr>
            <a:spLocks/>
          </p:cNvSpPr>
          <p:nvPr/>
        </p:nvSpPr>
        <p:spPr>
          <a:xfrm>
            <a:off x="240504" y="2667405"/>
            <a:ext cx="2332157" cy="517447"/>
          </a:xfrm>
          <a:prstGeom prst="roundRect">
            <a:avLst>
              <a:gd name="adj" fmla="val 5634"/>
            </a:avLst>
          </a:prstGeom>
          <a:solidFill>
            <a:srgbClr val="FFFFFF"/>
          </a:solidFill>
          <a:ln w="7288">
            <a:solidFill>
              <a:srgbClr val="C3CFE7"/>
            </a:solidFill>
            <a:prstDash val="solid"/>
          </a:ln>
        </p:spPr>
      </p:sp>
      <p:sp>
        <p:nvSpPr>
          <p:cNvPr id="11" name="p19_path_11">
            <a:extLst>
              <a:ext uri="{FF2B5EF4-FFF2-40B4-BE49-F238E27FC236}">
                <a16:creationId xmlns:a16="http://schemas.microsoft.com/office/drawing/2014/main" id="{AD7D550F-835C-42F5-A4E5-1D036BB434B4}"/>
              </a:ext>
            </a:extLst>
          </p:cNvPr>
          <p:cNvSpPr>
            <a:spLocks/>
          </p:cNvSpPr>
          <p:nvPr/>
        </p:nvSpPr>
        <p:spPr>
          <a:xfrm>
            <a:off x="306096" y="2958472"/>
            <a:ext cx="2186397" cy="135375"/>
          </a:xfrm>
          <a:custGeom>
            <a:avLst/>
            <a:gdLst/>
            <a:ahLst/>
            <a:cxnLst/>
            <a:rect l="0" t="0" r="0" b="0"/>
            <a:pathLst>
              <a:path w="2857500" h="176927">
                <a:moveTo>
                  <a:pt x="0" y="84551"/>
                </a:moveTo>
                <a:lnTo>
                  <a:pt x="28864" y="115629"/>
                </a:lnTo>
                <a:lnTo>
                  <a:pt x="57727" y="137463"/>
                </a:lnTo>
                <a:lnTo>
                  <a:pt x="86591" y="151713"/>
                </a:lnTo>
                <a:lnTo>
                  <a:pt x="115455" y="152852"/>
                </a:lnTo>
                <a:lnTo>
                  <a:pt x="144318" y="149679"/>
                </a:lnTo>
                <a:lnTo>
                  <a:pt x="173182" y="154396"/>
                </a:lnTo>
                <a:lnTo>
                  <a:pt x="202045" y="135254"/>
                </a:lnTo>
                <a:lnTo>
                  <a:pt x="230909" y="130650"/>
                </a:lnTo>
                <a:lnTo>
                  <a:pt x="259773" y="127197"/>
                </a:lnTo>
                <a:lnTo>
                  <a:pt x="288636" y="117712"/>
                </a:lnTo>
                <a:lnTo>
                  <a:pt x="317500" y="121809"/>
                </a:lnTo>
                <a:lnTo>
                  <a:pt x="346364" y="120792"/>
                </a:lnTo>
                <a:lnTo>
                  <a:pt x="375227" y="127815"/>
                </a:lnTo>
                <a:lnTo>
                  <a:pt x="404091" y="129873"/>
                </a:lnTo>
                <a:lnTo>
                  <a:pt x="432955" y="130538"/>
                </a:lnTo>
                <a:lnTo>
                  <a:pt x="461818" y="130546"/>
                </a:lnTo>
                <a:lnTo>
                  <a:pt x="490682" y="117272"/>
                </a:lnTo>
                <a:lnTo>
                  <a:pt x="519545" y="97743"/>
                </a:lnTo>
                <a:lnTo>
                  <a:pt x="548409" y="86440"/>
                </a:lnTo>
                <a:lnTo>
                  <a:pt x="577273" y="59654"/>
                </a:lnTo>
                <a:lnTo>
                  <a:pt x="606136" y="41047"/>
                </a:lnTo>
                <a:lnTo>
                  <a:pt x="635000" y="17558"/>
                </a:lnTo>
                <a:lnTo>
                  <a:pt x="663864" y="10353"/>
                </a:lnTo>
                <a:lnTo>
                  <a:pt x="692727" y="8366"/>
                </a:lnTo>
                <a:lnTo>
                  <a:pt x="721591" y="16009"/>
                </a:lnTo>
                <a:lnTo>
                  <a:pt x="750455" y="22870"/>
                </a:lnTo>
                <a:lnTo>
                  <a:pt x="779318" y="32732"/>
                </a:lnTo>
                <a:lnTo>
                  <a:pt x="808182" y="48778"/>
                </a:lnTo>
                <a:lnTo>
                  <a:pt x="837045" y="67875"/>
                </a:lnTo>
                <a:lnTo>
                  <a:pt x="865909" y="76593"/>
                </a:lnTo>
                <a:lnTo>
                  <a:pt x="894773" y="81206"/>
                </a:lnTo>
                <a:lnTo>
                  <a:pt x="923636" y="70627"/>
                </a:lnTo>
                <a:lnTo>
                  <a:pt x="952500" y="66226"/>
                </a:lnTo>
                <a:lnTo>
                  <a:pt x="981364" y="68349"/>
                </a:lnTo>
                <a:lnTo>
                  <a:pt x="1010227" y="66084"/>
                </a:lnTo>
                <a:lnTo>
                  <a:pt x="1039091" y="78664"/>
                </a:lnTo>
                <a:lnTo>
                  <a:pt x="1067955" y="81391"/>
                </a:lnTo>
                <a:lnTo>
                  <a:pt x="1096818" y="100686"/>
                </a:lnTo>
                <a:lnTo>
                  <a:pt x="1125682" y="121013"/>
                </a:lnTo>
                <a:lnTo>
                  <a:pt x="1154545" y="143223"/>
                </a:lnTo>
                <a:lnTo>
                  <a:pt x="1183409" y="158218"/>
                </a:lnTo>
                <a:lnTo>
                  <a:pt x="1212273" y="176927"/>
                </a:lnTo>
                <a:lnTo>
                  <a:pt x="1241136" y="171476"/>
                </a:lnTo>
                <a:lnTo>
                  <a:pt x="1270000" y="174755"/>
                </a:lnTo>
                <a:lnTo>
                  <a:pt x="1298864" y="156705"/>
                </a:lnTo>
                <a:lnTo>
                  <a:pt x="1327727" y="143990"/>
                </a:lnTo>
                <a:lnTo>
                  <a:pt x="1356591" y="129716"/>
                </a:lnTo>
                <a:lnTo>
                  <a:pt x="1385455" y="100709"/>
                </a:lnTo>
                <a:lnTo>
                  <a:pt x="1414318" y="92048"/>
                </a:lnTo>
                <a:lnTo>
                  <a:pt x="1443182" y="76944"/>
                </a:lnTo>
                <a:lnTo>
                  <a:pt x="1472045" y="72084"/>
                </a:lnTo>
                <a:lnTo>
                  <a:pt x="1500909" y="70132"/>
                </a:lnTo>
                <a:lnTo>
                  <a:pt x="1529773" y="71576"/>
                </a:lnTo>
                <a:lnTo>
                  <a:pt x="1558636" y="82311"/>
                </a:lnTo>
                <a:lnTo>
                  <a:pt x="1587500" y="73559"/>
                </a:lnTo>
                <a:lnTo>
                  <a:pt x="1616364" y="71269"/>
                </a:lnTo>
                <a:lnTo>
                  <a:pt x="1645227" y="70801"/>
                </a:lnTo>
                <a:lnTo>
                  <a:pt x="1674091" y="57811"/>
                </a:lnTo>
                <a:lnTo>
                  <a:pt x="1702955" y="35844"/>
                </a:lnTo>
                <a:lnTo>
                  <a:pt x="1731818" y="16705"/>
                </a:lnTo>
                <a:lnTo>
                  <a:pt x="1760682" y="6731"/>
                </a:lnTo>
                <a:lnTo>
                  <a:pt x="1789545" y="0"/>
                </a:lnTo>
                <a:lnTo>
                  <a:pt x="1818409" y="4656"/>
                </a:lnTo>
                <a:lnTo>
                  <a:pt x="1847273" y="14643"/>
                </a:lnTo>
                <a:lnTo>
                  <a:pt x="1876136" y="28785"/>
                </a:lnTo>
                <a:lnTo>
                  <a:pt x="1905000" y="55280"/>
                </a:lnTo>
                <a:lnTo>
                  <a:pt x="1933864" y="72191"/>
                </a:lnTo>
                <a:lnTo>
                  <a:pt x="1962727" y="101969"/>
                </a:lnTo>
                <a:lnTo>
                  <a:pt x="1991591" y="109839"/>
                </a:lnTo>
                <a:lnTo>
                  <a:pt x="2020455" y="128984"/>
                </a:lnTo>
                <a:lnTo>
                  <a:pt x="2049318" y="135040"/>
                </a:lnTo>
                <a:lnTo>
                  <a:pt x="2078182" y="127292"/>
                </a:lnTo>
                <a:lnTo>
                  <a:pt x="2107045" y="121190"/>
                </a:lnTo>
                <a:lnTo>
                  <a:pt x="2135909" y="113283"/>
                </a:lnTo>
                <a:lnTo>
                  <a:pt x="2164773" y="113431"/>
                </a:lnTo>
                <a:lnTo>
                  <a:pt x="2193636" y="119333"/>
                </a:lnTo>
                <a:lnTo>
                  <a:pt x="2222500" y="120275"/>
                </a:lnTo>
                <a:lnTo>
                  <a:pt x="2251364" y="135516"/>
                </a:lnTo>
                <a:lnTo>
                  <a:pt x="2280227" y="145446"/>
                </a:lnTo>
                <a:lnTo>
                  <a:pt x="2309091" y="149820"/>
                </a:lnTo>
                <a:lnTo>
                  <a:pt x="2337955" y="162806"/>
                </a:lnTo>
                <a:lnTo>
                  <a:pt x="2366818" y="153125"/>
                </a:lnTo>
                <a:lnTo>
                  <a:pt x="2395682" y="146623"/>
                </a:lnTo>
                <a:lnTo>
                  <a:pt x="2424545" y="134594"/>
                </a:lnTo>
                <a:lnTo>
                  <a:pt x="2453409" y="113157"/>
                </a:lnTo>
                <a:lnTo>
                  <a:pt x="2482273" y="95592"/>
                </a:lnTo>
                <a:lnTo>
                  <a:pt x="2511136" y="62615"/>
                </a:lnTo>
                <a:lnTo>
                  <a:pt x="2540000" y="51756"/>
                </a:lnTo>
                <a:lnTo>
                  <a:pt x="2568864" y="34591"/>
                </a:lnTo>
                <a:lnTo>
                  <a:pt x="2597727" y="28042"/>
                </a:lnTo>
                <a:lnTo>
                  <a:pt x="2626591" y="19312"/>
                </a:lnTo>
                <a:lnTo>
                  <a:pt x="2655455" y="32206"/>
                </a:lnTo>
                <a:lnTo>
                  <a:pt x="2684318" y="35773"/>
                </a:lnTo>
                <a:lnTo>
                  <a:pt x="2713182" y="41434"/>
                </a:lnTo>
                <a:lnTo>
                  <a:pt x="2742045" y="56751"/>
                </a:lnTo>
                <a:lnTo>
                  <a:pt x="2770909" y="54941"/>
                </a:lnTo>
                <a:lnTo>
                  <a:pt x="2799773" y="59046"/>
                </a:lnTo>
                <a:lnTo>
                  <a:pt x="2828636" y="54764"/>
                </a:lnTo>
                <a:lnTo>
                  <a:pt x="2857500" y="44775"/>
                </a:lnTo>
              </a:path>
            </a:pathLst>
          </a:custGeom>
          <a:noFill/>
          <a:ln w="13847">
            <a:solidFill>
              <a:srgbClr val="394D93"/>
            </a:solidFill>
            <a:prstDash val="solid"/>
          </a:ln>
        </p:spPr>
      </p:sp>
      <p:sp>
        <p:nvSpPr>
          <p:cNvPr id="12" name="p19_rect_12">
            <a:extLst>
              <a:ext uri="{FF2B5EF4-FFF2-40B4-BE49-F238E27FC236}">
                <a16:creationId xmlns:a16="http://schemas.microsoft.com/office/drawing/2014/main" id="{634A66F6-8400-4082-9C53-2DBCA1D55534}"/>
              </a:ext>
            </a:extLst>
          </p:cNvPr>
          <p:cNvSpPr>
            <a:spLocks/>
          </p:cNvSpPr>
          <p:nvPr/>
        </p:nvSpPr>
        <p:spPr>
          <a:xfrm>
            <a:off x="240504" y="3243156"/>
            <a:ext cx="2332157" cy="517447"/>
          </a:xfrm>
          <a:prstGeom prst="roundRect">
            <a:avLst>
              <a:gd name="adj" fmla="val 5634"/>
            </a:avLst>
          </a:prstGeom>
          <a:solidFill>
            <a:srgbClr val="FFFFFF"/>
          </a:solidFill>
          <a:ln w="7288">
            <a:solidFill>
              <a:srgbClr val="C3CFE7"/>
            </a:solidFill>
            <a:prstDash val="solid"/>
          </a:ln>
        </p:spPr>
      </p:sp>
      <p:sp>
        <p:nvSpPr>
          <p:cNvPr id="13" name="p19_path_13">
            <a:extLst>
              <a:ext uri="{FF2B5EF4-FFF2-40B4-BE49-F238E27FC236}">
                <a16:creationId xmlns:a16="http://schemas.microsoft.com/office/drawing/2014/main" id="{A41C4292-E65A-4DAB-850F-FD17708C101A}"/>
              </a:ext>
            </a:extLst>
          </p:cNvPr>
          <p:cNvSpPr>
            <a:spLocks/>
          </p:cNvSpPr>
          <p:nvPr/>
        </p:nvSpPr>
        <p:spPr>
          <a:xfrm>
            <a:off x="306096" y="3542998"/>
            <a:ext cx="2186397" cy="125060"/>
          </a:xfrm>
          <a:custGeom>
            <a:avLst/>
            <a:gdLst/>
            <a:ahLst/>
            <a:cxnLst/>
            <a:rect l="0" t="0" r="0" b="0"/>
            <a:pathLst>
              <a:path w="2857500" h="163447">
                <a:moveTo>
                  <a:pt x="0" y="50919"/>
                </a:moveTo>
                <a:lnTo>
                  <a:pt x="28864" y="136505"/>
                </a:lnTo>
                <a:lnTo>
                  <a:pt x="57727" y="123331"/>
                </a:lnTo>
                <a:lnTo>
                  <a:pt x="86591" y="163447"/>
                </a:lnTo>
                <a:lnTo>
                  <a:pt x="115455" y="78956"/>
                </a:lnTo>
                <a:lnTo>
                  <a:pt x="144318" y="149930"/>
                </a:lnTo>
                <a:lnTo>
                  <a:pt x="173182" y="86887"/>
                </a:lnTo>
                <a:lnTo>
                  <a:pt x="202045" y="37590"/>
                </a:lnTo>
                <a:lnTo>
                  <a:pt x="230909" y="18936"/>
                </a:lnTo>
                <a:lnTo>
                  <a:pt x="259773" y="90791"/>
                </a:lnTo>
                <a:lnTo>
                  <a:pt x="288636" y="78467"/>
                </a:lnTo>
                <a:lnTo>
                  <a:pt x="317500" y="32370"/>
                </a:lnTo>
                <a:lnTo>
                  <a:pt x="346364" y="30299"/>
                </a:lnTo>
                <a:lnTo>
                  <a:pt x="375227" y="53001"/>
                </a:lnTo>
                <a:lnTo>
                  <a:pt x="404091" y="77131"/>
                </a:lnTo>
                <a:lnTo>
                  <a:pt x="432955" y="114244"/>
                </a:lnTo>
                <a:lnTo>
                  <a:pt x="461818" y="132780"/>
                </a:lnTo>
                <a:lnTo>
                  <a:pt x="490682" y="110423"/>
                </a:lnTo>
                <a:lnTo>
                  <a:pt x="519545" y="120968"/>
                </a:lnTo>
                <a:lnTo>
                  <a:pt x="548409" y="154139"/>
                </a:lnTo>
                <a:lnTo>
                  <a:pt x="577273" y="94690"/>
                </a:lnTo>
                <a:lnTo>
                  <a:pt x="606136" y="88665"/>
                </a:lnTo>
                <a:lnTo>
                  <a:pt x="635000" y="30463"/>
                </a:lnTo>
                <a:lnTo>
                  <a:pt x="663864" y="75400"/>
                </a:lnTo>
                <a:lnTo>
                  <a:pt x="692727" y="69277"/>
                </a:lnTo>
                <a:lnTo>
                  <a:pt x="721591" y="15840"/>
                </a:lnTo>
                <a:lnTo>
                  <a:pt x="750455" y="0"/>
                </a:lnTo>
                <a:lnTo>
                  <a:pt x="779318" y="88236"/>
                </a:lnTo>
                <a:lnTo>
                  <a:pt x="808182" y="20980"/>
                </a:lnTo>
                <a:lnTo>
                  <a:pt x="837045" y="73361"/>
                </a:lnTo>
                <a:lnTo>
                  <a:pt x="865909" y="93215"/>
                </a:lnTo>
                <a:lnTo>
                  <a:pt x="894773" y="75059"/>
                </a:lnTo>
                <a:lnTo>
                  <a:pt x="923636" y="84581"/>
                </a:lnTo>
                <a:lnTo>
                  <a:pt x="952500" y="134466"/>
                </a:lnTo>
                <a:lnTo>
                  <a:pt x="981364" y="141041"/>
                </a:lnTo>
                <a:lnTo>
                  <a:pt x="1010227" y="58740"/>
                </a:lnTo>
                <a:lnTo>
                  <a:pt x="1039091" y="90032"/>
                </a:lnTo>
                <a:lnTo>
                  <a:pt x="1067955" y="101186"/>
                </a:lnTo>
                <a:lnTo>
                  <a:pt x="1096818" y="19819"/>
                </a:lnTo>
                <a:lnTo>
                  <a:pt x="1125682" y="40733"/>
                </a:lnTo>
                <a:lnTo>
                  <a:pt x="1154545" y="15087"/>
                </a:lnTo>
                <a:lnTo>
                  <a:pt x="1183409" y="17432"/>
                </a:lnTo>
                <a:lnTo>
                  <a:pt x="1212273" y="50688"/>
                </a:lnTo>
                <a:lnTo>
                  <a:pt x="1241136" y="88894"/>
                </a:lnTo>
                <a:lnTo>
                  <a:pt x="1270000" y="70027"/>
                </a:lnTo>
                <a:lnTo>
                  <a:pt x="1298864" y="73293"/>
                </a:lnTo>
                <a:lnTo>
                  <a:pt x="1327727" y="155476"/>
                </a:lnTo>
                <a:lnTo>
                  <a:pt x="1356591" y="135757"/>
                </a:lnTo>
                <a:lnTo>
                  <a:pt x="1385455" y="107506"/>
                </a:lnTo>
                <a:lnTo>
                  <a:pt x="1414318" y="155411"/>
                </a:lnTo>
                <a:lnTo>
                  <a:pt x="1443182" y="87625"/>
                </a:lnTo>
                <a:lnTo>
                  <a:pt x="1472045" y="37482"/>
                </a:lnTo>
                <a:lnTo>
                  <a:pt x="1500909" y="25957"/>
                </a:lnTo>
                <a:lnTo>
                  <a:pt x="1529773" y="76965"/>
                </a:lnTo>
                <a:lnTo>
                  <a:pt x="1558636" y="38069"/>
                </a:lnTo>
                <a:lnTo>
                  <a:pt x="1587500" y="31017"/>
                </a:lnTo>
                <a:lnTo>
                  <a:pt x="1616364" y="10560"/>
                </a:lnTo>
                <a:lnTo>
                  <a:pt x="1645227" y="52661"/>
                </a:lnTo>
                <a:lnTo>
                  <a:pt x="1674091" y="47840"/>
                </a:lnTo>
                <a:lnTo>
                  <a:pt x="1702955" y="50187"/>
                </a:lnTo>
                <a:lnTo>
                  <a:pt x="1731818" y="132782"/>
                </a:lnTo>
                <a:lnTo>
                  <a:pt x="1760682" y="147838"/>
                </a:lnTo>
                <a:lnTo>
                  <a:pt x="1789545" y="87703"/>
                </a:lnTo>
                <a:lnTo>
                  <a:pt x="1818409" y="117810"/>
                </a:lnTo>
                <a:lnTo>
                  <a:pt x="1847273" y="121563"/>
                </a:lnTo>
                <a:lnTo>
                  <a:pt x="1876136" y="115656"/>
                </a:lnTo>
                <a:lnTo>
                  <a:pt x="1905000" y="45809"/>
                </a:lnTo>
                <a:lnTo>
                  <a:pt x="1933864" y="32590"/>
                </a:lnTo>
                <a:lnTo>
                  <a:pt x="1962727" y="44951"/>
                </a:lnTo>
                <a:lnTo>
                  <a:pt x="1991591" y="61610"/>
                </a:lnTo>
                <a:lnTo>
                  <a:pt x="2020455" y="36751"/>
                </a:lnTo>
                <a:lnTo>
                  <a:pt x="2049318" y="48859"/>
                </a:lnTo>
                <a:lnTo>
                  <a:pt x="2078182" y="97484"/>
                </a:lnTo>
                <a:lnTo>
                  <a:pt x="2107045" y="134456"/>
                </a:lnTo>
                <a:lnTo>
                  <a:pt x="2135909" y="90549"/>
                </a:lnTo>
                <a:lnTo>
                  <a:pt x="2164773" y="157094"/>
                </a:lnTo>
                <a:lnTo>
                  <a:pt x="2193636" y="94971"/>
                </a:lnTo>
                <a:lnTo>
                  <a:pt x="2222500" y="96967"/>
                </a:lnTo>
                <a:lnTo>
                  <a:pt x="2251364" y="149791"/>
                </a:lnTo>
                <a:lnTo>
                  <a:pt x="2280227" y="108718"/>
                </a:lnTo>
                <a:lnTo>
                  <a:pt x="2309091" y="39095"/>
                </a:lnTo>
                <a:lnTo>
                  <a:pt x="2337955" y="5173"/>
                </a:lnTo>
                <a:lnTo>
                  <a:pt x="2366818" y="15186"/>
                </a:lnTo>
                <a:lnTo>
                  <a:pt x="2395682" y="61131"/>
                </a:lnTo>
                <a:lnTo>
                  <a:pt x="2424545" y="57524"/>
                </a:lnTo>
                <a:lnTo>
                  <a:pt x="2453409" y="15021"/>
                </a:lnTo>
                <a:lnTo>
                  <a:pt x="2482273" y="61306"/>
                </a:lnTo>
                <a:lnTo>
                  <a:pt x="2511136" y="105535"/>
                </a:lnTo>
                <a:lnTo>
                  <a:pt x="2540000" y="91872"/>
                </a:lnTo>
                <a:lnTo>
                  <a:pt x="2568864" y="98350"/>
                </a:lnTo>
                <a:lnTo>
                  <a:pt x="2597727" y="108373"/>
                </a:lnTo>
                <a:lnTo>
                  <a:pt x="2626591" y="93299"/>
                </a:lnTo>
                <a:lnTo>
                  <a:pt x="2655455" y="148878"/>
                </a:lnTo>
                <a:lnTo>
                  <a:pt x="2684318" y="67947"/>
                </a:lnTo>
                <a:lnTo>
                  <a:pt x="2713182" y="94387"/>
                </a:lnTo>
                <a:lnTo>
                  <a:pt x="2742045" y="76525"/>
                </a:lnTo>
                <a:lnTo>
                  <a:pt x="2770909" y="34947"/>
                </a:lnTo>
                <a:lnTo>
                  <a:pt x="2799773" y="8514"/>
                </a:lnTo>
                <a:lnTo>
                  <a:pt x="2828636" y="32110"/>
                </a:lnTo>
                <a:lnTo>
                  <a:pt x="2857500" y="21253"/>
                </a:lnTo>
              </a:path>
            </a:pathLst>
          </a:custGeom>
          <a:noFill/>
          <a:ln w="13847">
            <a:solidFill>
              <a:srgbClr val="394D93"/>
            </a:solidFill>
            <a:prstDash val="solid"/>
          </a:ln>
        </p:spPr>
      </p:sp>
      <p:sp>
        <p:nvSpPr>
          <p:cNvPr id="14" name="p19_rect_14">
            <a:extLst>
              <a:ext uri="{FF2B5EF4-FFF2-40B4-BE49-F238E27FC236}">
                <a16:creationId xmlns:a16="http://schemas.microsoft.com/office/drawing/2014/main" id="{BF8D569C-BC3C-4EC7-AD6D-EFE18B3894F1}"/>
              </a:ext>
            </a:extLst>
          </p:cNvPr>
          <p:cNvSpPr>
            <a:spLocks/>
          </p:cNvSpPr>
          <p:nvPr/>
        </p:nvSpPr>
        <p:spPr>
          <a:xfrm>
            <a:off x="131184" y="4154155"/>
            <a:ext cx="2929773" cy="2077078"/>
          </a:xfrm>
          <a:prstGeom prst="roundRect">
            <a:avLst>
              <a:gd name="adj" fmla="val 4912"/>
            </a:avLst>
          </a:prstGeom>
          <a:gradFill>
            <a:gsLst>
              <a:gs pos="0">
                <a:srgbClr val="FEFEFF"/>
              </a:gs>
              <a:gs pos="100000">
                <a:srgbClr val="EDF0F8"/>
              </a:gs>
            </a:gsLst>
            <a:lin ang="5400000"/>
          </a:gradFill>
          <a:ln w="12390">
            <a:solidFill>
              <a:srgbClr val="172956"/>
            </a:solidFill>
            <a:prstDash val="solid"/>
          </a:ln>
        </p:spPr>
      </p:sp>
      <p:sp>
        <p:nvSpPr>
          <p:cNvPr id="15" name="p19_path_15">
            <a:extLst>
              <a:ext uri="{FF2B5EF4-FFF2-40B4-BE49-F238E27FC236}">
                <a16:creationId xmlns:a16="http://schemas.microsoft.com/office/drawing/2014/main" id="{FC933C73-9EFC-47C8-91A2-C52F63D1AC35}"/>
              </a:ext>
            </a:extLst>
          </p:cNvPr>
          <p:cNvSpPr>
            <a:spLocks/>
          </p:cNvSpPr>
          <p:nvPr/>
        </p:nvSpPr>
        <p:spPr>
          <a:xfrm>
            <a:off x="269656" y="4863837"/>
            <a:ext cx="2638253" cy="292697"/>
          </a:xfrm>
          <a:custGeom>
            <a:avLst/>
            <a:gdLst/>
            <a:ahLst/>
            <a:cxnLst/>
            <a:rect l="0" t="0" r="0" b="0"/>
            <a:pathLst>
              <a:path w="3448050" h="382538">
                <a:moveTo>
                  <a:pt x="0" y="139259"/>
                </a:moveTo>
                <a:lnTo>
                  <a:pt x="34829" y="252377"/>
                </a:lnTo>
                <a:lnTo>
                  <a:pt x="69658" y="324743"/>
                </a:lnTo>
                <a:lnTo>
                  <a:pt x="104486" y="193918"/>
                </a:lnTo>
                <a:lnTo>
                  <a:pt x="139315" y="323526"/>
                </a:lnTo>
                <a:lnTo>
                  <a:pt x="174144" y="248991"/>
                </a:lnTo>
                <a:lnTo>
                  <a:pt x="208973" y="337768"/>
                </a:lnTo>
                <a:lnTo>
                  <a:pt x="243802" y="282542"/>
                </a:lnTo>
                <a:lnTo>
                  <a:pt x="278630" y="114730"/>
                </a:lnTo>
                <a:lnTo>
                  <a:pt x="313459" y="192102"/>
                </a:lnTo>
                <a:lnTo>
                  <a:pt x="348288" y="101863"/>
                </a:lnTo>
                <a:lnTo>
                  <a:pt x="383117" y="136350"/>
                </a:lnTo>
                <a:lnTo>
                  <a:pt x="417945" y="96197"/>
                </a:lnTo>
                <a:lnTo>
                  <a:pt x="452774" y="117443"/>
                </a:lnTo>
                <a:lnTo>
                  <a:pt x="487603" y="66691"/>
                </a:lnTo>
                <a:lnTo>
                  <a:pt x="522432" y="187143"/>
                </a:lnTo>
                <a:lnTo>
                  <a:pt x="557261" y="307400"/>
                </a:lnTo>
                <a:lnTo>
                  <a:pt x="592089" y="316462"/>
                </a:lnTo>
                <a:lnTo>
                  <a:pt x="626918" y="356365"/>
                </a:lnTo>
                <a:lnTo>
                  <a:pt x="661747" y="221311"/>
                </a:lnTo>
                <a:lnTo>
                  <a:pt x="696576" y="171583"/>
                </a:lnTo>
                <a:lnTo>
                  <a:pt x="731405" y="178963"/>
                </a:lnTo>
                <a:lnTo>
                  <a:pt x="766233" y="83617"/>
                </a:lnTo>
                <a:lnTo>
                  <a:pt x="801062" y="203150"/>
                </a:lnTo>
                <a:lnTo>
                  <a:pt x="835891" y="166613"/>
                </a:lnTo>
                <a:lnTo>
                  <a:pt x="870720" y="172060"/>
                </a:lnTo>
                <a:lnTo>
                  <a:pt x="905548" y="14424"/>
                </a:lnTo>
                <a:lnTo>
                  <a:pt x="940377" y="47863"/>
                </a:lnTo>
                <a:lnTo>
                  <a:pt x="975206" y="240580"/>
                </a:lnTo>
                <a:lnTo>
                  <a:pt x="1010035" y="275542"/>
                </a:lnTo>
                <a:lnTo>
                  <a:pt x="1044864" y="210046"/>
                </a:lnTo>
                <a:lnTo>
                  <a:pt x="1079692" y="220794"/>
                </a:lnTo>
                <a:lnTo>
                  <a:pt x="1114521" y="382538"/>
                </a:lnTo>
                <a:lnTo>
                  <a:pt x="1149350" y="214199"/>
                </a:lnTo>
                <a:lnTo>
                  <a:pt x="1184179" y="275506"/>
                </a:lnTo>
                <a:lnTo>
                  <a:pt x="1219008" y="237255"/>
                </a:lnTo>
                <a:lnTo>
                  <a:pt x="1253836" y="175371"/>
                </a:lnTo>
                <a:lnTo>
                  <a:pt x="1288665" y="211189"/>
                </a:lnTo>
                <a:lnTo>
                  <a:pt x="1323494" y="142490"/>
                </a:lnTo>
                <a:lnTo>
                  <a:pt x="1358323" y="0"/>
                </a:lnTo>
                <a:lnTo>
                  <a:pt x="1393152" y="111131"/>
                </a:lnTo>
                <a:lnTo>
                  <a:pt x="1427980" y="188521"/>
                </a:lnTo>
                <a:lnTo>
                  <a:pt x="1462809" y="43374"/>
                </a:lnTo>
                <a:lnTo>
                  <a:pt x="1497638" y="71030"/>
                </a:lnTo>
                <a:lnTo>
                  <a:pt x="1532467" y="240595"/>
                </a:lnTo>
                <a:lnTo>
                  <a:pt x="1567295" y="163893"/>
                </a:lnTo>
                <a:lnTo>
                  <a:pt x="1602124" y="299027"/>
                </a:lnTo>
                <a:lnTo>
                  <a:pt x="1636953" y="323278"/>
                </a:lnTo>
                <a:lnTo>
                  <a:pt x="1671782" y="315789"/>
                </a:lnTo>
                <a:lnTo>
                  <a:pt x="1706611" y="167139"/>
                </a:lnTo>
                <a:lnTo>
                  <a:pt x="1741439" y="280038"/>
                </a:lnTo>
                <a:lnTo>
                  <a:pt x="1776268" y="121814"/>
                </a:lnTo>
                <a:lnTo>
                  <a:pt x="1811097" y="138900"/>
                </a:lnTo>
                <a:lnTo>
                  <a:pt x="1845926" y="72743"/>
                </a:lnTo>
                <a:lnTo>
                  <a:pt x="1880755" y="183731"/>
                </a:lnTo>
                <a:lnTo>
                  <a:pt x="1915583" y="80211"/>
                </a:lnTo>
                <a:lnTo>
                  <a:pt x="1950412" y="56218"/>
                </a:lnTo>
                <a:lnTo>
                  <a:pt x="1985241" y="133237"/>
                </a:lnTo>
                <a:lnTo>
                  <a:pt x="2020070" y="119605"/>
                </a:lnTo>
                <a:lnTo>
                  <a:pt x="2054898" y="301714"/>
                </a:lnTo>
                <a:lnTo>
                  <a:pt x="2089727" y="302714"/>
                </a:lnTo>
                <a:lnTo>
                  <a:pt x="2124556" y="231081"/>
                </a:lnTo>
                <a:lnTo>
                  <a:pt x="2159385" y="201875"/>
                </a:lnTo>
                <a:lnTo>
                  <a:pt x="2194214" y="313972"/>
                </a:lnTo>
                <a:lnTo>
                  <a:pt x="2229042" y="196966"/>
                </a:lnTo>
                <a:lnTo>
                  <a:pt x="2263871" y="257943"/>
                </a:lnTo>
                <a:lnTo>
                  <a:pt x="2298700" y="74847"/>
                </a:lnTo>
                <a:lnTo>
                  <a:pt x="2333529" y="194555"/>
                </a:lnTo>
                <a:lnTo>
                  <a:pt x="2368358" y="68224"/>
                </a:lnTo>
                <a:lnTo>
                  <a:pt x="2403186" y="158591"/>
                </a:lnTo>
                <a:lnTo>
                  <a:pt x="2438015" y="174364"/>
                </a:lnTo>
                <a:lnTo>
                  <a:pt x="2472844" y="83594"/>
                </a:lnTo>
                <a:lnTo>
                  <a:pt x="2507673" y="219383"/>
                </a:lnTo>
                <a:lnTo>
                  <a:pt x="2542502" y="216048"/>
                </a:lnTo>
                <a:lnTo>
                  <a:pt x="2577330" y="324677"/>
                </a:lnTo>
                <a:lnTo>
                  <a:pt x="2612159" y="174701"/>
                </a:lnTo>
                <a:lnTo>
                  <a:pt x="2646988" y="335850"/>
                </a:lnTo>
                <a:lnTo>
                  <a:pt x="2681817" y="370006"/>
                </a:lnTo>
                <a:lnTo>
                  <a:pt x="2716645" y="272902"/>
                </a:lnTo>
                <a:lnTo>
                  <a:pt x="2751474" y="126790"/>
                </a:lnTo>
                <a:lnTo>
                  <a:pt x="2786303" y="266202"/>
                </a:lnTo>
                <a:lnTo>
                  <a:pt x="2821132" y="182482"/>
                </a:lnTo>
                <a:lnTo>
                  <a:pt x="2855961" y="199183"/>
                </a:lnTo>
                <a:lnTo>
                  <a:pt x="2890789" y="44151"/>
                </a:lnTo>
                <a:lnTo>
                  <a:pt x="2925618" y="172779"/>
                </a:lnTo>
                <a:lnTo>
                  <a:pt x="2960447" y="58152"/>
                </a:lnTo>
                <a:lnTo>
                  <a:pt x="2995276" y="81184"/>
                </a:lnTo>
                <a:lnTo>
                  <a:pt x="3030105" y="168690"/>
                </a:lnTo>
                <a:lnTo>
                  <a:pt x="3064933" y="334126"/>
                </a:lnTo>
                <a:lnTo>
                  <a:pt x="3099762" y="324428"/>
                </a:lnTo>
                <a:lnTo>
                  <a:pt x="3134591" y="201825"/>
                </a:lnTo>
                <a:lnTo>
                  <a:pt x="3169420" y="372675"/>
                </a:lnTo>
                <a:lnTo>
                  <a:pt x="3204248" y="177597"/>
                </a:lnTo>
                <a:lnTo>
                  <a:pt x="3239077" y="293251"/>
                </a:lnTo>
                <a:lnTo>
                  <a:pt x="3273906" y="245922"/>
                </a:lnTo>
                <a:lnTo>
                  <a:pt x="3308735" y="73802"/>
                </a:lnTo>
                <a:lnTo>
                  <a:pt x="3343564" y="103576"/>
                </a:lnTo>
                <a:lnTo>
                  <a:pt x="3378392" y="15618"/>
                </a:lnTo>
                <a:lnTo>
                  <a:pt x="3413221" y="92088"/>
                </a:lnTo>
                <a:lnTo>
                  <a:pt x="3448050" y="7840"/>
                </a:lnTo>
              </a:path>
            </a:pathLst>
          </a:custGeom>
          <a:noFill/>
          <a:ln w="13847">
            <a:solidFill>
              <a:srgbClr val="394D93"/>
            </a:solidFill>
            <a:prstDash val="solid"/>
          </a:ln>
        </p:spPr>
      </p:sp>
      <p:sp>
        <p:nvSpPr>
          <p:cNvPr id="16" name="p19_rect_16">
            <a:extLst>
              <a:ext uri="{FF2B5EF4-FFF2-40B4-BE49-F238E27FC236}">
                <a16:creationId xmlns:a16="http://schemas.microsoft.com/office/drawing/2014/main" id="{319F67A6-DD74-47C7-8B2D-4EFD9AC9DD1A}"/>
              </a:ext>
            </a:extLst>
          </p:cNvPr>
          <p:cNvSpPr>
            <a:spLocks/>
          </p:cNvSpPr>
          <p:nvPr/>
        </p:nvSpPr>
        <p:spPr>
          <a:xfrm>
            <a:off x="2273853" y="4744482"/>
            <a:ext cx="634055" cy="502871"/>
          </a:xfrm>
          <a:prstGeom prst="rect">
            <a:avLst/>
          </a:prstGeom>
          <a:solidFill>
            <a:srgbClr val="E8EDF8"/>
          </a:solidFill>
          <a:ln w="0">
            <a:noFill/>
            <a:prstDash val="solid"/>
          </a:ln>
        </p:spPr>
      </p:sp>
      <p:sp>
        <p:nvSpPr>
          <p:cNvPr id="17" name="p19_path_17">
            <a:extLst>
              <a:ext uri="{FF2B5EF4-FFF2-40B4-BE49-F238E27FC236}">
                <a16:creationId xmlns:a16="http://schemas.microsoft.com/office/drawing/2014/main" id="{E60C808E-FC18-4AA3-85B6-D3C4DF0D9224}"/>
              </a:ext>
            </a:extLst>
          </p:cNvPr>
          <p:cNvSpPr>
            <a:spLocks/>
          </p:cNvSpPr>
          <p:nvPr/>
        </p:nvSpPr>
        <p:spPr>
          <a:xfrm>
            <a:off x="269656" y="4863837"/>
            <a:ext cx="2638253" cy="292697"/>
          </a:xfrm>
          <a:custGeom>
            <a:avLst/>
            <a:gdLst/>
            <a:ahLst/>
            <a:cxnLst/>
            <a:rect l="0" t="0" r="0" b="0"/>
            <a:pathLst>
              <a:path w="3448050" h="382538">
                <a:moveTo>
                  <a:pt x="0" y="139259"/>
                </a:moveTo>
                <a:lnTo>
                  <a:pt x="34829" y="252377"/>
                </a:lnTo>
                <a:lnTo>
                  <a:pt x="69658" y="324743"/>
                </a:lnTo>
                <a:lnTo>
                  <a:pt x="104486" y="193918"/>
                </a:lnTo>
                <a:lnTo>
                  <a:pt x="139315" y="323526"/>
                </a:lnTo>
                <a:lnTo>
                  <a:pt x="174144" y="248991"/>
                </a:lnTo>
                <a:lnTo>
                  <a:pt x="208973" y="337768"/>
                </a:lnTo>
                <a:lnTo>
                  <a:pt x="243802" y="282542"/>
                </a:lnTo>
                <a:lnTo>
                  <a:pt x="278630" y="114730"/>
                </a:lnTo>
                <a:lnTo>
                  <a:pt x="313459" y="192102"/>
                </a:lnTo>
                <a:lnTo>
                  <a:pt x="348288" y="101863"/>
                </a:lnTo>
                <a:lnTo>
                  <a:pt x="383117" y="136350"/>
                </a:lnTo>
                <a:lnTo>
                  <a:pt x="417945" y="96197"/>
                </a:lnTo>
                <a:lnTo>
                  <a:pt x="452774" y="117443"/>
                </a:lnTo>
                <a:lnTo>
                  <a:pt x="487603" y="66691"/>
                </a:lnTo>
                <a:lnTo>
                  <a:pt x="522432" y="187143"/>
                </a:lnTo>
                <a:lnTo>
                  <a:pt x="557261" y="307400"/>
                </a:lnTo>
                <a:lnTo>
                  <a:pt x="592089" y="316462"/>
                </a:lnTo>
                <a:lnTo>
                  <a:pt x="626918" y="356365"/>
                </a:lnTo>
                <a:lnTo>
                  <a:pt x="661747" y="221311"/>
                </a:lnTo>
                <a:lnTo>
                  <a:pt x="696576" y="171583"/>
                </a:lnTo>
                <a:lnTo>
                  <a:pt x="731405" y="178963"/>
                </a:lnTo>
                <a:lnTo>
                  <a:pt x="766233" y="83617"/>
                </a:lnTo>
                <a:lnTo>
                  <a:pt x="801062" y="203150"/>
                </a:lnTo>
                <a:lnTo>
                  <a:pt x="835891" y="166613"/>
                </a:lnTo>
                <a:lnTo>
                  <a:pt x="870720" y="172060"/>
                </a:lnTo>
                <a:lnTo>
                  <a:pt x="905548" y="14424"/>
                </a:lnTo>
                <a:lnTo>
                  <a:pt x="940377" y="47863"/>
                </a:lnTo>
                <a:lnTo>
                  <a:pt x="975206" y="240580"/>
                </a:lnTo>
                <a:lnTo>
                  <a:pt x="1010035" y="275542"/>
                </a:lnTo>
                <a:lnTo>
                  <a:pt x="1044864" y="210046"/>
                </a:lnTo>
                <a:lnTo>
                  <a:pt x="1079692" y="220794"/>
                </a:lnTo>
                <a:lnTo>
                  <a:pt x="1114521" y="382538"/>
                </a:lnTo>
                <a:lnTo>
                  <a:pt x="1149350" y="214199"/>
                </a:lnTo>
                <a:lnTo>
                  <a:pt x="1184179" y="275506"/>
                </a:lnTo>
                <a:lnTo>
                  <a:pt x="1219008" y="237255"/>
                </a:lnTo>
                <a:lnTo>
                  <a:pt x="1253836" y="175371"/>
                </a:lnTo>
                <a:lnTo>
                  <a:pt x="1288665" y="211189"/>
                </a:lnTo>
                <a:lnTo>
                  <a:pt x="1323494" y="142490"/>
                </a:lnTo>
                <a:lnTo>
                  <a:pt x="1358323" y="0"/>
                </a:lnTo>
                <a:lnTo>
                  <a:pt x="1393152" y="111131"/>
                </a:lnTo>
                <a:lnTo>
                  <a:pt x="1427980" y="188521"/>
                </a:lnTo>
                <a:lnTo>
                  <a:pt x="1462809" y="43374"/>
                </a:lnTo>
                <a:lnTo>
                  <a:pt x="1497638" y="71030"/>
                </a:lnTo>
                <a:lnTo>
                  <a:pt x="1532467" y="240595"/>
                </a:lnTo>
                <a:lnTo>
                  <a:pt x="1567295" y="163893"/>
                </a:lnTo>
                <a:lnTo>
                  <a:pt x="1602124" y="299027"/>
                </a:lnTo>
                <a:lnTo>
                  <a:pt x="1636953" y="323278"/>
                </a:lnTo>
                <a:lnTo>
                  <a:pt x="1671782" y="315789"/>
                </a:lnTo>
                <a:lnTo>
                  <a:pt x="1706611" y="167139"/>
                </a:lnTo>
                <a:lnTo>
                  <a:pt x="1741439" y="280038"/>
                </a:lnTo>
                <a:lnTo>
                  <a:pt x="1776268" y="121814"/>
                </a:lnTo>
                <a:lnTo>
                  <a:pt x="1811097" y="138900"/>
                </a:lnTo>
                <a:lnTo>
                  <a:pt x="1845926" y="72743"/>
                </a:lnTo>
                <a:lnTo>
                  <a:pt x="1880755" y="183731"/>
                </a:lnTo>
                <a:lnTo>
                  <a:pt x="1915583" y="80211"/>
                </a:lnTo>
                <a:lnTo>
                  <a:pt x="1950412" y="56218"/>
                </a:lnTo>
                <a:lnTo>
                  <a:pt x="1985241" y="133237"/>
                </a:lnTo>
                <a:lnTo>
                  <a:pt x="2020070" y="119605"/>
                </a:lnTo>
                <a:lnTo>
                  <a:pt x="2054898" y="301714"/>
                </a:lnTo>
                <a:lnTo>
                  <a:pt x="2089727" y="302714"/>
                </a:lnTo>
                <a:lnTo>
                  <a:pt x="2124556" y="231081"/>
                </a:lnTo>
                <a:lnTo>
                  <a:pt x="2159385" y="201875"/>
                </a:lnTo>
                <a:lnTo>
                  <a:pt x="2194214" y="313972"/>
                </a:lnTo>
                <a:lnTo>
                  <a:pt x="2229042" y="196966"/>
                </a:lnTo>
                <a:lnTo>
                  <a:pt x="2263871" y="257943"/>
                </a:lnTo>
                <a:lnTo>
                  <a:pt x="2298700" y="74847"/>
                </a:lnTo>
                <a:lnTo>
                  <a:pt x="2333529" y="194555"/>
                </a:lnTo>
                <a:lnTo>
                  <a:pt x="2368358" y="68224"/>
                </a:lnTo>
                <a:lnTo>
                  <a:pt x="2403186" y="158591"/>
                </a:lnTo>
                <a:lnTo>
                  <a:pt x="2438015" y="174364"/>
                </a:lnTo>
                <a:lnTo>
                  <a:pt x="2472844" y="83594"/>
                </a:lnTo>
                <a:lnTo>
                  <a:pt x="2507673" y="219383"/>
                </a:lnTo>
                <a:lnTo>
                  <a:pt x="2542502" y="216048"/>
                </a:lnTo>
                <a:lnTo>
                  <a:pt x="2577330" y="324677"/>
                </a:lnTo>
                <a:lnTo>
                  <a:pt x="2612159" y="174701"/>
                </a:lnTo>
                <a:lnTo>
                  <a:pt x="2646988" y="335850"/>
                </a:lnTo>
                <a:lnTo>
                  <a:pt x="2681817" y="370006"/>
                </a:lnTo>
                <a:lnTo>
                  <a:pt x="2716645" y="272902"/>
                </a:lnTo>
                <a:lnTo>
                  <a:pt x="2751474" y="126790"/>
                </a:lnTo>
                <a:lnTo>
                  <a:pt x="2786303" y="266202"/>
                </a:lnTo>
                <a:lnTo>
                  <a:pt x="2821132" y="182482"/>
                </a:lnTo>
                <a:lnTo>
                  <a:pt x="2855961" y="199183"/>
                </a:lnTo>
                <a:lnTo>
                  <a:pt x="2890789" y="44151"/>
                </a:lnTo>
                <a:lnTo>
                  <a:pt x="2925618" y="172779"/>
                </a:lnTo>
                <a:lnTo>
                  <a:pt x="2960447" y="58152"/>
                </a:lnTo>
                <a:lnTo>
                  <a:pt x="2995276" y="81184"/>
                </a:lnTo>
                <a:lnTo>
                  <a:pt x="3030105" y="168690"/>
                </a:lnTo>
                <a:lnTo>
                  <a:pt x="3064933" y="334126"/>
                </a:lnTo>
                <a:lnTo>
                  <a:pt x="3099762" y="324428"/>
                </a:lnTo>
                <a:lnTo>
                  <a:pt x="3134591" y="201825"/>
                </a:lnTo>
                <a:lnTo>
                  <a:pt x="3169420" y="372675"/>
                </a:lnTo>
                <a:lnTo>
                  <a:pt x="3204248" y="177597"/>
                </a:lnTo>
                <a:lnTo>
                  <a:pt x="3239077" y="293251"/>
                </a:lnTo>
                <a:lnTo>
                  <a:pt x="3273906" y="245922"/>
                </a:lnTo>
                <a:lnTo>
                  <a:pt x="3308735" y="73802"/>
                </a:lnTo>
                <a:lnTo>
                  <a:pt x="3343564" y="103576"/>
                </a:lnTo>
                <a:lnTo>
                  <a:pt x="3378392" y="15618"/>
                </a:lnTo>
                <a:lnTo>
                  <a:pt x="3413221" y="92088"/>
                </a:lnTo>
                <a:lnTo>
                  <a:pt x="3448050" y="7840"/>
                </a:lnTo>
              </a:path>
            </a:pathLst>
          </a:custGeom>
          <a:noFill/>
          <a:ln w="13847">
            <a:solidFill>
              <a:srgbClr val="394D93"/>
            </a:solidFill>
            <a:prstDash val="solid"/>
          </a:ln>
        </p:spPr>
      </p:sp>
      <p:sp>
        <p:nvSpPr>
          <p:cNvPr id="18" name="p19_rect_18">
            <a:extLst>
              <a:ext uri="{FF2B5EF4-FFF2-40B4-BE49-F238E27FC236}">
                <a16:creationId xmlns:a16="http://schemas.microsoft.com/office/drawing/2014/main" id="{9134BB66-C8F9-476E-A5EA-D45AF4FE67A9}"/>
              </a:ext>
            </a:extLst>
          </p:cNvPr>
          <p:cNvSpPr>
            <a:spLocks/>
          </p:cNvSpPr>
          <p:nvPr/>
        </p:nvSpPr>
        <p:spPr>
          <a:xfrm>
            <a:off x="255080" y="5589889"/>
            <a:ext cx="1297262" cy="247792"/>
          </a:xfrm>
          <a:prstGeom prst="roundRect">
            <a:avLst>
              <a:gd name="adj" fmla="val 11765"/>
            </a:avLst>
          </a:prstGeom>
          <a:gradFill>
            <a:gsLst>
              <a:gs pos="0">
                <a:srgbClr val="E5EAF8"/>
              </a:gs>
              <a:gs pos="100000">
                <a:srgbClr val="C4CEEB"/>
              </a:gs>
            </a:gsLst>
            <a:lin ang="5400000"/>
          </a:gradFill>
          <a:ln w="7288">
            <a:solidFill>
              <a:srgbClr val="8599C3"/>
            </a:solidFill>
            <a:prstDash val="solid"/>
          </a:ln>
        </p:spPr>
      </p:sp>
      <p:sp>
        <p:nvSpPr>
          <p:cNvPr id="19" name="p19_rect_19">
            <a:extLst>
              <a:ext uri="{FF2B5EF4-FFF2-40B4-BE49-F238E27FC236}">
                <a16:creationId xmlns:a16="http://schemas.microsoft.com/office/drawing/2014/main" id="{7D96A422-51FF-44AA-887A-AA8C63D412E5}"/>
              </a:ext>
            </a:extLst>
          </p:cNvPr>
          <p:cNvSpPr>
            <a:spLocks/>
          </p:cNvSpPr>
          <p:nvPr/>
        </p:nvSpPr>
        <p:spPr>
          <a:xfrm>
            <a:off x="1639798" y="5589889"/>
            <a:ext cx="1297262" cy="247792"/>
          </a:xfrm>
          <a:prstGeom prst="roundRect">
            <a:avLst>
              <a:gd name="adj" fmla="val 11765"/>
            </a:avLst>
          </a:prstGeom>
          <a:gradFill>
            <a:gsLst>
              <a:gs pos="0">
                <a:srgbClr val="E5EAF8"/>
              </a:gs>
              <a:gs pos="100000">
                <a:srgbClr val="C4CEEB"/>
              </a:gs>
            </a:gsLst>
            <a:lin ang="5400000"/>
          </a:gradFill>
          <a:ln w="7288">
            <a:solidFill>
              <a:srgbClr val="8599C3"/>
            </a:solidFill>
            <a:prstDash val="solid"/>
          </a:ln>
        </p:spPr>
      </p:sp>
      <p:sp>
        <p:nvSpPr>
          <p:cNvPr id="20" name="p19_rect_20">
            <a:extLst>
              <a:ext uri="{FF2B5EF4-FFF2-40B4-BE49-F238E27FC236}">
                <a16:creationId xmlns:a16="http://schemas.microsoft.com/office/drawing/2014/main" id="{BF758472-0408-4F9F-BC98-3A74C56D90BF}"/>
              </a:ext>
            </a:extLst>
          </p:cNvPr>
          <p:cNvSpPr>
            <a:spLocks/>
          </p:cNvSpPr>
          <p:nvPr/>
        </p:nvSpPr>
        <p:spPr>
          <a:xfrm>
            <a:off x="255080" y="5874121"/>
            <a:ext cx="1297262" cy="247792"/>
          </a:xfrm>
          <a:prstGeom prst="roundRect">
            <a:avLst>
              <a:gd name="adj" fmla="val 11765"/>
            </a:avLst>
          </a:prstGeom>
          <a:gradFill>
            <a:gsLst>
              <a:gs pos="0">
                <a:srgbClr val="E5EAF8"/>
              </a:gs>
              <a:gs pos="100000">
                <a:srgbClr val="C4CEEB"/>
              </a:gs>
            </a:gsLst>
            <a:lin ang="5400000"/>
          </a:gradFill>
          <a:ln w="7288">
            <a:solidFill>
              <a:srgbClr val="8599C3"/>
            </a:solidFill>
            <a:prstDash val="solid"/>
          </a:ln>
        </p:spPr>
      </p:sp>
      <p:sp>
        <p:nvSpPr>
          <p:cNvPr id="21" name="p19_rect_21">
            <a:extLst>
              <a:ext uri="{FF2B5EF4-FFF2-40B4-BE49-F238E27FC236}">
                <a16:creationId xmlns:a16="http://schemas.microsoft.com/office/drawing/2014/main" id="{212E600A-56C0-4739-9478-E61545DFA960}"/>
              </a:ext>
            </a:extLst>
          </p:cNvPr>
          <p:cNvSpPr>
            <a:spLocks/>
          </p:cNvSpPr>
          <p:nvPr/>
        </p:nvSpPr>
        <p:spPr>
          <a:xfrm>
            <a:off x="1639798" y="5874121"/>
            <a:ext cx="1297262" cy="247792"/>
          </a:xfrm>
          <a:prstGeom prst="roundRect">
            <a:avLst>
              <a:gd name="adj" fmla="val 11765"/>
            </a:avLst>
          </a:prstGeom>
          <a:gradFill>
            <a:gsLst>
              <a:gs pos="0">
                <a:srgbClr val="E5EAF8"/>
              </a:gs>
              <a:gs pos="100000">
                <a:srgbClr val="C4CEEB"/>
              </a:gs>
            </a:gsLst>
            <a:lin ang="5400000"/>
          </a:gradFill>
          <a:ln w="7288">
            <a:solidFill>
              <a:srgbClr val="8599C3"/>
            </a:solidFill>
            <a:prstDash val="solid"/>
          </a:ln>
        </p:spPr>
      </p:sp>
      <p:sp>
        <p:nvSpPr>
          <p:cNvPr id="22" name="p19_rect_22">
            <a:extLst>
              <a:ext uri="{FF2B5EF4-FFF2-40B4-BE49-F238E27FC236}">
                <a16:creationId xmlns:a16="http://schemas.microsoft.com/office/drawing/2014/main" id="{A659143D-901A-4B9B-91EE-EA135C20EECB}"/>
              </a:ext>
            </a:extLst>
          </p:cNvPr>
          <p:cNvSpPr>
            <a:spLocks/>
          </p:cNvSpPr>
          <p:nvPr/>
        </p:nvSpPr>
        <p:spPr>
          <a:xfrm>
            <a:off x="3920939" y="743375"/>
            <a:ext cx="3571116" cy="1741830"/>
          </a:xfrm>
          <a:prstGeom prst="roundRect">
            <a:avLst>
              <a:gd name="adj" fmla="val 5858"/>
            </a:avLst>
          </a:prstGeom>
          <a:gradFill>
            <a:gsLst>
              <a:gs pos="0">
                <a:srgbClr val="FEFEFF"/>
              </a:gs>
              <a:gs pos="100000">
                <a:srgbClr val="EDF0F8"/>
              </a:gs>
            </a:gsLst>
            <a:lin ang="5400000"/>
          </a:gradFill>
          <a:ln w="12390">
            <a:solidFill>
              <a:srgbClr val="172956"/>
            </a:solidFill>
            <a:prstDash val="solid"/>
          </a:ln>
        </p:spPr>
      </p:sp>
      <p:sp>
        <p:nvSpPr>
          <p:cNvPr id="23" name="p19_rect_23">
            <a:extLst>
              <a:ext uri="{FF2B5EF4-FFF2-40B4-BE49-F238E27FC236}">
                <a16:creationId xmlns:a16="http://schemas.microsoft.com/office/drawing/2014/main" id="{D1586E85-0B9D-4D38-91D3-2A39DD7650A0}"/>
              </a:ext>
            </a:extLst>
          </p:cNvPr>
          <p:cNvSpPr>
            <a:spLocks/>
          </p:cNvSpPr>
          <p:nvPr/>
        </p:nvSpPr>
        <p:spPr>
          <a:xfrm>
            <a:off x="4073987" y="1610646"/>
            <a:ext cx="502871" cy="488295"/>
          </a:xfrm>
          <a:prstGeom prst="rect">
            <a:avLst/>
          </a:prstGeom>
          <a:gradFill>
            <a:gsLst>
              <a:gs pos="0">
                <a:srgbClr val="FEFEFF"/>
              </a:gs>
              <a:gs pos="100000">
                <a:srgbClr val="EDF0F8"/>
              </a:gs>
            </a:gsLst>
            <a:lin ang="5400000"/>
          </a:gradFill>
          <a:ln w="12390">
            <a:solidFill>
              <a:srgbClr val="394D93"/>
            </a:solidFill>
            <a:prstDash val="solid"/>
          </a:ln>
        </p:spPr>
      </p:sp>
      <p:sp>
        <p:nvSpPr>
          <p:cNvPr id="24" name="p19_ellipse_24">
            <a:extLst>
              <a:ext uri="{FF2B5EF4-FFF2-40B4-BE49-F238E27FC236}">
                <a16:creationId xmlns:a16="http://schemas.microsoft.com/office/drawing/2014/main" id="{5CC49768-B039-4B3F-9B88-5A24E0A6487A}"/>
              </a:ext>
            </a:extLst>
          </p:cNvPr>
          <p:cNvSpPr>
            <a:spLocks/>
          </p:cNvSpPr>
          <p:nvPr/>
        </p:nvSpPr>
        <p:spPr>
          <a:xfrm>
            <a:off x="4073987" y="2011486"/>
            <a:ext cx="502871" cy="174912"/>
          </a:xfrm>
          <a:prstGeom prst="ellipse">
            <a:avLst/>
          </a:prstGeom>
          <a:gradFill>
            <a:gsLst>
              <a:gs pos="0">
                <a:srgbClr val="FEFEFF"/>
              </a:gs>
              <a:gs pos="100000">
                <a:srgbClr val="EDF0F8"/>
              </a:gs>
            </a:gsLst>
            <a:lin ang="5400000"/>
          </a:gradFill>
          <a:ln w="10932">
            <a:solidFill>
              <a:srgbClr val="394D93"/>
            </a:solidFill>
            <a:prstDash val="solid"/>
          </a:ln>
        </p:spPr>
      </p:sp>
      <p:sp>
        <p:nvSpPr>
          <p:cNvPr id="25" name="p19_ellipse_25">
            <a:extLst>
              <a:ext uri="{FF2B5EF4-FFF2-40B4-BE49-F238E27FC236}">
                <a16:creationId xmlns:a16="http://schemas.microsoft.com/office/drawing/2014/main" id="{C84C90DE-CF08-4341-A6DF-A7B789A26829}"/>
              </a:ext>
            </a:extLst>
          </p:cNvPr>
          <p:cNvSpPr>
            <a:spLocks/>
          </p:cNvSpPr>
          <p:nvPr/>
        </p:nvSpPr>
        <p:spPr>
          <a:xfrm>
            <a:off x="4073987" y="1523190"/>
            <a:ext cx="502871" cy="174912"/>
          </a:xfrm>
          <a:prstGeom prst="ellipse">
            <a:avLst/>
          </a:prstGeom>
          <a:gradFill>
            <a:gsLst>
              <a:gs pos="0">
                <a:srgbClr val="FEFEFF"/>
              </a:gs>
              <a:gs pos="100000">
                <a:srgbClr val="EDF0F8"/>
              </a:gs>
            </a:gsLst>
            <a:lin ang="5400000"/>
          </a:gradFill>
          <a:ln w="10932">
            <a:solidFill>
              <a:srgbClr val="394D93"/>
            </a:solidFill>
            <a:prstDash val="solid"/>
          </a:ln>
        </p:spPr>
      </p:sp>
      <p:sp>
        <p:nvSpPr>
          <p:cNvPr id="26" name="p19_path_26">
            <a:extLst>
              <a:ext uri="{FF2B5EF4-FFF2-40B4-BE49-F238E27FC236}">
                <a16:creationId xmlns:a16="http://schemas.microsoft.com/office/drawing/2014/main" id="{C24CD5E9-899F-41A9-8B92-0B3DBC89DC4E}"/>
              </a:ext>
            </a:extLst>
          </p:cNvPr>
          <p:cNvSpPr>
            <a:spLocks/>
          </p:cNvSpPr>
          <p:nvPr/>
        </p:nvSpPr>
        <p:spPr>
          <a:xfrm>
            <a:off x="4627875" y="1843862"/>
            <a:ext cx="182200" cy="729"/>
          </a:xfrm>
          <a:custGeom>
            <a:avLst/>
            <a:gdLst/>
            <a:ahLst/>
            <a:cxnLst/>
            <a:rect l="0" t="0" r="0" b="0"/>
            <a:pathLst>
              <a:path w="238125" h="953">
                <a:moveTo>
                  <a:pt x="0" y="0"/>
                </a:moveTo>
                <a:lnTo>
                  <a:pt x="238125" y="0"/>
                </a:lnTo>
              </a:path>
            </a:pathLst>
          </a:custGeom>
          <a:noFill/>
          <a:ln w="13118">
            <a:solidFill>
              <a:srgbClr val="394D93"/>
            </a:solidFill>
            <a:prstDash val="solid"/>
          </a:ln>
        </p:spPr>
      </p:sp>
      <p:sp>
        <p:nvSpPr>
          <p:cNvPr id="27" name="p19_path_27">
            <a:extLst>
              <a:ext uri="{FF2B5EF4-FFF2-40B4-BE49-F238E27FC236}">
                <a16:creationId xmlns:a16="http://schemas.microsoft.com/office/drawing/2014/main" id="{2F8D9396-2334-4FE7-BF0B-B188E91E9C3E}"/>
              </a:ext>
            </a:extLst>
          </p:cNvPr>
          <p:cNvSpPr>
            <a:spLocks/>
          </p:cNvSpPr>
          <p:nvPr/>
        </p:nvSpPr>
        <p:spPr>
          <a:xfrm>
            <a:off x="4722618" y="180538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28" name="p19_rect_28">
            <a:extLst>
              <a:ext uri="{FF2B5EF4-FFF2-40B4-BE49-F238E27FC236}">
                <a16:creationId xmlns:a16="http://schemas.microsoft.com/office/drawing/2014/main" id="{A98F3A16-F4A4-427B-A3A4-DEFDDFCFC68F}"/>
              </a:ext>
            </a:extLst>
          </p:cNvPr>
          <p:cNvSpPr>
            <a:spLocks/>
          </p:cNvSpPr>
          <p:nvPr/>
        </p:nvSpPr>
        <p:spPr>
          <a:xfrm>
            <a:off x="4861090" y="1639798"/>
            <a:ext cx="94744" cy="408128"/>
          </a:xfrm>
          <a:prstGeom prst="roundRect">
            <a:avLst>
              <a:gd name="adj" fmla="val 15385"/>
            </a:avLst>
          </a:prstGeom>
          <a:gradFill>
            <a:gsLst>
              <a:gs pos="0">
                <a:srgbClr val="E5EAF8"/>
              </a:gs>
              <a:gs pos="100000">
                <a:srgbClr val="C4CEEB"/>
              </a:gs>
            </a:gsLst>
            <a:lin ang="5400000"/>
          </a:gradFill>
          <a:ln w="0">
            <a:noFill/>
            <a:prstDash val="solid"/>
          </a:ln>
        </p:spPr>
      </p:sp>
      <p:sp>
        <p:nvSpPr>
          <p:cNvPr id="29" name="p19_rect_29">
            <a:extLst>
              <a:ext uri="{FF2B5EF4-FFF2-40B4-BE49-F238E27FC236}">
                <a16:creationId xmlns:a16="http://schemas.microsoft.com/office/drawing/2014/main" id="{475B1C82-DD86-444A-AB2A-C591906232F1}"/>
              </a:ext>
            </a:extLst>
          </p:cNvPr>
          <p:cNvSpPr>
            <a:spLocks/>
          </p:cNvSpPr>
          <p:nvPr/>
        </p:nvSpPr>
        <p:spPr>
          <a:xfrm>
            <a:off x="4999562" y="1552342"/>
            <a:ext cx="94744" cy="495583"/>
          </a:xfrm>
          <a:prstGeom prst="roundRect">
            <a:avLst>
              <a:gd name="adj" fmla="val 15385"/>
            </a:avLst>
          </a:prstGeom>
          <a:gradFill>
            <a:gsLst>
              <a:gs pos="0">
                <a:srgbClr val="E5EAF8"/>
              </a:gs>
              <a:gs pos="100000">
                <a:srgbClr val="C4CEEB"/>
              </a:gs>
            </a:gsLst>
            <a:lin ang="5400000"/>
          </a:gradFill>
          <a:ln w="0">
            <a:noFill/>
            <a:prstDash val="solid"/>
          </a:ln>
        </p:spPr>
      </p:sp>
      <p:sp>
        <p:nvSpPr>
          <p:cNvPr id="30" name="p19_rect_30">
            <a:extLst>
              <a:ext uri="{FF2B5EF4-FFF2-40B4-BE49-F238E27FC236}">
                <a16:creationId xmlns:a16="http://schemas.microsoft.com/office/drawing/2014/main" id="{BCF7A184-106A-421B-81A7-015D90C1D0F4}"/>
              </a:ext>
            </a:extLst>
          </p:cNvPr>
          <p:cNvSpPr>
            <a:spLocks/>
          </p:cNvSpPr>
          <p:nvPr/>
        </p:nvSpPr>
        <p:spPr>
          <a:xfrm>
            <a:off x="5138034" y="1464886"/>
            <a:ext cx="94744" cy="583039"/>
          </a:xfrm>
          <a:prstGeom prst="roundRect">
            <a:avLst>
              <a:gd name="adj" fmla="val 15385"/>
            </a:avLst>
          </a:prstGeom>
          <a:gradFill>
            <a:gsLst>
              <a:gs pos="0">
                <a:srgbClr val="E5EAF8"/>
              </a:gs>
              <a:gs pos="100000">
                <a:srgbClr val="C4CEEB"/>
              </a:gs>
            </a:gsLst>
            <a:lin ang="5400000"/>
          </a:gradFill>
          <a:ln w="0">
            <a:noFill/>
            <a:prstDash val="solid"/>
          </a:ln>
        </p:spPr>
      </p:sp>
      <p:sp>
        <p:nvSpPr>
          <p:cNvPr id="31" name="p19_rect_31">
            <a:extLst>
              <a:ext uri="{FF2B5EF4-FFF2-40B4-BE49-F238E27FC236}">
                <a16:creationId xmlns:a16="http://schemas.microsoft.com/office/drawing/2014/main" id="{252B72A7-B32D-43B8-883A-036270B43A1F}"/>
              </a:ext>
            </a:extLst>
          </p:cNvPr>
          <p:cNvSpPr>
            <a:spLocks/>
          </p:cNvSpPr>
          <p:nvPr/>
        </p:nvSpPr>
        <p:spPr>
          <a:xfrm>
            <a:off x="5276506" y="1639798"/>
            <a:ext cx="94744" cy="408128"/>
          </a:xfrm>
          <a:prstGeom prst="roundRect">
            <a:avLst>
              <a:gd name="adj" fmla="val 15385"/>
            </a:avLst>
          </a:prstGeom>
          <a:gradFill>
            <a:gsLst>
              <a:gs pos="0">
                <a:srgbClr val="E5EAF8"/>
              </a:gs>
              <a:gs pos="100000">
                <a:srgbClr val="C4CEEB"/>
              </a:gs>
            </a:gsLst>
            <a:lin ang="5400000"/>
          </a:gradFill>
          <a:ln w="0">
            <a:noFill/>
            <a:prstDash val="solid"/>
          </a:ln>
        </p:spPr>
      </p:sp>
      <p:sp>
        <p:nvSpPr>
          <p:cNvPr id="32" name="p19_rect_32">
            <a:extLst>
              <a:ext uri="{FF2B5EF4-FFF2-40B4-BE49-F238E27FC236}">
                <a16:creationId xmlns:a16="http://schemas.microsoft.com/office/drawing/2014/main" id="{0187BCE2-B412-4E89-A404-11ABD9B64004}"/>
              </a:ext>
            </a:extLst>
          </p:cNvPr>
          <p:cNvSpPr>
            <a:spLocks/>
          </p:cNvSpPr>
          <p:nvPr/>
        </p:nvSpPr>
        <p:spPr>
          <a:xfrm>
            <a:off x="5414978" y="1552342"/>
            <a:ext cx="94744" cy="495583"/>
          </a:xfrm>
          <a:prstGeom prst="roundRect">
            <a:avLst>
              <a:gd name="adj" fmla="val 15385"/>
            </a:avLst>
          </a:prstGeom>
          <a:gradFill>
            <a:gsLst>
              <a:gs pos="0">
                <a:srgbClr val="E5EAF8"/>
              </a:gs>
              <a:gs pos="100000">
                <a:srgbClr val="C4CEEB"/>
              </a:gs>
            </a:gsLst>
            <a:lin ang="5400000"/>
          </a:gradFill>
          <a:ln w="0">
            <a:noFill/>
            <a:prstDash val="solid"/>
          </a:ln>
        </p:spPr>
      </p:sp>
      <p:sp>
        <p:nvSpPr>
          <p:cNvPr id="33" name="p19_path_33">
            <a:extLst>
              <a:ext uri="{FF2B5EF4-FFF2-40B4-BE49-F238E27FC236}">
                <a16:creationId xmlns:a16="http://schemas.microsoft.com/office/drawing/2014/main" id="{89C1A8A5-7712-4D18-9D3C-54D71B341F2D}"/>
              </a:ext>
            </a:extLst>
          </p:cNvPr>
          <p:cNvSpPr>
            <a:spLocks/>
          </p:cNvSpPr>
          <p:nvPr/>
        </p:nvSpPr>
        <p:spPr>
          <a:xfrm>
            <a:off x="5633617" y="1843862"/>
            <a:ext cx="160336" cy="729"/>
          </a:xfrm>
          <a:custGeom>
            <a:avLst/>
            <a:gdLst/>
            <a:ahLst/>
            <a:cxnLst/>
            <a:rect l="0" t="0" r="0" b="0"/>
            <a:pathLst>
              <a:path w="209550" h="953">
                <a:moveTo>
                  <a:pt x="0" y="0"/>
                </a:moveTo>
                <a:lnTo>
                  <a:pt x="209550" y="0"/>
                </a:lnTo>
              </a:path>
            </a:pathLst>
          </a:custGeom>
          <a:noFill/>
          <a:ln w="13118">
            <a:solidFill>
              <a:srgbClr val="394D93"/>
            </a:solidFill>
            <a:prstDash val="solid"/>
          </a:ln>
        </p:spPr>
      </p:sp>
      <p:sp>
        <p:nvSpPr>
          <p:cNvPr id="34" name="p19_path_34">
            <a:extLst>
              <a:ext uri="{FF2B5EF4-FFF2-40B4-BE49-F238E27FC236}">
                <a16:creationId xmlns:a16="http://schemas.microsoft.com/office/drawing/2014/main" id="{148219B0-4C12-42B4-BAFF-B4EF4C886F21}"/>
              </a:ext>
            </a:extLst>
          </p:cNvPr>
          <p:cNvSpPr>
            <a:spLocks/>
          </p:cNvSpPr>
          <p:nvPr/>
        </p:nvSpPr>
        <p:spPr>
          <a:xfrm>
            <a:off x="5706497" y="180538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35" name="p19_path_35">
            <a:extLst>
              <a:ext uri="{FF2B5EF4-FFF2-40B4-BE49-F238E27FC236}">
                <a16:creationId xmlns:a16="http://schemas.microsoft.com/office/drawing/2014/main" id="{3C7A111B-2C50-43D8-AE35-14BD58285DF9}"/>
              </a:ext>
            </a:extLst>
          </p:cNvPr>
          <p:cNvSpPr>
            <a:spLocks/>
          </p:cNvSpPr>
          <p:nvPr/>
        </p:nvSpPr>
        <p:spPr>
          <a:xfrm>
            <a:off x="5932425" y="1559630"/>
            <a:ext cx="72880" cy="240941"/>
          </a:xfrm>
          <a:custGeom>
            <a:avLst/>
            <a:gdLst/>
            <a:ahLst/>
            <a:cxnLst/>
            <a:rect l="0" t="0" r="0" b="0"/>
            <a:pathLst>
              <a:path w="95250" h="314897">
                <a:moveTo>
                  <a:pt x="95250" y="0"/>
                </a:moveTo>
                <a:lnTo>
                  <a:pt x="0" y="314897"/>
                </a:lnTo>
              </a:path>
            </a:pathLst>
          </a:custGeom>
          <a:noFill/>
          <a:ln w="10932">
            <a:solidFill>
              <a:srgbClr val="394D93"/>
            </a:solidFill>
            <a:prstDash val="solid"/>
          </a:ln>
        </p:spPr>
      </p:sp>
      <p:sp>
        <p:nvSpPr>
          <p:cNvPr id="36" name="p19_path_36">
            <a:extLst>
              <a:ext uri="{FF2B5EF4-FFF2-40B4-BE49-F238E27FC236}">
                <a16:creationId xmlns:a16="http://schemas.microsoft.com/office/drawing/2014/main" id="{4C315C0C-B07B-4440-85B2-1F422D6667DB}"/>
              </a:ext>
            </a:extLst>
          </p:cNvPr>
          <p:cNvSpPr>
            <a:spLocks/>
          </p:cNvSpPr>
          <p:nvPr/>
        </p:nvSpPr>
        <p:spPr>
          <a:xfrm>
            <a:off x="6005305" y="1559630"/>
            <a:ext cx="72880" cy="240941"/>
          </a:xfrm>
          <a:custGeom>
            <a:avLst/>
            <a:gdLst/>
            <a:ahLst/>
            <a:cxnLst/>
            <a:rect l="0" t="0" r="0" b="0"/>
            <a:pathLst>
              <a:path w="95250" h="314897">
                <a:moveTo>
                  <a:pt x="0" y="0"/>
                </a:moveTo>
                <a:lnTo>
                  <a:pt x="95250" y="314897"/>
                </a:lnTo>
              </a:path>
            </a:pathLst>
          </a:custGeom>
          <a:noFill/>
          <a:ln w="10932">
            <a:solidFill>
              <a:srgbClr val="394D93"/>
            </a:solidFill>
            <a:prstDash val="solid"/>
          </a:ln>
        </p:spPr>
      </p:sp>
      <p:sp>
        <p:nvSpPr>
          <p:cNvPr id="37" name="p19_path_37">
            <a:extLst>
              <a:ext uri="{FF2B5EF4-FFF2-40B4-BE49-F238E27FC236}">
                <a16:creationId xmlns:a16="http://schemas.microsoft.com/office/drawing/2014/main" id="{261E05C3-203D-48DE-AAA3-6164FA4E45E7}"/>
              </a:ext>
            </a:extLst>
          </p:cNvPr>
          <p:cNvSpPr>
            <a:spLocks/>
          </p:cNvSpPr>
          <p:nvPr/>
        </p:nvSpPr>
        <p:spPr>
          <a:xfrm>
            <a:off x="5882867" y="1800571"/>
            <a:ext cx="49558" cy="266303"/>
          </a:xfrm>
          <a:custGeom>
            <a:avLst/>
            <a:gdLst/>
            <a:ahLst/>
            <a:cxnLst/>
            <a:rect l="0" t="0" r="0" b="0"/>
            <a:pathLst>
              <a:path w="64770" h="348044">
                <a:moveTo>
                  <a:pt x="64770" y="0"/>
                </a:moveTo>
                <a:lnTo>
                  <a:pt x="0" y="348044"/>
                </a:lnTo>
              </a:path>
            </a:pathLst>
          </a:custGeom>
          <a:noFill/>
          <a:ln w="10932">
            <a:solidFill>
              <a:srgbClr val="394D93"/>
            </a:solidFill>
            <a:prstDash val="solid"/>
          </a:ln>
        </p:spPr>
      </p:sp>
      <p:sp>
        <p:nvSpPr>
          <p:cNvPr id="38" name="p19_path_38">
            <a:extLst>
              <a:ext uri="{FF2B5EF4-FFF2-40B4-BE49-F238E27FC236}">
                <a16:creationId xmlns:a16="http://schemas.microsoft.com/office/drawing/2014/main" id="{C2C588B8-8942-4FDB-A6B0-6A952932C2A5}"/>
              </a:ext>
            </a:extLst>
          </p:cNvPr>
          <p:cNvSpPr>
            <a:spLocks/>
          </p:cNvSpPr>
          <p:nvPr/>
        </p:nvSpPr>
        <p:spPr>
          <a:xfrm>
            <a:off x="5932425" y="1800571"/>
            <a:ext cx="37898" cy="266303"/>
          </a:xfrm>
          <a:custGeom>
            <a:avLst/>
            <a:gdLst/>
            <a:ahLst/>
            <a:cxnLst/>
            <a:rect l="0" t="0" r="0" b="0"/>
            <a:pathLst>
              <a:path w="49530" h="348044">
                <a:moveTo>
                  <a:pt x="0" y="0"/>
                </a:moveTo>
                <a:lnTo>
                  <a:pt x="49530" y="348044"/>
                </a:lnTo>
              </a:path>
            </a:pathLst>
          </a:custGeom>
          <a:noFill/>
          <a:ln w="10932">
            <a:solidFill>
              <a:srgbClr val="394D93"/>
            </a:solidFill>
            <a:prstDash val="solid"/>
          </a:ln>
        </p:spPr>
      </p:sp>
      <p:sp>
        <p:nvSpPr>
          <p:cNvPr id="39" name="p19_path_39">
            <a:extLst>
              <a:ext uri="{FF2B5EF4-FFF2-40B4-BE49-F238E27FC236}">
                <a16:creationId xmlns:a16="http://schemas.microsoft.com/office/drawing/2014/main" id="{C929CA6C-B545-4059-9E48-DA7EBBB92852}"/>
              </a:ext>
            </a:extLst>
          </p:cNvPr>
          <p:cNvSpPr>
            <a:spLocks/>
          </p:cNvSpPr>
          <p:nvPr/>
        </p:nvSpPr>
        <p:spPr>
          <a:xfrm>
            <a:off x="6040287" y="1800571"/>
            <a:ext cx="37898" cy="266303"/>
          </a:xfrm>
          <a:custGeom>
            <a:avLst/>
            <a:gdLst/>
            <a:ahLst/>
            <a:cxnLst/>
            <a:rect l="0" t="0" r="0" b="0"/>
            <a:pathLst>
              <a:path w="49530" h="348044">
                <a:moveTo>
                  <a:pt x="49530" y="0"/>
                </a:moveTo>
                <a:lnTo>
                  <a:pt x="0" y="348044"/>
                </a:lnTo>
              </a:path>
            </a:pathLst>
          </a:custGeom>
          <a:noFill/>
          <a:ln w="10932">
            <a:solidFill>
              <a:srgbClr val="394D93"/>
            </a:solidFill>
            <a:prstDash val="solid"/>
          </a:ln>
        </p:spPr>
      </p:sp>
      <p:sp>
        <p:nvSpPr>
          <p:cNvPr id="40" name="p19_path_40">
            <a:extLst>
              <a:ext uri="{FF2B5EF4-FFF2-40B4-BE49-F238E27FC236}">
                <a16:creationId xmlns:a16="http://schemas.microsoft.com/office/drawing/2014/main" id="{838DB7AA-F226-4582-BF0C-C51A2759D5CB}"/>
              </a:ext>
            </a:extLst>
          </p:cNvPr>
          <p:cNvSpPr>
            <a:spLocks/>
          </p:cNvSpPr>
          <p:nvPr/>
        </p:nvSpPr>
        <p:spPr>
          <a:xfrm>
            <a:off x="6078185" y="1800571"/>
            <a:ext cx="49558" cy="266303"/>
          </a:xfrm>
          <a:custGeom>
            <a:avLst/>
            <a:gdLst/>
            <a:ahLst/>
            <a:cxnLst/>
            <a:rect l="0" t="0" r="0" b="0"/>
            <a:pathLst>
              <a:path w="64770" h="348044">
                <a:moveTo>
                  <a:pt x="0" y="0"/>
                </a:moveTo>
                <a:lnTo>
                  <a:pt x="64770" y="348044"/>
                </a:lnTo>
              </a:path>
            </a:pathLst>
          </a:custGeom>
          <a:noFill/>
          <a:ln w="10932">
            <a:solidFill>
              <a:srgbClr val="394D93"/>
            </a:solidFill>
            <a:prstDash val="solid"/>
          </a:ln>
        </p:spPr>
      </p:sp>
      <p:sp>
        <p:nvSpPr>
          <p:cNvPr id="41" name="p19_ellipse_41">
            <a:extLst>
              <a:ext uri="{FF2B5EF4-FFF2-40B4-BE49-F238E27FC236}">
                <a16:creationId xmlns:a16="http://schemas.microsoft.com/office/drawing/2014/main" id="{07042D59-6345-4FD8-B9E3-93AE189E1AB9}"/>
              </a:ext>
            </a:extLst>
          </p:cNvPr>
          <p:cNvSpPr>
            <a:spLocks/>
          </p:cNvSpPr>
          <p:nvPr/>
        </p:nvSpPr>
        <p:spPr>
          <a:xfrm>
            <a:off x="5976153" y="1530478"/>
            <a:ext cx="58304" cy="58304"/>
          </a:xfrm>
          <a:prstGeom prst="ellipse">
            <a:avLst/>
          </a:prstGeom>
          <a:solidFill>
            <a:srgbClr val="BEC8EC"/>
          </a:solidFill>
          <a:ln w="9474">
            <a:solidFill>
              <a:srgbClr val="394D93"/>
            </a:solidFill>
            <a:prstDash val="solid"/>
          </a:ln>
        </p:spPr>
      </p:sp>
      <p:sp>
        <p:nvSpPr>
          <p:cNvPr id="42" name="p19_ellipse_42">
            <a:extLst>
              <a:ext uri="{FF2B5EF4-FFF2-40B4-BE49-F238E27FC236}">
                <a16:creationId xmlns:a16="http://schemas.microsoft.com/office/drawing/2014/main" id="{1622003E-9457-41CD-9E5B-8391AA561F97}"/>
              </a:ext>
            </a:extLst>
          </p:cNvPr>
          <p:cNvSpPr>
            <a:spLocks/>
          </p:cNvSpPr>
          <p:nvPr/>
        </p:nvSpPr>
        <p:spPr>
          <a:xfrm>
            <a:off x="5903273" y="1771419"/>
            <a:ext cx="58304" cy="58304"/>
          </a:xfrm>
          <a:prstGeom prst="ellipse">
            <a:avLst/>
          </a:prstGeom>
          <a:solidFill>
            <a:srgbClr val="FFFFFF"/>
          </a:solidFill>
          <a:ln w="9474">
            <a:solidFill>
              <a:srgbClr val="394D93"/>
            </a:solidFill>
            <a:prstDash val="solid"/>
          </a:ln>
        </p:spPr>
      </p:sp>
      <p:sp>
        <p:nvSpPr>
          <p:cNvPr id="43" name="p19_ellipse_43">
            <a:extLst>
              <a:ext uri="{FF2B5EF4-FFF2-40B4-BE49-F238E27FC236}">
                <a16:creationId xmlns:a16="http://schemas.microsoft.com/office/drawing/2014/main" id="{88A032F0-522E-4D8A-90C0-3A196600A9C8}"/>
              </a:ext>
            </a:extLst>
          </p:cNvPr>
          <p:cNvSpPr>
            <a:spLocks/>
          </p:cNvSpPr>
          <p:nvPr/>
        </p:nvSpPr>
        <p:spPr>
          <a:xfrm>
            <a:off x="6049033" y="1771419"/>
            <a:ext cx="58304" cy="58304"/>
          </a:xfrm>
          <a:prstGeom prst="ellipse">
            <a:avLst/>
          </a:prstGeom>
          <a:solidFill>
            <a:srgbClr val="BEC8EC"/>
          </a:solidFill>
          <a:ln w="9474">
            <a:solidFill>
              <a:srgbClr val="394D93"/>
            </a:solidFill>
            <a:prstDash val="solid"/>
          </a:ln>
        </p:spPr>
      </p:sp>
      <p:sp>
        <p:nvSpPr>
          <p:cNvPr id="44" name="p19_ellipse_44">
            <a:extLst>
              <a:ext uri="{FF2B5EF4-FFF2-40B4-BE49-F238E27FC236}">
                <a16:creationId xmlns:a16="http://schemas.microsoft.com/office/drawing/2014/main" id="{2F077B15-F66F-4BBF-8B16-AB7381E5DB57}"/>
              </a:ext>
            </a:extLst>
          </p:cNvPr>
          <p:cNvSpPr>
            <a:spLocks/>
          </p:cNvSpPr>
          <p:nvPr/>
        </p:nvSpPr>
        <p:spPr>
          <a:xfrm>
            <a:off x="5853715" y="2037722"/>
            <a:ext cx="58304" cy="58304"/>
          </a:xfrm>
          <a:prstGeom prst="ellipse">
            <a:avLst/>
          </a:prstGeom>
          <a:solidFill>
            <a:srgbClr val="FFFFFF"/>
          </a:solidFill>
          <a:ln w="9474">
            <a:solidFill>
              <a:srgbClr val="394D93"/>
            </a:solidFill>
            <a:prstDash val="solid"/>
          </a:ln>
        </p:spPr>
      </p:sp>
      <p:sp>
        <p:nvSpPr>
          <p:cNvPr id="45" name="p19_ellipse_45">
            <a:extLst>
              <a:ext uri="{FF2B5EF4-FFF2-40B4-BE49-F238E27FC236}">
                <a16:creationId xmlns:a16="http://schemas.microsoft.com/office/drawing/2014/main" id="{01398871-5B8C-41AC-8FD0-601889B83CB4}"/>
              </a:ext>
            </a:extLst>
          </p:cNvPr>
          <p:cNvSpPr>
            <a:spLocks/>
          </p:cNvSpPr>
          <p:nvPr/>
        </p:nvSpPr>
        <p:spPr>
          <a:xfrm>
            <a:off x="5941171" y="2037722"/>
            <a:ext cx="58304" cy="58304"/>
          </a:xfrm>
          <a:prstGeom prst="ellipse">
            <a:avLst/>
          </a:prstGeom>
          <a:solidFill>
            <a:srgbClr val="BEC8EC"/>
          </a:solidFill>
          <a:ln w="9474">
            <a:solidFill>
              <a:srgbClr val="394D93"/>
            </a:solidFill>
            <a:prstDash val="solid"/>
          </a:ln>
        </p:spPr>
      </p:sp>
      <p:sp>
        <p:nvSpPr>
          <p:cNvPr id="46" name="p19_ellipse_46">
            <a:extLst>
              <a:ext uri="{FF2B5EF4-FFF2-40B4-BE49-F238E27FC236}">
                <a16:creationId xmlns:a16="http://schemas.microsoft.com/office/drawing/2014/main" id="{DC84462A-CF90-4FCB-B1BE-9C95F7AC2CDE}"/>
              </a:ext>
            </a:extLst>
          </p:cNvPr>
          <p:cNvSpPr>
            <a:spLocks/>
          </p:cNvSpPr>
          <p:nvPr/>
        </p:nvSpPr>
        <p:spPr>
          <a:xfrm>
            <a:off x="6011135" y="2037722"/>
            <a:ext cx="58304" cy="58304"/>
          </a:xfrm>
          <a:prstGeom prst="ellipse">
            <a:avLst/>
          </a:prstGeom>
          <a:solidFill>
            <a:srgbClr val="FFFFFF"/>
          </a:solidFill>
          <a:ln w="9474">
            <a:solidFill>
              <a:srgbClr val="394D93"/>
            </a:solidFill>
            <a:prstDash val="solid"/>
          </a:ln>
        </p:spPr>
      </p:sp>
      <p:sp>
        <p:nvSpPr>
          <p:cNvPr id="47" name="p19_ellipse_47">
            <a:extLst>
              <a:ext uri="{FF2B5EF4-FFF2-40B4-BE49-F238E27FC236}">
                <a16:creationId xmlns:a16="http://schemas.microsoft.com/office/drawing/2014/main" id="{8D4BD83E-5128-4A8C-AE7F-57D90DD515A4}"/>
              </a:ext>
            </a:extLst>
          </p:cNvPr>
          <p:cNvSpPr>
            <a:spLocks/>
          </p:cNvSpPr>
          <p:nvPr/>
        </p:nvSpPr>
        <p:spPr>
          <a:xfrm>
            <a:off x="6098591" y="2037722"/>
            <a:ext cx="58304" cy="58304"/>
          </a:xfrm>
          <a:prstGeom prst="ellipse">
            <a:avLst/>
          </a:prstGeom>
          <a:solidFill>
            <a:srgbClr val="BEC8EC"/>
          </a:solidFill>
          <a:ln w="9474">
            <a:solidFill>
              <a:srgbClr val="394D93"/>
            </a:solidFill>
            <a:prstDash val="solid"/>
          </a:ln>
        </p:spPr>
      </p:sp>
      <p:sp>
        <p:nvSpPr>
          <p:cNvPr id="48" name="p19_path_48">
            <a:extLst>
              <a:ext uri="{FF2B5EF4-FFF2-40B4-BE49-F238E27FC236}">
                <a16:creationId xmlns:a16="http://schemas.microsoft.com/office/drawing/2014/main" id="{FA12B5CB-25D3-4AF5-9DF0-3B54916E24E8}"/>
              </a:ext>
            </a:extLst>
          </p:cNvPr>
          <p:cNvSpPr>
            <a:spLocks/>
          </p:cNvSpPr>
          <p:nvPr/>
        </p:nvSpPr>
        <p:spPr>
          <a:xfrm>
            <a:off x="6223945" y="1559630"/>
            <a:ext cx="72880" cy="240941"/>
          </a:xfrm>
          <a:custGeom>
            <a:avLst/>
            <a:gdLst/>
            <a:ahLst/>
            <a:cxnLst/>
            <a:rect l="0" t="0" r="0" b="0"/>
            <a:pathLst>
              <a:path w="95250" h="314897">
                <a:moveTo>
                  <a:pt x="95250" y="0"/>
                </a:moveTo>
                <a:lnTo>
                  <a:pt x="0" y="314897"/>
                </a:lnTo>
              </a:path>
            </a:pathLst>
          </a:custGeom>
          <a:noFill/>
          <a:ln w="10932">
            <a:solidFill>
              <a:srgbClr val="394D93"/>
            </a:solidFill>
            <a:prstDash val="solid"/>
          </a:ln>
        </p:spPr>
      </p:sp>
      <p:sp>
        <p:nvSpPr>
          <p:cNvPr id="49" name="p19_path_49">
            <a:extLst>
              <a:ext uri="{FF2B5EF4-FFF2-40B4-BE49-F238E27FC236}">
                <a16:creationId xmlns:a16="http://schemas.microsoft.com/office/drawing/2014/main" id="{8402DDCF-B360-4F74-80D1-25C99DA4FE03}"/>
              </a:ext>
            </a:extLst>
          </p:cNvPr>
          <p:cNvSpPr>
            <a:spLocks/>
          </p:cNvSpPr>
          <p:nvPr/>
        </p:nvSpPr>
        <p:spPr>
          <a:xfrm>
            <a:off x="6296825" y="1559630"/>
            <a:ext cx="72880" cy="240941"/>
          </a:xfrm>
          <a:custGeom>
            <a:avLst/>
            <a:gdLst/>
            <a:ahLst/>
            <a:cxnLst/>
            <a:rect l="0" t="0" r="0" b="0"/>
            <a:pathLst>
              <a:path w="95250" h="314897">
                <a:moveTo>
                  <a:pt x="0" y="0"/>
                </a:moveTo>
                <a:lnTo>
                  <a:pt x="95250" y="314897"/>
                </a:lnTo>
              </a:path>
            </a:pathLst>
          </a:custGeom>
          <a:noFill/>
          <a:ln w="10932">
            <a:solidFill>
              <a:srgbClr val="394D93"/>
            </a:solidFill>
            <a:prstDash val="solid"/>
          </a:ln>
        </p:spPr>
      </p:sp>
      <p:sp>
        <p:nvSpPr>
          <p:cNvPr id="50" name="p19_path_50">
            <a:extLst>
              <a:ext uri="{FF2B5EF4-FFF2-40B4-BE49-F238E27FC236}">
                <a16:creationId xmlns:a16="http://schemas.microsoft.com/office/drawing/2014/main" id="{AB7E1440-019D-4B63-B96D-3E0985C86F59}"/>
              </a:ext>
            </a:extLst>
          </p:cNvPr>
          <p:cNvSpPr>
            <a:spLocks/>
          </p:cNvSpPr>
          <p:nvPr/>
        </p:nvSpPr>
        <p:spPr>
          <a:xfrm>
            <a:off x="6174386" y="1800571"/>
            <a:ext cx="49558" cy="266303"/>
          </a:xfrm>
          <a:custGeom>
            <a:avLst/>
            <a:gdLst/>
            <a:ahLst/>
            <a:cxnLst/>
            <a:rect l="0" t="0" r="0" b="0"/>
            <a:pathLst>
              <a:path w="64770" h="348044">
                <a:moveTo>
                  <a:pt x="64770" y="0"/>
                </a:moveTo>
                <a:lnTo>
                  <a:pt x="0" y="348044"/>
                </a:lnTo>
              </a:path>
            </a:pathLst>
          </a:custGeom>
          <a:noFill/>
          <a:ln w="10932">
            <a:solidFill>
              <a:srgbClr val="394D93"/>
            </a:solidFill>
            <a:prstDash val="solid"/>
          </a:ln>
        </p:spPr>
      </p:sp>
      <p:sp>
        <p:nvSpPr>
          <p:cNvPr id="51" name="p19_path_51">
            <a:extLst>
              <a:ext uri="{FF2B5EF4-FFF2-40B4-BE49-F238E27FC236}">
                <a16:creationId xmlns:a16="http://schemas.microsoft.com/office/drawing/2014/main" id="{A2A9538D-C854-4883-A5C7-1F0892213115}"/>
              </a:ext>
            </a:extLst>
          </p:cNvPr>
          <p:cNvSpPr>
            <a:spLocks/>
          </p:cNvSpPr>
          <p:nvPr/>
        </p:nvSpPr>
        <p:spPr>
          <a:xfrm>
            <a:off x="6223945" y="1800571"/>
            <a:ext cx="37898" cy="266303"/>
          </a:xfrm>
          <a:custGeom>
            <a:avLst/>
            <a:gdLst/>
            <a:ahLst/>
            <a:cxnLst/>
            <a:rect l="0" t="0" r="0" b="0"/>
            <a:pathLst>
              <a:path w="49530" h="348044">
                <a:moveTo>
                  <a:pt x="0" y="0"/>
                </a:moveTo>
                <a:lnTo>
                  <a:pt x="49530" y="348044"/>
                </a:lnTo>
              </a:path>
            </a:pathLst>
          </a:custGeom>
          <a:noFill/>
          <a:ln w="10932">
            <a:solidFill>
              <a:srgbClr val="394D93"/>
            </a:solidFill>
            <a:prstDash val="solid"/>
          </a:ln>
        </p:spPr>
      </p:sp>
      <p:sp>
        <p:nvSpPr>
          <p:cNvPr id="52" name="p19_path_52">
            <a:extLst>
              <a:ext uri="{FF2B5EF4-FFF2-40B4-BE49-F238E27FC236}">
                <a16:creationId xmlns:a16="http://schemas.microsoft.com/office/drawing/2014/main" id="{FF79BECF-7C12-4379-8F31-862D7C8FB84B}"/>
              </a:ext>
            </a:extLst>
          </p:cNvPr>
          <p:cNvSpPr>
            <a:spLocks/>
          </p:cNvSpPr>
          <p:nvPr/>
        </p:nvSpPr>
        <p:spPr>
          <a:xfrm>
            <a:off x="6331807" y="1800571"/>
            <a:ext cx="37898" cy="266303"/>
          </a:xfrm>
          <a:custGeom>
            <a:avLst/>
            <a:gdLst/>
            <a:ahLst/>
            <a:cxnLst/>
            <a:rect l="0" t="0" r="0" b="0"/>
            <a:pathLst>
              <a:path w="49530" h="348044">
                <a:moveTo>
                  <a:pt x="49530" y="0"/>
                </a:moveTo>
                <a:lnTo>
                  <a:pt x="0" y="348044"/>
                </a:lnTo>
              </a:path>
            </a:pathLst>
          </a:custGeom>
          <a:noFill/>
          <a:ln w="10932">
            <a:solidFill>
              <a:srgbClr val="394D93"/>
            </a:solidFill>
            <a:prstDash val="solid"/>
          </a:ln>
        </p:spPr>
      </p:sp>
      <p:sp>
        <p:nvSpPr>
          <p:cNvPr id="53" name="p19_path_53">
            <a:extLst>
              <a:ext uri="{FF2B5EF4-FFF2-40B4-BE49-F238E27FC236}">
                <a16:creationId xmlns:a16="http://schemas.microsoft.com/office/drawing/2014/main" id="{7D668285-2D7C-4E2E-AC0E-3CF69A8A5903}"/>
              </a:ext>
            </a:extLst>
          </p:cNvPr>
          <p:cNvSpPr>
            <a:spLocks/>
          </p:cNvSpPr>
          <p:nvPr/>
        </p:nvSpPr>
        <p:spPr>
          <a:xfrm>
            <a:off x="6369705" y="1800571"/>
            <a:ext cx="49558" cy="266303"/>
          </a:xfrm>
          <a:custGeom>
            <a:avLst/>
            <a:gdLst/>
            <a:ahLst/>
            <a:cxnLst/>
            <a:rect l="0" t="0" r="0" b="0"/>
            <a:pathLst>
              <a:path w="64770" h="348044">
                <a:moveTo>
                  <a:pt x="0" y="0"/>
                </a:moveTo>
                <a:lnTo>
                  <a:pt x="64770" y="348044"/>
                </a:lnTo>
              </a:path>
            </a:pathLst>
          </a:custGeom>
          <a:noFill/>
          <a:ln w="10932">
            <a:solidFill>
              <a:srgbClr val="394D93"/>
            </a:solidFill>
            <a:prstDash val="solid"/>
          </a:ln>
        </p:spPr>
      </p:sp>
      <p:sp>
        <p:nvSpPr>
          <p:cNvPr id="54" name="p19_ellipse_54">
            <a:extLst>
              <a:ext uri="{FF2B5EF4-FFF2-40B4-BE49-F238E27FC236}">
                <a16:creationId xmlns:a16="http://schemas.microsoft.com/office/drawing/2014/main" id="{E4AA76FB-372B-440A-BA12-61E1643755CC}"/>
              </a:ext>
            </a:extLst>
          </p:cNvPr>
          <p:cNvSpPr>
            <a:spLocks/>
          </p:cNvSpPr>
          <p:nvPr/>
        </p:nvSpPr>
        <p:spPr>
          <a:xfrm>
            <a:off x="6267673" y="1530478"/>
            <a:ext cx="58304" cy="58304"/>
          </a:xfrm>
          <a:prstGeom prst="ellipse">
            <a:avLst/>
          </a:prstGeom>
          <a:solidFill>
            <a:srgbClr val="BEC8EC"/>
          </a:solidFill>
          <a:ln w="9474">
            <a:solidFill>
              <a:srgbClr val="394D93"/>
            </a:solidFill>
            <a:prstDash val="solid"/>
          </a:ln>
        </p:spPr>
      </p:sp>
      <p:sp>
        <p:nvSpPr>
          <p:cNvPr id="55" name="p19_ellipse_55">
            <a:extLst>
              <a:ext uri="{FF2B5EF4-FFF2-40B4-BE49-F238E27FC236}">
                <a16:creationId xmlns:a16="http://schemas.microsoft.com/office/drawing/2014/main" id="{913DB913-874F-4EE8-819A-10A54414B6C2}"/>
              </a:ext>
            </a:extLst>
          </p:cNvPr>
          <p:cNvSpPr>
            <a:spLocks/>
          </p:cNvSpPr>
          <p:nvPr/>
        </p:nvSpPr>
        <p:spPr>
          <a:xfrm>
            <a:off x="6194793" y="1771419"/>
            <a:ext cx="58304" cy="58304"/>
          </a:xfrm>
          <a:prstGeom prst="ellipse">
            <a:avLst/>
          </a:prstGeom>
          <a:solidFill>
            <a:srgbClr val="FFFFFF"/>
          </a:solidFill>
          <a:ln w="9474">
            <a:solidFill>
              <a:srgbClr val="394D93"/>
            </a:solidFill>
            <a:prstDash val="solid"/>
          </a:ln>
        </p:spPr>
      </p:sp>
      <p:sp>
        <p:nvSpPr>
          <p:cNvPr id="56" name="p19_ellipse_56">
            <a:extLst>
              <a:ext uri="{FF2B5EF4-FFF2-40B4-BE49-F238E27FC236}">
                <a16:creationId xmlns:a16="http://schemas.microsoft.com/office/drawing/2014/main" id="{8BFA468F-A530-4478-9ABC-7805787ECE47}"/>
              </a:ext>
            </a:extLst>
          </p:cNvPr>
          <p:cNvSpPr>
            <a:spLocks/>
          </p:cNvSpPr>
          <p:nvPr/>
        </p:nvSpPr>
        <p:spPr>
          <a:xfrm>
            <a:off x="6340553" y="1771419"/>
            <a:ext cx="58304" cy="58304"/>
          </a:xfrm>
          <a:prstGeom prst="ellipse">
            <a:avLst/>
          </a:prstGeom>
          <a:solidFill>
            <a:srgbClr val="BEC8EC"/>
          </a:solidFill>
          <a:ln w="9474">
            <a:solidFill>
              <a:srgbClr val="394D93"/>
            </a:solidFill>
            <a:prstDash val="solid"/>
          </a:ln>
        </p:spPr>
      </p:sp>
      <p:sp>
        <p:nvSpPr>
          <p:cNvPr id="57" name="p19_ellipse_57">
            <a:extLst>
              <a:ext uri="{FF2B5EF4-FFF2-40B4-BE49-F238E27FC236}">
                <a16:creationId xmlns:a16="http://schemas.microsoft.com/office/drawing/2014/main" id="{31FF5C1C-6460-446B-89CC-A752ACFC8A70}"/>
              </a:ext>
            </a:extLst>
          </p:cNvPr>
          <p:cNvSpPr>
            <a:spLocks/>
          </p:cNvSpPr>
          <p:nvPr/>
        </p:nvSpPr>
        <p:spPr>
          <a:xfrm>
            <a:off x="6145234" y="2037722"/>
            <a:ext cx="58304" cy="58304"/>
          </a:xfrm>
          <a:prstGeom prst="ellipse">
            <a:avLst/>
          </a:prstGeom>
          <a:solidFill>
            <a:srgbClr val="FFFFFF"/>
          </a:solidFill>
          <a:ln w="9474">
            <a:solidFill>
              <a:srgbClr val="394D93"/>
            </a:solidFill>
            <a:prstDash val="solid"/>
          </a:ln>
        </p:spPr>
      </p:sp>
      <p:sp>
        <p:nvSpPr>
          <p:cNvPr id="58" name="p19_ellipse_58">
            <a:extLst>
              <a:ext uri="{FF2B5EF4-FFF2-40B4-BE49-F238E27FC236}">
                <a16:creationId xmlns:a16="http://schemas.microsoft.com/office/drawing/2014/main" id="{726427F8-02AA-48A6-9269-770FA77042C6}"/>
              </a:ext>
            </a:extLst>
          </p:cNvPr>
          <p:cNvSpPr>
            <a:spLocks/>
          </p:cNvSpPr>
          <p:nvPr/>
        </p:nvSpPr>
        <p:spPr>
          <a:xfrm>
            <a:off x="6232690" y="2037722"/>
            <a:ext cx="58304" cy="58304"/>
          </a:xfrm>
          <a:prstGeom prst="ellipse">
            <a:avLst/>
          </a:prstGeom>
          <a:solidFill>
            <a:srgbClr val="BEC8EC"/>
          </a:solidFill>
          <a:ln w="9474">
            <a:solidFill>
              <a:srgbClr val="394D93"/>
            </a:solidFill>
            <a:prstDash val="solid"/>
          </a:ln>
        </p:spPr>
      </p:sp>
      <p:sp>
        <p:nvSpPr>
          <p:cNvPr id="59" name="p19_ellipse_59">
            <a:extLst>
              <a:ext uri="{FF2B5EF4-FFF2-40B4-BE49-F238E27FC236}">
                <a16:creationId xmlns:a16="http://schemas.microsoft.com/office/drawing/2014/main" id="{DC5C18B2-4817-4456-A799-EC04A776BCED}"/>
              </a:ext>
            </a:extLst>
          </p:cNvPr>
          <p:cNvSpPr>
            <a:spLocks/>
          </p:cNvSpPr>
          <p:nvPr/>
        </p:nvSpPr>
        <p:spPr>
          <a:xfrm>
            <a:off x="6302655" y="2037722"/>
            <a:ext cx="58304" cy="58304"/>
          </a:xfrm>
          <a:prstGeom prst="ellipse">
            <a:avLst/>
          </a:prstGeom>
          <a:solidFill>
            <a:srgbClr val="FFFFFF"/>
          </a:solidFill>
          <a:ln w="9474">
            <a:solidFill>
              <a:srgbClr val="394D93"/>
            </a:solidFill>
            <a:prstDash val="solid"/>
          </a:ln>
        </p:spPr>
      </p:sp>
      <p:sp>
        <p:nvSpPr>
          <p:cNvPr id="60" name="p19_ellipse_60">
            <a:extLst>
              <a:ext uri="{FF2B5EF4-FFF2-40B4-BE49-F238E27FC236}">
                <a16:creationId xmlns:a16="http://schemas.microsoft.com/office/drawing/2014/main" id="{4E01EA04-7E6C-490B-9614-320464341653}"/>
              </a:ext>
            </a:extLst>
          </p:cNvPr>
          <p:cNvSpPr>
            <a:spLocks/>
          </p:cNvSpPr>
          <p:nvPr/>
        </p:nvSpPr>
        <p:spPr>
          <a:xfrm>
            <a:off x="6390111" y="2037722"/>
            <a:ext cx="58304" cy="58304"/>
          </a:xfrm>
          <a:prstGeom prst="ellipse">
            <a:avLst/>
          </a:prstGeom>
          <a:solidFill>
            <a:srgbClr val="BEC8EC"/>
          </a:solidFill>
          <a:ln w="9474">
            <a:solidFill>
              <a:srgbClr val="394D93"/>
            </a:solidFill>
            <a:prstDash val="solid"/>
          </a:ln>
        </p:spPr>
      </p:sp>
      <p:sp>
        <p:nvSpPr>
          <p:cNvPr id="61" name="p19_path_61">
            <a:extLst>
              <a:ext uri="{FF2B5EF4-FFF2-40B4-BE49-F238E27FC236}">
                <a16:creationId xmlns:a16="http://schemas.microsoft.com/office/drawing/2014/main" id="{F40E1933-1D55-4F42-BADB-7A6F49214A54}"/>
              </a:ext>
            </a:extLst>
          </p:cNvPr>
          <p:cNvSpPr>
            <a:spLocks/>
          </p:cNvSpPr>
          <p:nvPr/>
        </p:nvSpPr>
        <p:spPr>
          <a:xfrm>
            <a:off x="6515464" y="1559630"/>
            <a:ext cx="72880" cy="240941"/>
          </a:xfrm>
          <a:custGeom>
            <a:avLst/>
            <a:gdLst/>
            <a:ahLst/>
            <a:cxnLst/>
            <a:rect l="0" t="0" r="0" b="0"/>
            <a:pathLst>
              <a:path w="95250" h="314897">
                <a:moveTo>
                  <a:pt x="95250" y="0"/>
                </a:moveTo>
                <a:lnTo>
                  <a:pt x="0" y="314897"/>
                </a:lnTo>
              </a:path>
            </a:pathLst>
          </a:custGeom>
          <a:noFill/>
          <a:ln w="10932">
            <a:solidFill>
              <a:srgbClr val="394D93"/>
            </a:solidFill>
            <a:prstDash val="solid"/>
          </a:ln>
        </p:spPr>
      </p:sp>
      <p:sp>
        <p:nvSpPr>
          <p:cNvPr id="62" name="p19_path_62">
            <a:extLst>
              <a:ext uri="{FF2B5EF4-FFF2-40B4-BE49-F238E27FC236}">
                <a16:creationId xmlns:a16="http://schemas.microsoft.com/office/drawing/2014/main" id="{AD312F02-AEFC-4491-AC77-DEA07BDB9FED}"/>
              </a:ext>
            </a:extLst>
          </p:cNvPr>
          <p:cNvSpPr>
            <a:spLocks/>
          </p:cNvSpPr>
          <p:nvPr/>
        </p:nvSpPr>
        <p:spPr>
          <a:xfrm>
            <a:off x="6588344" y="1559630"/>
            <a:ext cx="72880" cy="240941"/>
          </a:xfrm>
          <a:custGeom>
            <a:avLst/>
            <a:gdLst/>
            <a:ahLst/>
            <a:cxnLst/>
            <a:rect l="0" t="0" r="0" b="0"/>
            <a:pathLst>
              <a:path w="95250" h="314897">
                <a:moveTo>
                  <a:pt x="0" y="0"/>
                </a:moveTo>
                <a:lnTo>
                  <a:pt x="95250" y="314897"/>
                </a:lnTo>
              </a:path>
            </a:pathLst>
          </a:custGeom>
          <a:noFill/>
          <a:ln w="10932">
            <a:solidFill>
              <a:srgbClr val="394D93"/>
            </a:solidFill>
            <a:prstDash val="solid"/>
          </a:ln>
        </p:spPr>
      </p:sp>
      <p:sp>
        <p:nvSpPr>
          <p:cNvPr id="63" name="p19_path_63">
            <a:extLst>
              <a:ext uri="{FF2B5EF4-FFF2-40B4-BE49-F238E27FC236}">
                <a16:creationId xmlns:a16="http://schemas.microsoft.com/office/drawing/2014/main" id="{2165B741-17A1-4ECB-93BF-F25EF7D551CE}"/>
              </a:ext>
            </a:extLst>
          </p:cNvPr>
          <p:cNvSpPr>
            <a:spLocks/>
          </p:cNvSpPr>
          <p:nvPr/>
        </p:nvSpPr>
        <p:spPr>
          <a:xfrm>
            <a:off x="6465906" y="1800571"/>
            <a:ext cx="49558" cy="266303"/>
          </a:xfrm>
          <a:custGeom>
            <a:avLst/>
            <a:gdLst/>
            <a:ahLst/>
            <a:cxnLst/>
            <a:rect l="0" t="0" r="0" b="0"/>
            <a:pathLst>
              <a:path w="64770" h="348044">
                <a:moveTo>
                  <a:pt x="64770" y="0"/>
                </a:moveTo>
                <a:lnTo>
                  <a:pt x="0" y="348044"/>
                </a:lnTo>
              </a:path>
            </a:pathLst>
          </a:custGeom>
          <a:noFill/>
          <a:ln w="10932">
            <a:solidFill>
              <a:srgbClr val="394D93"/>
            </a:solidFill>
            <a:prstDash val="solid"/>
          </a:ln>
        </p:spPr>
      </p:sp>
      <p:sp>
        <p:nvSpPr>
          <p:cNvPr id="64" name="p19_path_64">
            <a:extLst>
              <a:ext uri="{FF2B5EF4-FFF2-40B4-BE49-F238E27FC236}">
                <a16:creationId xmlns:a16="http://schemas.microsoft.com/office/drawing/2014/main" id="{D2D8ECBC-6DD1-435E-8AB5-7616B2C89C63}"/>
              </a:ext>
            </a:extLst>
          </p:cNvPr>
          <p:cNvSpPr>
            <a:spLocks/>
          </p:cNvSpPr>
          <p:nvPr/>
        </p:nvSpPr>
        <p:spPr>
          <a:xfrm>
            <a:off x="6515464" y="1800571"/>
            <a:ext cx="37898" cy="266303"/>
          </a:xfrm>
          <a:custGeom>
            <a:avLst/>
            <a:gdLst/>
            <a:ahLst/>
            <a:cxnLst/>
            <a:rect l="0" t="0" r="0" b="0"/>
            <a:pathLst>
              <a:path w="49530" h="348044">
                <a:moveTo>
                  <a:pt x="0" y="0"/>
                </a:moveTo>
                <a:lnTo>
                  <a:pt x="49530" y="348044"/>
                </a:lnTo>
              </a:path>
            </a:pathLst>
          </a:custGeom>
          <a:noFill/>
          <a:ln w="10932">
            <a:solidFill>
              <a:srgbClr val="394D93"/>
            </a:solidFill>
            <a:prstDash val="solid"/>
          </a:ln>
        </p:spPr>
      </p:sp>
      <p:sp>
        <p:nvSpPr>
          <p:cNvPr id="65" name="p19_path_65">
            <a:extLst>
              <a:ext uri="{FF2B5EF4-FFF2-40B4-BE49-F238E27FC236}">
                <a16:creationId xmlns:a16="http://schemas.microsoft.com/office/drawing/2014/main" id="{14A522C7-B869-4E52-909D-2822572ECA16}"/>
              </a:ext>
            </a:extLst>
          </p:cNvPr>
          <p:cNvSpPr>
            <a:spLocks/>
          </p:cNvSpPr>
          <p:nvPr/>
        </p:nvSpPr>
        <p:spPr>
          <a:xfrm>
            <a:off x="6623327" y="1800571"/>
            <a:ext cx="37898" cy="266303"/>
          </a:xfrm>
          <a:custGeom>
            <a:avLst/>
            <a:gdLst/>
            <a:ahLst/>
            <a:cxnLst/>
            <a:rect l="0" t="0" r="0" b="0"/>
            <a:pathLst>
              <a:path w="49530" h="348044">
                <a:moveTo>
                  <a:pt x="49530" y="0"/>
                </a:moveTo>
                <a:lnTo>
                  <a:pt x="0" y="348044"/>
                </a:lnTo>
              </a:path>
            </a:pathLst>
          </a:custGeom>
          <a:noFill/>
          <a:ln w="10932">
            <a:solidFill>
              <a:srgbClr val="394D93"/>
            </a:solidFill>
            <a:prstDash val="solid"/>
          </a:ln>
        </p:spPr>
      </p:sp>
      <p:sp>
        <p:nvSpPr>
          <p:cNvPr id="66" name="p19_path_66">
            <a:extLst>
              <a:ext uri="{FF2B5EF4-FFF2-40B4-BE49-F238E27FC236}">
                <a16:creationId xmlns:a16="http://schemas.microsoft.com/office/drawing/2014/main" id="{8C003BEE-4280-4F9A-A9D4-DFB6D25BA279}"/>
              </a:ext>
            </a:extLst>
          </p:cNvPr>
          <p:cNvSpPr>
            <a:spLocks/>
          </p:cNvSpPr>
          <p:nvPr/>
        </p:nvSpPr>
        <p:spPr>
          <a:xfrm>
            <a:off x="6661224" y="1800571"/>
            <a:ext cx="49558" cy="266303"/>
          </a:xfrm>
          <a:custGeom>
            <a:avLst/>
            <a:gdLst/>
            <a:ahLst/>
            <a:cxnLst/>
            <a:rect l="0" t="0" r="0" b="0"/>
            <a:pathLst>
              <a:path w="64770" h="348044">
                <a:moveTo>
                  <a:pt x="0" y="0"/>
                </a:moveTo>
                <a:lnTo>
                  <a:pt x="64770" y="348044"/>
                </a:lnTo>
              </a:path>
            </a:pathLst>
          </a:custGeom>
          <a:noFill/>
          <a:ln w="10932">
            <a:solidFill>
              <a:srgbClr val="394D93"/>
            </a:solidFill>
            <a:prstDash val="solid"/>
          </a:ln>
        </p:spPr>
      </p:sp>
      <p:sp>
        <p:nvSpPr>
          <p:cNvPr id="67" name="p19_ellipse_67">
            <a:extLst>
              <a:ext uri="{FF2B5EF4-FFF2-40B4-BE49-F238E27FC236}">
                <a16:creationId xmlns:a16="http://schemas.microsoft.com/office/drawing/2014/main" id="{E955D6CA-8132-4BF8-B242-F95C1C5DEC51}"/>
              </a:ext>
            </a:extLst>
          </p:cNvPr>
          <p:cNvSpPr>
            <a:spLocks/>
          </p:cNvSpPr>
          <p:nvPr/>
        </p:nvSpPr>
        <p:spPr>
          <a:xfrm>
            <a:off x="6559192" y="1530478"/>
            <a:ext cx="58304" cy="58304"/>
          </a:xfrm>
          <a:prstGeom prst="ellipse">
            <a:avLst/>
          </a:prstGeom>
          <a:solidFill>
            <a:srgbClr val="BEC8EC"/>
          </a:solidFill>
          <a:ln w="9474">
            <a:solidFill>
              <a:srgbClr val="394D93"/>
            </a:solidFill>
            <a:prstDash val="solid"/>
          </a:ln>
        </p:spPr>
      </p:sp>
      <p:sp>
        <p:nvSpPr>
          <p:cNvPr id="68" name="p19_ellipse_68">
            <a:extLst>
              <a:ext uri="{FF2B5EF4-FFF2-40B4-BE49-F238E27FC236}">
                <a16:creationId xmlns:a16="http://schemas.microsoft.com/office/drawing/2014/main" id="{B0CB2FD8-2912-455A-B086-B498E0167320}"/>
              </a:ext>
            </a:extLst>
          </p:cNvPr>
          <p:cNvSpPr>
            <a:spLocks/>
          </p:cNvSpPr>
          <p:nvPr/>
        </p:nvSpPr>
        <p:spPr>
          <a:xfrm>
            <a:off x="6486312" y="1771419"/>
            <a:ext cx="58304" cy="58304"/>
          </a:xfrm>
          <a:prstGeom prst="ellipse">
            <a:avLst/>
          </a:prstGeom>
          <a:solidFill>
            <a:srgbClr val="FFFFFF"/>
          </a:solidFill>
          <a:ln w="9474">
            <a:solidFill>
              <a:srgbClr val="394D93"/>
            </a:solidFill>
            <a:prstDash val="solid"/>
          </a:ln>
        </p:spPr>
      </p:sp>
      <p:sp>
        <p:nvSpPr>
          <p:cNvPr id="69" name="p19_ellipse_69">
            <a:extLst>
              <a:ext uri="{FF2B5EF4-FFF2-40B4-BE49-F238E27FC236}">
                <a16:creationId xmlns:a16="http://schemas.microsoft.com/office/drawing/2014/main" id="{115BF2B8-CB1F-4B46-9AD7-5FCC1F907AAC}"/>
              </a:ext>
            </a:extLst>
          </p:cNvPr>
          <p:cNvSpPr>
            <a:spLocks/>
          </p:cNvSpPr>
          <p:nvPr/>
        </p:nvSpPr>
        <p:spPr>
          <a:xfrm>
            <a:off x="6632072" y="1771419"/>
            <a:ext cx="58304" cy="58304"/>
          </a:xfrm>
          <a:prstGeom prst="ellipse">
            <a:avLst/>
          </a:prstGeom>
          <a:solidFill>
            <a:srgbClr val="BEC8EC"/>
          </a:solidFill>
          <a:ln w="9474">
            <a:solidFill>
              <a:srgbClr val="394D93"/>
            </a:solidFill>
            <a:prstDash val="solid"/>
          </a:ln>
        </p:spPr>
      </p:sp>
      <p:sp>
        <p:nvSpPr>
          <p:cNvPr id="70" name="p19_ellipse_70">
            <a:extLst>
              <a:ext uri="{FF2B5EF4-FFF2-40B4-BE49-F238E27FC236}">
                <a16:creationId xmlns:a16="http://schemas.microsoft.com/office/drawing/2014/main" id="{2C00477B-CF48-4B03-88B6-F293B55350C8}"/>
              </a:ext>
            </a:extLst>
          </p:cNvPr>
          <p:cNvSpPr>
            <a:spLocks/>
          </p:cNvSpPr>
          <p:nvPr/>
        </p:nvSpPr>
        <p:spPr>
          <a:xfrm>
            <a:off x="6436754" y="2037722"/>
            <a:ext cx="58304" cy="58304"/>
          </a:xfrm>
          <a:prstGeom prst="ellipse">
            <a:avLst/>
          </a:prstGeom>
          <a:solidFill>
            <a:srgbClr val="FFFFFF"/>
          </a:solidFill>
          <a:ln w="9474">
            <a:solidFill>
              <a:srgbClr val="394D93"/>
            </a:solidFill>
            <a:prstDash val="solid"/>
          </a:ln>
        </p:spPr>
      </p:sp>
      <p:sp>
        <p:nvSpPr>
          <p:cNvPr id="71" name="p19_ellipse_71">
            <a:extLst>
              <a:ext uri="{FF2B5EF4-FFF2-40B4-BE49-F238E27FC236}">
                <a16:creationId xmlns:a16="http://schemas.microsoft.com/office/drawing/2014/main" id="{64406776-371D-437C-849F-3B937342EC14}"/>
              </a:ext>
            </a:extLst>
          </p:cNvPr>
          <p:cNvSpPr>
            <a:spLocks/>
          </p:cNvSpPr>
          <p:nvPr/>
        </p:nvSpPr>
        <p:spPr>
          <a:xfrm>
            <a:off x="6524210" y="2037722"/>
            <a:ext cx="58304" cy="58304"/>
          </a:xfrm>
          <a:prstGeom prst="ellipse">
            <a:avLst/>
          </a:prstGeom>
          <a:solidFill>
            <a:srgbClr val="BEC8EC"/>
          </a:solidFill>
          <a:ln w="9474">
            <a:solidFill>
              <a:srgbClr val="394D93"/>
            </a:solidFill>
            <a:prstDash val="solid"/>
          </a:ln>
        </p:spPr>
      </p:sp>
      <p:sp>
        <p:nvSpPr>
          <p:cNvPr id="72" name="p19_ellipse_72">
            <a:extLst>
              <a:ext uri="{FF2B5EF4-FFF2-40B4-BE49-F238E27FC236}">
                <a16:creationId xmlns:a16="http://schemas.microsoft.com/office/drawing/2014/main" id="{D5879206-AEDC-450C-B466-B7EFB76F0BD0}"/>
              </a:ext>
            </a:extLst>
          </p:cNvPr>
          <p:cNvSpPr>
            <a:spLocks/>
          </p:cNvSpPr>
          <p:nvPr/>
        </p:nvSpPr>
        <p:spPr>
          <a:xfrm>
            <a:off x="6594175" y="2037722"/>
            <a:ext cx="58304" cy="58304"/>
          </a:xfrm>
          <a:prstGeom prst="ellipse">
            <a:avLst/>
          </a:prstGeom>
          <a:solidFill>
            <a:srgbClr val="FFFFFF"/>
          </a:solidFill>
          <a:ln w="9474">
            <a:solidFill>
              <a:srgbClr val="394D93"/>
            </a:solidFill>
            <a:prstDash val="solid"/>
          </a:ln>
        </p:spPr>
      </p:sp>
      <p:sp>
        <p:nvSpPr>
          <p:cNvPr id="73" name="p19_ellipse_73">
            <a:extLst>
              <a:ext uri="{FF2B5EF4-FFF2-40B4-BE49-F238E27FC236}">
                <a16:creationId xmlns:a16="http://schemas.microsoft.com/office/drawing/2014/main" id="{6939E3CE-B8C9-4928-99B0-0A8DEE29C108}"/>
              </a:ext>
            </a:extLst>
          </p:cNvPr>
          <p:cNvSpPr>
            <a:spLocks/>
          </p:cNvSpPr>
          <p:nvPr/>
        </p:nvSpPr>
        <p:spPr>
          <a:xfrm>
            <a:off x="6681631" y="2037722"/>
            <a:ext cx="58304" cy="58304"/>
          </a:xfrm>
          <a:prstGeom prst="ellipse">
            <a:avLst/>
          </a:prstGeom>
          <a:solidFill>
            <a:srgbClr val="BEC8EC"/>
          </a:solidFill>
          <a:ln w="9474">
            <a:solidFill>
              <a:srgbClr val="394D93"/>
            </a:solidFill>
            <a:prstDash val="solid"/>
          </a:ln>
        </p:spPr>
      </p:sp>
      <p:sp>
        <p:nvSpPr>
          <p:cNvPr id="74" name="p19_path_74">
            <a:extLst>
              <a:ext uri="{FF2B5EF4-FFF2-40B4-BE49-F238E27FC236}">
                <a16:creationId xmlns:a16="http://schemas.microsoft.com/office/drawing/2014/main" id="{1FA78AFF-659F-415D-A8E3-00544218A55B}"/>
              </a:ext>
            </a:extLst>
          </p:cNvPr>
          <p:cNvSpPr>
            <a:spLocks/>
          </p:cNvSpPr>
          <p:nvPr/>
        </p:nvSpPr>
        <p:spPr>
          <a:xfrm>
            <a:off x="6777832" y="1843862"/>
            <a:ext cx="145760" cy="729"/>
          </a:xfrm>
          <a:custGeom>
            <a:avLst/>
            <a:gdLst/>
            <a:ahLst/>
            <a:cxnLst/>
            <a:rect l="0" t="0" r="0" b="0"/>
            <a:pathLst>
              <a:path w="190500" h="953">
                <a:moveTo>
                  <a:pt x="0" y="0"/>
                </a:moveTo>
                <a:lnTo>
                  <a:pt x="190500" y="0"/>
                </a:lnTo>
              </a:path>
            </a:pathLst>
          </a:custGeom>
          <a:noFill/>
          <a:ln w="13118">
            <a:solidFill>
              <a:srgbClr val="394D93"/>
            </a:solidFill>
            <a:prstDash val="solid"/>
          </a:ln>
        </p:spPr>
      </p:sp>
      <p:sp>
        <p:nvSpPr>
          <p:cNvPr id="75" name="p19_path_75">
            <a:extLst>
              <a:ext uri="{FF2B5EF4-FFF2-40B4-BE49-F238E27FC236}">
                <a16:creationId xmlns:a16="http://schemas.microsoft.com/office/drawing/2014/main" id="{C0EF0F5B-527A-4A0E-8B72-F3ECB6F4C754}"/>
              </a:ext>
            </a:extLst>
          </p:cNvPr>
          <p:cNvSpPr>
            <a:spLocks/>
          </p:cNvSpPr>
          <p:nvPr/>
        </p:nvSpPr>
        <p:spPr>
          <a:xfrm>
            <a:off x="6836136" y="1805381"/>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76" name="p19_rect_76">
            <a:extLst>
              <a:ext uri="{FF2B5EF4-FFF2-40B4-BE49-F238E27FC236}">
                <a16:creationId xmlns:a16="http://schemas.microsoft.com/office/drawing/2014/main" id="{DDD4DBC4-8415-4DB3-864A-DB8DB08E6F87}"/>
              </a:ext>
            </a:extLst>
          </p:cNvPr>
          <p:cNvSpPr>
            <a:spLocks/>
          </p:cNvSpPr>
          <p:nvPr/>
        </p:nvSpPr>
        <p:spPr>
          <a:xfrm>
            <a:off x="6945456" y="2018774"/>
            <a:ext cx="87456" cy="160336"/>
          </a:xfrm>
          <a:prstGeom prst="rect">
            <a:avLst/>
          </a:prstGeom>
          <a:gradFill>
            <a:gsLst>
              <a:gs pos="0">
                <a:srgbClr val="E5EAF8"/>
              </a:gs>
              <a:gs pos="100000">
                <a:srgbClr val="C4CEEB"/>
              </a:gs>
            </a:gsLst>
            <a:lin ang="5400000"/>
          </a:gradFill>
          <a:ln w="7288">
            <a:solidFill>
              <a:srgbClr val="394D93"/>
            </a:solidFill>
            <a:prstDash val="solid"/>
          </a:ln>
        </p:spPr>
      </p:sp>
      <p:sp>
        <p:nvSpPr>
          <p:cNvPr id="77" name="p19_rect_77">
            <a:extLst>
              <a:ext uri="{FF2B5EF4-FFF2-40B4-BE49-F238E27FC236}">
                <a16:creationId xmlns:a16="http://schemas.microsoft.com/office/drawing/2014/main" id="{02D3AE1F-FCB6-4262-A90E-18D9727973EB}"/>
              </a:ext>
            </a:extLst>
          </p:cNvPr>
          <p:cNvSpPr>
            <a:spLocks/>
          </p:cNvSpPr>
          <p:nvPr/>
        </p:nvSpPr>
        <p:spPr>
          <a:xfrm>
            <a:off x="7083928" y="1931318"/>
            <a:ext cx="87456" cy="247792"/>
          </a:xfrm>
          <a:prstGeom prst="rect">
            <a:avLst/>
          </a:prstGeom>
          <a:gradFill>
            <a:gsLst>
              <a:gs pos="0">
                <a:srgbClr val="E5EAF8"/>
              </a:gs>
              <a:gs pos="100000">
                <a:srgbClr val="C4CEEB"/>
              </a:gs>
            </a:gsLst>
            <a:lin ang="5400000"/>
          </a:gradFill>
          <a:ln w="7288">
            <a:solidFill>
              <a:srgbClr val="394D93"/>
            </a:solidFill>
            <a:prstDash val="solid"/>
          </a:ln>
        </p:spPr>
      </p:sp>
      <p:sp>
        <p:nvSpPr>
          <p:cNvPr id="78" name="p19_rect_78">
            <a:extLst>
              <a:ext uri="{FF2B5EF4-FFF2-40B4-BE49-F238E27FC236}">
                <a16:creationId xmlns:a16="http://schemas.microsoft.com/office/drawing/2014/main" id="{9B0BBDD4-0C89-4309-A120-AF4088691CD8}"/>
              </a:ext>
            </a:extLst>
          </p:cNvPr>
          <p:cNvSpPr>
            <a:spLocks/>
          </p:cNvSpPr>
          <p:nvPr/>
        </p:nvSpPr>
        <p:spPr>
          <a:xfrm>
            <a:off x="7222400" y="1836574"/>
            <a:ext cx="87456" cy="342536"/>
          </a:xfrm>
          <a:prstGeom prst="rect">
            <a:avLst/>
          </a:prstGeom>
          <a:gradFill>
            <a:gsLst>
              <a:gs pos="0">
                <a:srgbClr val="E5EAF8"/>
              </a:gs>
              <a:gs pos="100000">
                <a:srgbClr val="C4CEEB"/>
              </a:gs>
            </a:gsLst>
            <a:lin ang="5400000"/>
          </a:gradFill>
          <a:ln w="7288">
            <a:solidFill>
              <a:srgbClr val="394D93"/>
            </a:solidFill>
            <a:prstDash val="solid"/>
          </a:ln>
        </p:spPr>
      </p:sp>
      <p:sp>
        <p:nvSpPr>
          <p:cNvPr id="79" name="p19_path_79">
            <a:extLst>
              <a:ext uri="{FF2B5EF4-FFF2-40B4-BE49-F238E27FC236}">
                <a16:creationId xmlns:a16="http://schemas.microsoft.com/office/drawing/2014/main" id="{C7301229-54A8-449D-8270-E09D16D0F4D1}"/>
              </a:ext>
            </a:extLst>
          </p:cNvPr>
          <p:cNvSpPr>
            <a:spLocks/>
          </p:cNvSpPr>
          <p:nvPr/>
        </p:nvSpPr>
        <p:spPr>
          <a:xfrm>
            <a:off x="3060956" y="1494038"/>
            <a:ext cx="765239" cy="729"/>
          </a:xfrm>
          <a:custGeom>
            <a:avLst/>
            <a:gdLst/>
            <a:ahLst/>
            <a:cxnLst/>
            <a:rect l="0" t="0" r="0" b="0"/>
            <a:pathLst>
              <a:path w="1000125" h="953">
                <a:moveTo>
                  <a:pt x="0" y="0"/>
                </a:moveTo>
                <a:lnTo>
                  <a:pt x="1000125" y="0"/>
                </a:lnTo>
              </a:path>
            </a:pathLst>
          </a:custGeom>
          <a:noFill/>
          <a:ln w="15305">
            <a:solidFill>
              <a:srgbClr val="394D93"/>
            </a:solidFill>
            <a:prstDash val="dash"/>
          </a:ln>
        </p:spPr>
      </p:sp>
      <p:sp>
        <p:nvSpPr>
          <p:cNvPr id="80" name="p19_path_80">
            <a:extLst>
              <a:ext uri="{FF2B5EF4-FFF2-40B4-BE49-F238E27FC236}">
                <a16:creationId xmlns:a16="http://schemas.microsoft.com/office/drawing/2014/main" id="{2CBCCED8-A687-4CCA-A5D2-75BDF30B0701}"/>
              </a:ext>
            </a:extLst>
          </p:cNvPr>
          <p:cNvSpPr>
            <a:spLocks/>
          </p:cNvSpPr>
          <p:nvPr/>
        </p:nvSpPr>
        <p:spPr>
          <a:xfrm>
            <a:off x="3738740" y="1455558"/>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81" name="p19_rect_81">
            <a:extLst>
              <a:ext uri="{FF2B5EF4-FFF2-40B4-BE49-F238E27FC236}">
                <a16:creationId xmlns:a16="http://schemas.microsoft.com/office/drawing/2014/main" id="{8B52EC76-A30B-4A69-83FA-4B659A0B320A}"/>
              </a:ext>
            </a:extLst>
          </p:cNvPr>
          <p:cNvSpPr>
            <a:spLocks/>
          </p:cNvSpPr>
          <p:nvPr/>
        </p:nvSpPr>
        <p:spPr>
          <a:xfrm>
            <a:off x="8002215" y="313384"/>
            <a:ext cx="4081275" cy="3899075"/>
          </a:xfrm>
          <a:prstGeom prst="roundRect">
            <a:avLst>
              <a:gd name="adj" fmla="val 2617"/>
            </a:avLst>
          </a:prstGeom>
          <a:gradFill>
            <a:gsLst>
              <a:gs pos="0">
                <a:srgbClr val="FEFEFF"/>
              </a:gs>
              <a:gs pos="100000">
                <a:srgbClr val="EDF0F8"/>
              </a:gs>
            </a:gsLst>
            <a:lin ang="5400000"/>
          </a:gradFill>
          <a:ln w="12390">
            <a:solidFill>
              <a:srgbClr val="172956"/>
            </a:solidFill>
            <a:prstDash val="solid"/>
          </a:ln>
        </p:spPr>
      </p:sp>
      <p:sp>
        <p:nvSpPr>
          <p:cNvPr id="82" name="p19_rect_82">
            <a:extLst>
              <a:ext uri="{FF2B5EF4-FFF2-40B4-BE49-F238E27FC236}">
                <a16:creationId xmlns:a16="http://schemas.microsoft.com/office/drawing/2014/main" id="{8B50CE5F-21B6-4FE9-ACFF-3FDB2C0BC9DB}"/>
              </a:ext>
            </a:extLst>
          </p:cNvPr>
          <p:cNvSpPr>
            <a:spLocks/>
          </p:cNvSpPr>
          <p:nvPr/>
        </p:nvSpPr>
        <p:spPr>
          <a:xfrm>
            <a:off x="8075095" y="925575"/>
            <a:ext cx="3935515" cy="1013031"/>
          </a:xfrm>
          <a:prstGeom prst="roundRect">
            <a:avLst>
              <a:gd name="adj" fmla="val 6475"/>
            </a:avLst>
          </a:prstGeom>
          <a:solidFill>
            <a:srgbClr val="FFFFFF"/>
          </a:solidFill>
          <a:ln w="8017">
            <a:solidFill>
              <a:srgbClr val="8599C3"/>
            </a:solidFill>
            <a:prstDash val="solid"/>
          </a:ln>
        </p:spPr>
      </p:sp>
      <p:sp>
        <p:nvSpPr>
          <p:cNvPr id="83" name="p19_path_83">
            <a:extLst>
              <a:ext uri="{FF2B5EF4-FFF2-40B4-BE49-F238E27FC236}">
                <a16:creationId xmlns:a16="http://schemas.microsoft.com/office/drawing/2014/main" id="{EA31EB71-FBB4-4FFF-A43A-DF76BACD4F54}"/>
              </a:ext>
            </a:extLst>
          </p:cNvPr>
          <p:cNvSpPr>
            <a:spLocks/>
          </p:cNvSpPr>
          <p:nvPr/>
        </p:nvSpPr>
        <p:spPr>
          <a:xfrm>
            <a:off x="8162550" y="1423639"/>
            <a:ext cx="510159" cy="335912"/>
          </a:xfrm>
          <a:custGeom>
            <a:avLst/>
            <a:gdLst/>
            <a:ahLst/>
            <a:cxnLst/>
            <a:rect l="0" t="0" r="0" b="0"/>
            <a:pathLst>
              <a:path w="666750" h="439018">
                <a:moveTo>
                  <a:pt x="0" y="145346"/>
                </a:moveTo>
                <a:lnTo>
                  <a:pt x="6735" y="202651"/>
                </a:lnTo>
                <a:lnTo>
                  <a:pt x="13470" y="260249"/>
                </a:lnTo>
                <a:lnTo>
                  <a:pt x="20205" y="217419"/>
                </a:lnTo>
                <a:lnTo>
                  <a:pt x="26939" y="373050"/>
                </a:lnTo>
                <a:lnTo>
                  <a:pt x="33674" y="385810"/>
                </a:lnTo>
                <a:lnTo>
                  <a:pt x="40409" y="167283"/>
                </a:lnTo>
                <a:lnTo>
                  <a:pt x="47144" y="271214"/>
                </a:lnTo>
                <a:lnTo>
                  <a:pt x="53879" y="74808"/>
                </a:lnTo>
                <a:lnTo>
                  <a:pt x="60614" y="58629"/>
                </a:lnTo>
                <a:lnTo>
                  <a:pt x="67348" y="168322"/>
                </a:lnTo>
                <a:lnTo>
                  <a:pt x="74083" y="37080"/>
                </a:lnTo>
                <a:lnTo>
                  <a:pt x="80818" y="72224"/>
                </a:lnTo>
                <a:lnTo>
                  <a:pt x="87553" y="103990"/>
                </a:lnTo>
                <a:lnTo>
                  <a:pt x="94288" y="188577"/>
                </a:lnTo>
                <a:lnTo>
                  <a:pt x="101023" y="267971"/>
                </a:lnTo>
                <a:lnTo>
                  <a:pt x="107758" y="253254"/>
                </a:lnTo>
                <a:lnTo>
                  <a:pt x="114492" y="305572"/>
                </a:lnTo>
                <a:lnTo>
                  <a:pt x="121227" y="363393"/>
                </a:lnTo>
                <a:lnTo>
                  <a:pt x="127962" y="290017"/>
                </a:lnTo>
                <a:lnTo>
                  <a:pt x="134697" y="196050"/>
                </a:lnTo>
                <a:lnTo>
                  <a:pt x="141432" y="297730"/>
                </a:lnTo>
                <a:lnTo>
                  <a:pt x="148167" y="257623"/>
                </a:lnTo>
                <a:lnTo>
                  <a:pt x="154902" y="34494"/>
                </a:lnTo>
                <a:lnTo>
                  <a:pt x="161636" y="63175"/>
                </a:lnTo>
                <a:lnTo>
                  <a:pt x="168371" y="3202"/>
                </a:lnTo>
                <a:lnTo>
                  <a:pt x="175106" y="115016"/>
                </a:lnTo>
                <a:lnTo>
                  <a:pt x="181841" y="13732"/>
                </a:lnTo>
                <a:lnTo>
                  <a:pt x="188576" y="128747"/>
                </a:lnTo>
                <a:lnTo>
                  <a:pt x="195311" y="312291"/>
                </a:lnTo>
                <a:lnTo>
                  <a:pt x="202045" y="332600"/>
                </a:lnTo>
                <a:lnTo>
                  <a:pt x="208780" y="352631"/>
                </a:lnTo>
                <a:lnTo>
                  <a:pt x="215515" y="431672"/>
                </a:lnTo>
                <a:lnTo>
                  <a:pt x="222250" y="212655"/>
                </a:lnTo>
                <a:lnTo>
                  <a:pt x="228985" y="268000"/>
                </a:lnTo>
                <a:lnTo>
                  <a:pt x="235720" y="329438"/>
                </a:lnTo>
                <a:lnTo>
                  <a:pt x="242455" y="103765"/>
                </a:lnTo>
                <a:lnTo>
                  <a:pt x="249189" y="98067"/>
                </a:lnTo>
                <a:lnTo>
                  <a:pt x="255924" y="210654"/>
                </a:lnTo>
                <a:lnTo>
                  <a:pt x="262659" y="20970"/>
                </a:lnTo>
                <a:lnTo>
                  <a:pt x="269394" y="40282"/>
                </a:lnTo>
                <a:lnTo>
                  <a:pt x="276129" y="196359"/>
                </a:lnTo>
                <a:lnTo>
                  <a:pt x="282864" y="201412"/>
                </a:lnTo>
                <a:lnTo>
                  <a:pt x="289598" y="292303"/>
                </a:lnTo>
                <a:lnTo>
                  <a:pt x="296333" y="291307"/>
                </a:lnTo>
                <a:lnTo>
                  <a:pt x="303068" y="199039"/>
                </a:lnTo>
                <a:lnTo>
                  <a:pt x="309803" y="303064"/>
                </a:lnTo>
                <a:lnTo>
                  <a:pt x="316538" y="345508"/>
                </a:lnTo>
                <a:lnTo>
                  <a:pt x="323273" y="329663"/>
                </a:lnTo>
                <a:lnTo>
                  <a:pt x="330008" y="261861"/>
                </a:lnTo>
                <a:lnTo>
                  <a:pt x="336742" y="179889"/>
                </a:lnTo>
                <a:lnTo>
                  <a:pt x="343477" y="217063"/>
                </a:lnTo>
                <a:lnTo>
                  <a:pt x="350212" y="131959"/>
                </a:lnTo>
                <a:lnTo>
                  <a:pt x="356947" y="0"/>
                </a:lnTo>
                <a:lnTo>
                  <a:pt x="363682" y="154325"/>
                </a:lnTo>
                <a:lnTo>
                  <a:pt x="370417" y="11118"/>
                </a:lnTo>
                <a:lnTo>
                  <a:pt x="377152" y="12591"/>
                </a:lnTo>
                <a:lnTo>
                  <a:pt x="383886" y="210990"/>
                </a:lnTo>
                <a:lnTo>
                  <a:pt x="390621" y="190520"/>
                </a:lnTo>
                <a:lnTo>
                  <a:pt x="397356" y="282043"/>
                </a:lnTo>
                <a:lnTo>
                  <a:pt x="404091" y="247371"/>
                </a:lnTo>
                <a:lnTo>
                  <a:pt x="410826" y="439018"/>
                </a:lnTo>
                <a:lnTo>
                  <a:pt x="417561" y="234843"/>
                </a:lnTo>
                <a:lnTo>
                  <a:pt x="424295" y="218601"/>
                </a:lnTo>
                <a:lnTo>
                  <a:pt x="431030" y="150570"/>
                </a:lnTo>
                <a:lnTo>
                  <a:pt x="437765" y="216095"/>
                </a:lnTo>
                <a:lnTo>
                  <a:pt x="444500" y="110138"/>
                </a:lnTo>
                <a:lnTo>
                  <a:pt x="451235" y="80204"/>
                </a:lnTo>
                <a:lnTo>
                  <a:pt x="457970" y="152785"/>
                </a:lnTo>
                <a:lnTo>
                  <a:pt x="464705" y="95447"/>
                </a:lnTo>
                <a:lnTo>
                  <a:pt x="471439" y="38172"/>
                </a:lnTo>
                <a:lnTo>
                  <a:pt x="478174" y="154334"/>
                </a:lnTo>
                <a:lnTo>
                  <a:pt x="484909" y="117998"/>
                </a:lnTo>
                <a:lnTo>
                  <a:pt x="491644" y="269010"/>
                </a:lnTo>
                <a:lnTo>
                  <a:pt x="498379" y="256726"/>
                </a:lnTo>
                <a:lnTo>
                  <a:pt x="505114" y="229636"/>
                </a:lnTo>
                <a:lnTo>
                  <a:pt x="511848" y="219851"/>
                </a:lnTo>
                <a:lnTo>
                  <a:pt x="518583" y="358656"/>
                </a:lnTo>
                <a:lnTo>
                  <a:pt x="525318" y="395247"/>
                </a:lnTo>
                <a:lnTo>
                  <a:pt x="532053" y="122278"/>
                </a:lnTo>
                <a:lnTo>
                  <a:pt x="538788" y="127514"/>
                </a:lnTo>
                <a:lnTo>
                  <a:pt x="545523" y="108261"/>
                </a:lnTo>
                <a:lnTo>
                  <a:pt x="552258" y="177626"/>
                </a:lnTo>
                <a:lnTo>
                  <a:pt x="558992" y="54239"/>
                </a:lnTo>
                <a:lnTo>
                  <a:pt x="565727" y="55722"/>
                </a:lnTo>
                <a:lnTo>
                  <a:pt x="572462" y="239794"/>
                </a:lnTo>
                <a:lnTo>
                  <a:pt x="579197" y="180502"/>
                </a:lnTo>
                <a:lnTo>
                  <a:pt x="585932" y="266278"/>
                </a:lnTo>
                <a:lnTo>
                  <a:pt x="592667" y="347569"/>
                </a:lnTo>
                <a:lnTo>
                  <a:pt x="599402" y="190544"/>
                </a:lnTo>
                <a:lnTo>
                  <a:pt x="606136" y="356346"/>
                </a:lnTo>
                <a:lnTo>
                  <a:pt x="612871" y="291133"/>
                </a:lnTo>
                <a:lnTo>
                  <a:pt x="619606" y="216206"/>
                </a:lnTo>
                <a:lnTo>
                  <a:pt x="626341" y="230260"/>
                </a:lnTo>
                <a:lnTo>
                  <a:pt x="633076" y="303558"/>
                </a:lnTo>
                <a:lnTo>
                  <a:pt x="639811" y="156601"/>
                </a:lnTo>
                <a:lnTo>
                  <a:pt x="646545" y="229820"/>
                </a:lnTo>
                <a:lnTo>
                  <a:pt x="653280" y="123740"/>
                </a:lnTo>
                <a:lnTo>
                  <a:pt x="660015" y="191598"/>
                </a:lnTo>
                <a:lnTo>
                  <a:pt x="666750" y="46185"/>
                </a:lnTo>
              </a:path>
            </a:pathLst>
          </a:custGeom>
          <a:noFill/>
          <a:ln w="13847">
            <a:solidFill>
              <a:srgbClr val="394D93"/>
            </a:solidFill>
            <a:prstDash val="solid"/>
          </a:ln>
        </p:spPr>
      </p:sp>
      <p:sp>
        <p:nvSpPr>
          <p:cNvPr id="84" name="p19_path_84">
            <a:extLst>
              <a:ext uri="{FF2B5EF4-FFF2-40B4-BE49-F238E27FC236}">
                <a16:creationId xmlns:a16="http://schemas.microsoft.com/office/drawing/2014/main" id="{4791071F-A401-4DFB-9959-317B5E75FBF8}"/>
              </a:ext>
            </a:extLst>
          </p:cNvPr>
          <p:cNvSpPr>
            <a:spLocks/>
          </p:cNvSpPr>
          <p:nvPr/>
        </p:nvSpPr>
        <p:spPr>
          <a:xfrm>
            <a:off x="8655219" y="1570562"/>
            <a:ext cx="204064" cy="729"/>
          </a:xfrm>
          <a:custGeom>
            <a:avLst/>
            <a:gdLst/>
            <a:ahLst/>
            <a:cxnLst/>
            <a:rect l="0" t="0" r="0" b="0"/>
            <a:pathLst>
              <a:path w="266700" h="953">
                <a:moveTo>
                  <a:pt x="0" y="0"/>
                </a:moveTo>
                <a:lnTo>
                  <a:pt x="266700" y="0"/>
                </a:lnTo>
              </a:path>
            </a:pathLst>
          </a:custGeom>
          <a:noFill/>
          <a:ln w="10932">
            <a:solidFill>
              <a:srgbClr val="394D93"/>
            </a:solidFill>
            <a:prstDash val="solid"/>
          </a:ln>
        </p:spPr>
      </p:sp>
      <p:sp>
        <p:nvSpPr>
          <p:cNvPr id="85" name="p19_path_85">
            <a:extLst>
              <a:ext uri="{FF2B5EF4-FFF2-40B4-BE49-F238E27FC236}">
                <a16:creationId xmlns:a16="http://schemas.microsoft.com/office/drawing/2014/main" id="{B6158EDE-ABB1-4E16-8B23-1FB3D6D0590A}"/>
              </a:ext>
            </a:extLst>
          </p:cNvPr>
          <p:cNvSpPr>
            <a:spLocks/>
          </p:cNvSpPr>
          <p:nvPr/>
        </p:nvSpPr>
        <p:spPr>
          <a:xfrm>
            <a:off x="8771827" y="1532082"/>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86" name="p19_rect_86">
            <a:extLst>
              <a:ext uri="{FF2B5EF4-FFF2-40B4-BE49-F238E27FC236}">
                <a16:creationId xmlns:a16="http://schemas.microsoft.com/office/drawing/2014/main" id="{3AF06460-8D5C-497D-B9A3-96C83A2A2A9A}"/>
              </a:ext>
            </a:extLst>
          </p:cNvPr>
          <p:cNvSpPr>
            <a:spLocks/>
          </p:cNvSpPr>
          <p:nvPr/>
        </p:nvSpPr>
        <p:spPr>
          <a:xfrm>
            <a:off x="8940908" y="1260823"/>
            <a:ext cx="693817" cy="247937"/>
          </a:xfrm>
          <a:prstGeom prst="roundRect">
            <a:avLst>
              <a:gd name="adj" fmla="val 14697"/>
            </a:avLst>
          </a:prstGeom>
          <a:gradFill>
            <a:gsLst>
              <a:gs pos="0">
                <a:srgbClr val="FEFEFF"/>
              </a:gs>
              <a:gs pos="100000">
                <a:srgbClr val="EDF0F8"/>
              </a:gs>
            </a:gsLst>
            <a:lin ang="5400000"/>
          </a:gradFill>
          <a:ln w="7288">
            <a:solidFill>
              <a:srgbClr val="394D93"/>
            </a:solidFill>
            <a:prstDash val="solid"/>
          </a:ln>
        </p:spPr>
      </p:sp>
      <p:sp>
        <p:nvSpPr>
          <p:cNvPr id="87" name="p19_rect_87">
            <a:extLst>
              <a:ext uri="{FF2B5EF4-FFF2-40B4-BE49-F238E27FC236}">
                <a16:creationId xmlns:a16="http://schemas.microsoft.com/office/drawing/2014/main" id="{131E67AB-3772-4291-8731-A6CC91B67E47}"/>
              </a:ext>
            </a:extLst>
          </p:cNvPr>
          <p:cNvSpPr>
            <a:spLocks/>
          </p:cNvSpPr>
          <p:nvPr/>
        </p:nvSpPr>
        <p:spPr>
          <a:xfrm>
            <a:off x="8940908" y="1629595"/>
            <a:ext cx="693817" cy="247937"/>
          </a:xfrm>
          <a:prstGeom prst="roundRect">
            <a:avLst>
              <a:gd name="adj" fmla="val 14697"/>
            </a:avLst>
          </a:prstGeom>
          <a:gradFill>
            <a:gsLst>
              <a:gs pos="0">
                <a:srgbClr val="FEFEFF"/>
              </a:gs>
              <a:gs pos="100000">
                <a:srgbClr val="EDF0F8"/>
              </a:gs>
            </a:gsLst>
            <a:lin ang="5400000"/>
          </a:gradFill>
          <a:ln w="7288">
            <a:solidFill>
              <a:srgbClr val="394D93"/>
            </a:solidFill>
            <a:prstDash val="solid"/>
          </a:ln>
        </p:spPr>
      </p:sp>
      <p:sp>
        <p:nvSpPr>
          <p:cNvPr id="88" name="p19_path_88">
            <a:extLst>
              <a:ext uri="{FF2B5EF4-FFF2-40B4-BE49-F238E27FC236}">
                <a16:creationId xmlns:a16="http://schemas.microsoft.com/office/drawing/2014/main" id="{C72EBCA0-7BB2-4A5B-BAE2-40620BB31D4B}"/>
              </a:ext>
            </a:extLst>
          </p:cNvPr>
          <p:cNvSpPr>
            <a:spLocks/>
          </p:cNvSpPr>
          <p:nvPr/>
        </p:nvSpPr>
        <p:spPr>
          <a:xfrm>
            <a:off x="9757163" y="1293983"/>
            <a:ext cx="734630" cy="106434"/>
          </a:xfrm>
          <a:custGeom>
            <a:avLst/>
            <a:gdLst/>
            <a:ahLst/>
            <a:cxnLst/>
            <a:rect l="0" t="0" r="0" b="0"/>
            <a:pathLst>
              <a:path w="960120" h="139103">
                <a:moveTo>
                  <a:pt x="0" y="129913"/>
                </a:moveTo>
                <a:lnTo>
                  <a:pt x="9698" y="137762"/>
                </a:lnTo>
                <a:lnTo>
                  <a:pt x="19396" y="134570"/>
                </a:lnTo>
                <a:lnTo>
                  <a:pt x="29095" y="139103"/>
                </a:lnTo>
                <a:lnTo>
                  <a:pt x="38793" y="120419"/>
                </a:lnTo>
                <a:lnTo>
                  <a:pt x="48491" y="131874"/>
                </a:lnTo>
                <a:lnTo>
                  <a:pt x="58189" y="118207"/>
                </a:lnTo>
                <a:lnTo>
                  <a:pt x="67887" y="122269"/>
                </a:lnTo>
                <a:lnTo>
                  <a:pt x="77585" y="126358"/>
                </a:lnTo>
                <a:lnTo>
                  <a:pt x="87284" y="131149"/>
                </a:lnTo>
                <a:lnTo>
                  <a:pt x="96982" y="125304"/>
                </a:lnTo>
                <a:lnTo>
                  <a:pt x="106680" y="120937"/>
                </a:lnTo>
                <a:lnTo>
                  <a:pt x="116378" y="120636"/>
                </a:lnTo>
                <a:lnTo>
                  <a:pt x="126076" y="123208"/>
                </a:lnTo>
                <a:lnTo>
                  <a:pt x="135775" y="127063"/>
                </a:lnTo>
                <a:lnTo>
                  <a:pt x="145473" y="113484"/>
                </a:lnTo>
                <a:lnTo>
                  <a:pt x="155171" y="110842"/>
                </a:lnTo>
                <a:lnTo>
                  <a:pt x="164869" y="110715"/>
                </a:lnTo>
                <a:lnTo>
                  <a:pt x="174567" y="114075"/>
                </a:lnTo>
                <a:lnTo>
                  <a:pt x="184265" y="103998"/>
                </a:lnTo>
                <a:lnTo>
                  <a:pt x="193964" y="104898"/>
                </a:lnTo>
                <a:lnTo>
                  <a:pt x="203662" y="115017"/>
                </a:lnTo>
                <a:lnTo>
                  <a:pt x="213360" y="97562"/>
                </a:lnTo>
                <a:lnTo>
                  <a:pt x="223058" y="106523"/>
                </a:lnTo>
                <a:lnTo>
                  <a:pt x="232756" y="104034"/>
                </a:lnTo>
                <a:lnTo>
                  <a:pt x="242455" y="92533"/>
                </a:lnTo>
                <a:lnTo>
                  <a:pt x="252153" y="99122"/>
                </a:lnTo>
                <a:lnTo>
                  <a:pt x="261851" y="104610"/>
                </a:lnTo>
                <a:lnTo>
                  <a:pt x="271549" y="103572"/>
                </a:lnTo>
                <a:lnTo>
                  <a:pt x="281247" y="100229"/>
                </a:lnTo>
                <a:lnTo>
                  <a:pt x="290945" y="100976"/>
                </a:lnTo>
                <a:lnTo>
                  <a:pt x="300644" y="98513"/>
                </a:lnTo>
                <a:lnTo>
                  <a:pt x="310342" y="87710"/>
                </a:lnTo>
                <a:lnTo>
                  <a:pt x="320040" y="99519"/>
                </a:lnTo>
                <a:lnTo>
                  <a:pt x="329738" y="93181"/>
                </a:lnTo>
                <a:lnTo>
                  <a:pt x="339436" y="85874"/>
                </a:lnTo>
                <a:lnTo>
                  <a:pt x="349135" y="78203"/>
                </a:lnTo>
                <a:lnTo>
                  <a:pt x="358833" y="86523"/>
                </a:lnTo>
                <a:lnTo>
                  <a:pt x="368531" y="87710"/>
                </a:lnTo>
                <a:lnTo>
                  <a:pt x="378229" y="76886"/>
                </a:lnTo>
                <a:lnTo>
                  <a:pt x="387927" y="75674"/>
                </a:lnTo>
                <a:lnTo>
                  <a:pt x="397625" y="85449"/>
                </a:lnTo>
                <a:lnTo>
                  <a:pt x="407324" y="88445"/>
                </a:lnTo>
                <a:lnTo>
                  <a:pt x="417022" y="69178"/>
                </a:lnTo>
                <a:lnTo>
                  <a:pt x="426720" y="78211"/>
                </a:lnTo>
                <a:lnTo>
                  <a:pt x="436418" y="69256"/>
                </a:lnTo>
                <a:lnTo>
                  <a:pt x="446116" y="79794"/>
                </a:lnTo>
                <a:lnTo>
                  <a:pt x="455815" y="72055"/>
                </a:lnTo>
                <a:lnTo>
                  <a:pt x="465513" y="72696"/>
                </a:lnTo>
                <a:lnTo>
                  <a:pt x="475211" y="81558"/>
                </a:lnTo>
                <a:lnTo>
                  <a:pt x="484909" y="79647"/>
                </a:lnTo>
                <a:lnTo>
                  <a:pt x="494607" y="71331"/>
                </a:lnTo>
                <a:lnTo>
                  <a:pt x="504305" y="58764"/>
                </a:lnTo>
                <a:lnTo>
                  <a:pt x="514004" y="68192"/>
                </a:lnTo>
                <a:lnTo>
                  <a:pt x="523702" y="58581"/>
                </a:lnTo>
                <a:lnTo>
                  <a:pt x="533400" y="58397"/>
                </a:lnTo>
                <a:lnTo>
                  <a:pt x="543098" y="57542"/>
                </a:lnTo>
                <a:lnTo>
                  <a:pt x="552796" y="66689"/>
                </a:lnTo>
                <a:lnTo>
                  <a:pt x="562495" y="54530"/>
                </a:lnTo>
                <a:lnTo>
                  <a:pt x="572193" y="48788"/>
                </a:lnTo>
                <a:lnTo>
                  <a:pt x="581891" y="62995"/>
                </a:lnTo>
                <a:lnTo>
                  <a:pt x="591589" y="46563"/>
                </a:lnTo>
                <a:lnTo>
                  <a:pt x="601287" y="46661"/>
                </a:lnTo>
                <a:lnTo>
                  <a:pt x="610985" y="43787"/>
                </a:lnTo>
                <a:lnTo>
                  <a:pt x="620684" y="58153"/>
                </a:lnTo>
                <a:lnTo>
                  <a:pt x="630382" y="60019"/>
                </a:lnTo>
                <a:lnTo>
                  <a:pt x="640080" y="42451"/>
                </a:lnTo>
                <a:lnTo>
                  <a:pt x="649778" y="53105"/>
                </a:lnTo>
                <a:lnTo>
                  <a:pt x="659476" y="42706"/>
                </a:lnTo>
                <a:lnTo>
                  <a:pt x="669175" y="52699"/>
                </a:lnTo>
                <a:lnTo>
                  <a:pt x="678873" y="43751"/>
                </a:lnTo>
                <a:lnTo>
                  <a:pt x="688571" y="52811"/>
                </a:lnTo>
                <a:lnTo>
                  <a:pt x="698269" y="46786"/>
                </a:lnTo>
                <a:lnTo>
                  <a:pt x="707967" y="50751"/>
                </a:lnTo>
                <a:lnTo>
                  <a:pt x="717665" y="39638"/>
                </a:lnTo>
                <a:lnTo>
                  <a:pt x="727364" y="30561"/>
                </a:lnTo>
                <a:lnTo>
                  <a:pt x="737062" y="43425"/>
                </a:lnTo>
                <a:lnTo>
                  <a:pt x="746760" y="39853"/>
                </a:lnTo>
                <a:lnTo>
                  <a:pt x="756458" y="43403"/>
                </a:lnTo>
                <a:lnTo>
                  <a:pt x="766156" y="26330"/>
                </a:lnTo>
                <a:lnTo>
                  <a:pt x="775855" y="40709"/>
                </a:lnTo>
                <a:lnTo>
                  <a:pt x="785553" y="36963"/>
                </a:lnTo>
                <a:lnTo>
                  <a:pt x="795251" y="37951"/>
                </a:lnTo>
                <a:lnTo>
                  <a:pt x="804949" y="37157"/>
                </a:lnTo>
                <a:lnTo>
                  <a:pt x="814647" y="27945"/>
                </a:lnTo>
                <a:lnTo>
                  <a:pt x="824345" y="22015"/>
                </a:lnTo>
                <a:lnTo>
                  <a:pt x="834044" y="17095"/>
                </a:lnTo>
                <a:lnTo>
                  <a:pt x="843742" y="23011"/>
                </a:lnTo>
                <a:lnTo>
                  <a:pt x="853440" y="22856"/>
                </a:lnTo>
                <a:lnTo>
                  <a:pt x="863138" y="14851"/>
                </a:lnTo>
                <a:lnTo>
                  <a:pt x="872836" y="21018"/>
                </a:lnTo>
                <a:lnTo>
                  <a:pt x="882535" y="7046"/>
                </a:lnTo>
                <a:lnTo>
                  <a:pt x="892233" y="18848"/>
                </a:lnTo>
                <a:lnTo>
                  <a:pt x="901931" y="21319"/>
                </a:lnTo>
                <a:lnTo>
                  <a:pt x="911629" y="1819"/>
                </a:lnTo>
                <a:lnTo>
                  <a:pt x="921327" y="19659"/>
                </a:lnTo>
                <a:lnTo>
                  <a:pt x="931025" y="0"/>
                </a:lnTo>
                <a:lnTo>
                  <a:pt x="940724" y="9066"/>
                </a:lnTo>
                <a:lnTo>
                  <a:pt x="950422" y="18511"/>
                </a:lnTo>
                <a:lnTo>
                  <a:pt x="960120" y="4394"/>
                </a:lnTo>
              </a:path>
            </a:pathLst>
          </a:custGeom>
          <a:noFill/>
          <a:ln w="13847">
            <a:solidFill>
              <a:srgbClr val="394D93"/>
            </a:solidFill>
            <a:prstDash val="solid"/>
          </a:ln>
        </p:spPr>
      </p:sp>
      <p:sp>
        <p:nvSpPr>
          <p:cNvPr id="89" name="p19_path_89">
            <a:extLst>
              <a:ext uri="{FF2B5EF4-FFF2-40B4-BE49-F238E27FC236}">
                <a16:creationId xmlns:a16="http://schemas.microsoft.com/office/drawing/2014/main" id="{0BCB56EA-3123-42B9-B1C4-8CF5C5FEAEB0}"/>
              </a:ext>
            </a:extLst>
          </p:cNvPr>
          <p:cNvSpPr>
            <a:spLocks/>
          </p:cNvSpPr>
          <p:nvPr/>
        </p:nvSpPr>
        <p:spPr>
          <a:xfrm>
            <a:off x="9757163" y="1671521"/>
            <a:ext cx="734630" cy="127213"/>
          </a:xfrm>
          <a:custGeom>
            <a:avLst/>
            <a:gdLst/>
            <a:ahLst/>
            <a:cxnLst/>
            <a:rect l="0" t="0" r="0" b="0"/>
            <a:pathLst>
              <a:path w="960120" h="166260">
                <a:moveTo>
                  <a:pt x="0" y="40195"/>
                </a:moveTo>
                <a:lnTo>
                  <a:pt x="9698" y="15820"/>
                </a:lnTo>
                <a:lnTo>
                  <a:pt x="19396" y="165282"/>
                </a:lnTo>
                <a:lnTo>
                  <a:pt x="29095" y="0"/>
                </a:lnTo>
                <a:lnTo>
                  <a:pt x="38793" y="64243"/>
                </a:lnTo>
                <a:lnTo>
                  <a:pt x="48491" y="59008"/>
                </a:lnTo>
                <a:lnTo>
                  <a:pt x="58189" y="37415"/>
                </a:lnTo>
                <a:lnTo>
                  <a:pt x="67887" y="149022"/>
                </a:lnTo>
                <a:lnTo>
                  <a:pt x="77585" y="14356"/>
                </a:lnTo>
                <a:lnTo>
                  <a:pt x="87284" y="16483"/>
                </a:lnTo>
                <a:lnTo>
                  <a:pt x="96982" y="148153"/>
                </a:lnTo>
                <a:lnTo>
                  <a:pt x="106680" y="151628"/>
                </a:lnTo>
                <a:lnTo>
                  <a:pt x="116378" y="68170"/>
                </a:lnTo>
                <a:lnTo>
                  <a:pt x="126076" y="75903"/>
                </a:lnTo>
                <a:lnTo>
                  <a:pt x="135775" y="10224"/>
                </a:lnTo>
                <a:lnTo>
                  <a:pt x="145473" y="119399"/>
                </a:lnTo>
                <a:lnTo>
                  <a:pt x="155171" y="14341"/>
                </a:lnTo>
                <a:lnTo>
                  <a:pt x="164869" y="75398"/>
                </a:lnTo>
                <a:lnTo>
                  <a:pt x="174567" y="11839"/>
                </a:lnTo>
                <a:lnTo>
                  <a:pt x="184265" y="105261"/>
                </a:lnTo>
                <a:lnTo>
                  <a:pt x="193964" y="125301"/>
                </a:lnTo>
                <a:lnTo>
                  <a:pt x="203662" y="102137"/>
                </a:lnTo>
                <a:lnTo>
                  <a:pt x="213360" y="72690"/>
                </a:lnTo>
                <a:lnTo>
                  <a:pt x="223058" y="150226"/>
                </a:lnTo>
                <a:lnTo>
                  <a:pt x="232756" y="11455"/>
                </a:lnTo>
                <a:lnTo>
                  <a:pt x="242455" y="40562"/>
                </a:lnTo>
                <a:lnTo>
                  <a:pt x="252153" y="63439"/>
                </a:lnTo>
                <a:lnTo>
                  <a:pt x="261851" y="86761"/>
                </a:lnTo>
                <a:lnTo>
                  <a:pt x="271549" y="124819"/>
                </a:lnTo>
                <a:lnTo>
                  <a:pt x="281247" y="115994"/>
                </a:lnTo>
                <a:lnTo>
                  <a:pt x="290945" y="106243"/>
                </a:lnTo>
                <a:lnTo>
                  <a:pt x="300644" y="70305"/>
                </a:lnTo>
                <a:lnTo>
                  <a:pt x="310342" y="6679"/>
                </a:lnTo>
                <a:lnTo>
                  <a:pt x="320040" y="140423"/>
                </a:lnTo>
                <a:lnTo>
                  <a:pt x="329738" y="95466"/>
                </a:lnTo>
                <a:lnTo>
                  <a:pt x="339436" y="156542"/>
                </a:lnTo>
                <a:lnTo>
                  <a:pt x="349135" y="53533"/>
                </a:lnTo>
                <a:lnTo>
                  <a:pt x="358833" y="95934"/>
                </a:lnTo>
                <a:lnTo>
                  <a:pt x="368531" y="10381"/>
                </a:lnTo>
                <a:lnTo>
                  <a:pt x="378229" y="148708"/>
                </a:lnTo>
                <a:lnTo>
                  <a:pt x="387927" y="137619"/>
                </a:lnTo>
                <a:lnTo>
                  <a:pt x="397625" y="15334"/>
                </a:lnTo>
                <a:lnTo>
                  <a:pt x="407324" y="106260"/>
                </a:lnTo>
                <a:lnTo>
                  <a:pt x="417022" y="138813"/>
                </a:lnTo>
                <a:lnTo>
                  <a:pt x="426720" y="87049"/>
                </a:lnTo>
                <a:lnTo>
                  <a:pt x="436418" y="26185"/>
                </a:lnTo>
                <a:lnTo>
                  <a:pt x="446116" y="112407"/>
                </a:lnTo>
                <a:lnTo>
                  <a:pt x="455815" y="18275"/>
                </a:lnTo>
                <a:lnTo>
                  <a:pt x="465513" y="164126"/>
                </a:lnTo>
                <a:lnTo>
                  <a:pt x="475211" y="118543"/>
                </a:lnTo>
                <a:lnTo>
                  <a:pt x="484909" y="146290"/>
                </a:lnTo>
                <a:lnTo>
                  <a:pt x="494607" y="151109"/>
                </a:lnTo>
                <a:lnTo>
                  <a:pt x="504305" y="59577"/>
                </a:lnTo>
                <a:lnTo>
                  <a:pt x="514004" y="81374"/>
                </a:lnTo>
                <a:lnTo>
                  <a:pt x="523702" y="29059"/>
                </a:lnTo>
                <a:lnTo>
                  <a:pt x="533400" y="52918"/>
                </a:lnTo>
                <a:lnTo>
                  <a:pt x="543098" y="17560"/>
                </a:lnTo>
                <a:lnTo>
                  <a:pt x="552796" y="94700"/>
                </a:lnTo>
                <a:lnTo>
                  <a:pt x="562495" y="132874"/>
                </a:lnTo>
                <a:lnTo>
                  <a:pt x="572193" y="49090"/>
                </a:lnTo>
                <a:lnTo>
                  <a:pt x="581891" y="165911"/>
                </a:lnTo>
                <a:lnTo>
                  <a:pt x="591589" y="147677"/>
                </a:lnTo>
                <a:lnTo>
                  <a:pt x="601287" y="24061"/>
                </a:lnTo>
                <a:lnTo>
                  <a:pt x="610985" y="143680"/>
                </a:lnTo>
                <a:lnTo>
                  <a:pt x="620684" y="65729"/>
                </a:lnTo>
                <a:lnTo>
                  <a:pt x="630382" y="33415"/>
                </a:lnTo>
                <a:lnTo>
                  <a:pt x="640080" y="138798"/>
                </a:lnTo>
                <a:lnTo>
                  <a:pt x="649778" y="145633"/>
                </a:lnTo>
                <a:lnTo>
                  <a:pt x="659476" y="31056"/>
                </a:lnTo>
                <a:lnTo>
                  <a:pt x="669175" y="28511"/>
                </a:lnTo>
                <a:lnTo>
                  <a:pt x="678873" y="143568"/>
                </a:lnTo>
                <a:lnTo>
                  <a:pt x="688571" y="86094"/>
                </a:lnTo>
                <a:lnTo>
                  <a:pt x="698269" y="82458"/>
                </a:lnTo>
                <a:lnTo>
                  <a:pt x="707967" y="48331"/>
                </a:lnTo>
                <a:lnTo>
                  <a:pt x="717665" y="143848"/>
                </a:lnTo>
                <a:lnTo>
                  <a:pt x="727364" y="2694"/>
                </a:lnTo>
                <a:lnTo>
                  <a:pt x="737062" y="23018"/>
                </a:lnTo>
                <a:lnTo>
                  <a:pt x="746760" y="166260"/>
                </a:lnTo>
                <a:lnTo>
                  <a:pt x="756458" y="162525"/>
                </a:lnTo>
                <a:lnTo>
                  <a:pt x="766156" y="62316"/>
                </a:lnTo>
                <a:lnTo>
                  <a:pt x="775855" y="123335"/>
                </a:lnTo>
                <a:lnTo>
                  <a:pt x="785553" y="35235"/>
                </a:lnTo>
                <a:lnTo>
                  <a:pt x="795251" y="91740"/>
                </a:lnTo>
                <a:lnTo>
                  <a:pt x="804949" y="13967"/>
                </a:lnTo>
                <a:lnTo>
                  <a:pt x="814647" y="90740"/>
                </a:lnTo>
                <a:lnTo>
                  <a:pt x="824345" y="15511"/>
                </a:lnTo>
                <a:lnTo>
                  <a:pt x="834044" y="4927"/>
                </a:lnTo>
                <a:lnTo>
                  <a:pt x="843742" y="38538"/>
                </a:lnTo>
                <a:lnTo>
                  <a:pt x="853440" y="106107"/>
                </a:lnTo>
                <a:lnTo>
                  <a:pt x="863138" y="114705"/>
                </a:lnTo>
                <a:lnTo>
                  <a:pt x="872836" y="83967"/>
                </a:lnTo>
                <a:lnTo>
                  <a:pt x="882535" y="49303"/>
                </a:lnTo>
                <a:lnTo>
                  <a:pt x="892233" y="2706"/>
                </a:lnTo>
                <a:lnTo>
                  <a:pt x="901931" y="133853"/>
                </a:lnTo>
                <a:lnTo>
                  <a:pt x="911629" y="132497"/>
                </a:lnTo>
                <a:lnTo>
                  <a:pt x="921327" y="99688"/>
                </a:lnTo>
                <a:lnTo>
                  <a:pt x="931025" y="117731"/>
                </a:lnTo>
                <a:lnTo>
                  <a:pt x="940724" y="74272"/>
                </a:lnTo>
                <a:lnTo>
                  <a:pt x="950422" y="36539"/>
                </a:lnTo>
                <a:lnTo>
                  <a:pt x="960120" y="47431"/>
                </a:lnTo>
              </a:path>
            </a:pathLst>
          </a:custGeom>
          <a:noFill/>
          <a:ln w="13847">
            <a:solidFill>
              <a:srgbClr val="394D93"/>
            </a:solidFill>
            <a:prstDash val="solid"/>
          </a:ln>
        </p:spPr>
      </p:sp>
      <p:sp>
        <p:nvSpPr>
          <p:cNvPr id="90" name="p19_path_90">
            <a:extLst>
              <a:ext uri="{FF2B5EF4-FFF2-40B4-BE49-F238E27FC236}">
                <a16:creationId xmlns:a16="http://schemas.microsoft.com/office/drawing/2014/main" id="{C15FF592-8C8F-4FDF-98A8-39953C816F17}"/>
              </a:ext>
            </a:extLst>
          </p:cNvPr>
          <p:cNvSpPr>
            <a:spLocks/>
          </p:cNvSpPr>
          <p:nvPr/>
        </p:nvSpPr>
        <p:spPr>
          <a:xfrm>
            <a:off x="9675538" y="1393464"/>
            <a:ext cx="81626" cy="729"/>
          </a:xfrm>
          <a:custGeom>
            <a:avLst/>
            <a:gdLst/>
            <a:ahLst/>
            <a:cxnLst/>
            <a:rect l="0" t="0" r="0" b="0"/>
            <a:pathLst>
              <a:path w="106680" h="953">
                <a:moveTo>
                  <a:pt x="0" y="0"/>
                </a:moveTo>
                <a:lnTo>
                  <a:pt x="106680" y="0"/>
                </a:lnTo>
              </a:path>
            </a:pathLst>
          </a:custGeom>
          <a:noFill/>
          <a:ln w="10203">
            <a:solidFill>
              <a:srgbClr val="394D93"/>
            </a:solidFill>
            <a:prstDash val="solid"/>
          </a:ln>
        </p:spPr>
      </p:sp>
      <p:sp>
        <p:nvSpPr>
          <p:cNvPr id="91" name="p19_path_91">
            <a:extLst>
              <a:ext uri="{FF2B5EF4-FFF2-40B4-BE49-F238E27FC236}">
                <a16:creationId xmlns:a16="http://schemas.microsoft.com/office/drawing/2014/main" id="{B7B5FE0B-56AF-4A03-B1BD-95EDBBA9542F}"/>
              </a:ext>
            </a:extLst>
          </p:cNvPr>
          <p:cNvSpPr>
            <a:spLocks/>
          </p:cNvSpPr>
          <p:nvPr/>
        </p:nvSpPr>
        <p:spPr>
          <a:xfrm>
            <a:off x="9675538" y="1747660"/>
            <a:ext cx="81626" cy="729"/>
          </a:xfrm>
          <a:custGeom>
            <a:avLst/>
            <a:gdLst/>
            <a:ahLst/>
            <a:cxnLst/>
            <a:rect l="0" t="0" r="0" b="0"/>
            <a:pathLst>
              <a:path w="106680" h="953">
                <a:moveTo>
                  <a:pt x="0" y="0"/>
                </a:moveTo>
                <a:lnTo>
                  <a:pt x="106680" y="0"/>
                </a:lnTo>
              </a:path>
            </a:pathLst>
          </a:custGeom>
          <a:noFill/>
          <a:ln w="10203">
            <a:solidFill>
              <a:srgbClr val="394D93"/>
            </a:solidFill>
            <a:prstDash val="solid"/>
          </a:ln>
        </p:spPr>
      </p:sp>
      <p:sp>
        <p:nvSpPr>
          <p:cNvPr id="92" name="p19_path_92">
            <a:extLst>
              <a:ext uri="{FF2B5EF4-FFF2-40B4-BE49-F238E27FC236}">
                <a16:creationId xmlns:a16="http://schemas.microsoft.com/office/drawing/2014/main" id="{DF6C9177-2AD5-49EA-A0B9-2D1192A428F5}"/>
              </a:ext>
            </a:extLst>
          </p:cNvPr>
          <p:cNvSpPr>
            <a:spLocks/>
          </p:cNvSpPr>
          <p:nvPr/>
        </p:nvSpPr>
        <p:spPr>
          <a:xfrm>
            <a:off x="10579949" y="1255672"/>
            <a:ext cx="81626" cy="177098"/>
          </a:xfrm>
          <a:custGeom>
            <a:avLst/>
            <a:gdLst/>
            <a:ahLst/>
            <a:cxnLst/>
            <a:rect l="0" t="0" r="0" b="0"/>
            <a:pathLst>
              <a:path w="106680" h="231458">
                <a:moveTo>
                  <a:pt x="0" y="0"/>
                </a:moveTo>
                <a:lnTo>
                  <a:pt x="106680" y="0"/>
                </a:lnTo>
                <a:lnTo>
                  <a:pt x="106680" y="231458"/>
                </a:lnTo>
              </a:path>
            </a:pathLst>
          </a:custGeom>
          <a:noFill/>
          <a:ln w="10203">
            <a:solidFill>
              <a:srgbClr val="394D93"/>
            </a:solidFill>
            <a:prstDash val="solid"/>
          </a:ln>
        </p:spPr>
      </p:sp>
      <p:sp>
        <p:nvSpPr>
          <p:cNvPr id="93" name="p19_path_93">
            <a:extLst>
              <a:ext uri="{FF2B5EF4-FFF2-40B4-BE49-F238E27FC236}">
                <a16:creationId xmlns:a16="http://schemas.microsoft.com/office/drawing/2014/main" id="{ACB95190-D239-46CE-865B-4E718493E54A}"/>
              </a:ext>
            </a:extLst>
          </p:cNvPr>
          <p:cNvSpPr>
            <a:spLocks/>
          </p:cNvSpPr>
          <p:nvPr/>
        </p:nvSpPr>
        <p:spPr>
          <a:xfrm>
            <a:off x="10623094" y="1417790"/>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94" name="p19_path_94">
            <a:extLst>
              <a:ext uri="{FF2B5EF4-FFF2-40B4-BE49-F238E27FC236}">
                <a16:creationId xmlns:a16="http://schemas.microsoft.com/office/drawing/2014/main" id="{FDEE1215-7E5A-44EB-99ED-20F36DAB1E76}"/>
              </a:ext>
            </a:extLst>
          </p:cNvPr>
          <p:cNvSpPr>
            <a:spLocks/>
          </p:cNvSpPr>
          <p:nvPr/>
        </p:nvSpPr>
        <p:spPr>
          <a:xfrm>
            <a:off x="10573418" y="1707717"/>
            <a:ext cx="81626" cy="177098"/>
          </a:xfrm>
          <a:custGeom>
            <a:avLst/>
            <a:gdLst/>
            <a:ahLst/>
            <a:cxnLst/>
            <a:rect l="0" t="0" r="0" b="0"/>
            <a:pathLst>
              <a:path w="106680" h="231458">
                <a:moveTo>
                  <a:pt x="0" y="231458"/>
                </a:moveTo>
                <a:lnTo>
                  <a:pt x="106680" y="231458"/>
                </a:lnTo>
                <a:lnTo>
                  <a:pt x="106680" y="0"/>
                </a:lnTo>
              </a:path>
            </a:pathLst>
          </a:custGeom>
          <a:noFill/>
          <a:ln w="10203">
            <a:solidFill>
              <a:srgbClr val="394D93"/>
            </a:solidFill>
            <a:prstDash val="solid"/>
          </a:ln>
        </p:spPr>
      </p:sp>
      <p:sp>
        <p:nvSpPr>
          <p:cNvPr id="95" name="p19_path_95">
            <a:extLst>
              <a:ext uri="{FF2B5EF4-FFF2-40B4-BE49-F238E27FC236}">
                <a16:creationId xmlns:a16="http://schemas.microsoft.com/office/drawing/2014/main" id="{72BA6502-3FC2-4FCD-9591-E449E26A10F3}"/>
              </a:ext>
            </a:extLst>
          </p:cNvPr>
          <p:cNvSpPr>
            <a:spLocks/>
          </p:cNvSpPr>
          <p:nvPr/>
        </p:nvSpPr>
        <p:spPr>
          <a:xfrm>
            <a:off x="10616563" y="1635875"/>
            <a:ext cx="76961" cy="87456"/>
          </a:xfrm>
          <a:custGeom>
            <a:avLst/>
            <a:gdLst/>
            <a:ahLst/>
            <a:cxnLst/>
            <a:rect l="0" t="0" r="0" b="0"/>
            <a:pathLst>
              <a:path w="100584" h="114300">
                <a:moveTo>
                  <a:pt x="50292" y="0"/>
                </a:moveTo>
                <a:lnTo>
                  <a:pt x="100584" y="114300"/>
                </a:lnTo>
                <a:lnTo>
                  <a:pt x="0" y="114300"/>
                </a:lnTo>
                <a:close/>
              </a:path>
            </a:pathLst>
          </a:custGeom>
          <a:solidFill>
            <a:srgbClr val="394D93"/>
          </a:solidFill>
          <a:ln w="0">
            <a:noFill/>
            <a:prstDash val="solid"/>
          </a:ln>
        </p:spPr>
      </p:sp>
      <p:sp>
        <p:nvSpPr>
          <p:cNvPr id="96" name="p19_ellipse_96">
            <a:extLst>
              <a:ext uri="{FF2B5EF4-FFF2-40B4-BE49-F238E27FC236}">
                <a16:creationId xmlns:a16="http://schemas.microsoft.com/office/drawing/2014/main" id="{E495DB4D-517E-4B80-A175-12FD56A9CBC1}"/>
              </a:ext>
            </a:extLst>
          </p:cNvPr>
          <p:cNvSpPr>
            <a:spLocks/>
          </p:cNvSpPr>
          <p:nvPr/>
        </p:nvSpPr>
        <p:spPr>
          <a:xfrm>
            <a:off x="10589452" y="1504970"/>
            <a:ext cx="131184" cy="131184"/>
          </a:xfrm>
          <a:prstGeom prst="ellipse">
            <a:avLst/>
          </a:prstGeom>
          <a:solidFill>
            <a:srgbClr val="FFFFFF"/>
          </a:solidFill>
          <a:ln w="10932">
            <a:solidFill>
              <a:srgbClr val="394D93"/>
            </a:solidFill>
            <a:prstDash val="solid"/>
          </a:ln>
        </p:spPr>
      </p:sp>
      <p:sp>
        <p:nvSpPr>
          <p:cNvPr id="97" name="p19_path_97">
            <a:extLst>
              <a:ext uri="{FF2B5EF4-FFF2-40B4-BE49-F238E27FC236}">
                <a16:creationId xmlns:a16="http://schemas.microsoft.com/office/drawing/2014/main" id="{BFEEA4CA-3967-4CE4-8027-FE7C13A78470}"/>
              </a:ext>
            </a:extLst>
          </p:cNvPr>
          <p:cNvSpPr>
            <a:spLocks/>
          </p:cNvSpPr>
          <p:nvPr/>
        </p:nvSpPr>
        <p:spPr>
          <a:xfrm>
            <a:off x="10777482" y="1570562"/>
            <a:ext cx="61219" cy="729"/>
          </a:xfrm>
          <a:custGeom>
            <a:avLst/>
            <a:gdLst/>
            <a:ahLst/>
            <a:cxnLst/>
            <a:rect l="0" t="0" r="0" b="0"/>
            <a:pathLst>
              <a:path w="80010" h="953">
                <a:moveTo>
                  <a:pt x="0" y="0"/>
                </a:moveTo>
                <a:lnTo>
                  <a:pt x="80010" y="0"/>
                </a:lnTo>
              </a:path>
            </a:pathLst>
          </a:custGeom>
          <a:noFill/>
          <a:ln w="8746">
            <a:solidFill>
              <a:srgbClr val="394D93"/>
            </a:solidFill>
            <a:prstDash val="solid"/>
          </a:ln>
        </p:spPr>
      </p:sp>
      <p:sp>
        <p:nvSpPr>
          <p:cNvPr id="98" name="p19_path_98">
            <a:extLst>
              <a:ext uri="{FF2B5EF4-FFF2-40B4-BE49-F238E27FC236}">
                <a16:creationId xmlns:a16="http://schemas.microsoft.com/office/drawing/2014/main" id="{E36BB869-B46D-4F36-9761-0332C2D3B0F7}"/>
              </a:ext>
            </a:extLst>
          </p:cNvPr>
          <p:cNvSpPr>
            <a:spLocks/>
          </p:cNvSpPr>
          <p:nvPr/>
        </p:nvSpPr>
        <p:spPr>
          <a:xfrm>
            <a:off x="10751245" y="1532082"/>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99" name="p19_rect_99">
            <a:extLst>
              <a:ext uri="{FF2B5EF4-FFF2-40B4-BE49-F238E27FC236}">
                <a16:creationId xmlns:a16="http://schemas.microsoft.com/office/drawing/2014/main" id="{B05417E9-D0AA-4336-B882-28B6E1FCA120}"/>
              </a:ext>
            </a:extLst>
          </p:cNvPr>
          <p:cNvSpPr>
            <a:spLocks/>
          </p:cNvSpPr>
          <p:nvPr/>
        </p:nvSpPr>
        <p:spPr>
          <a:xfrm>
            <a:off x="10859107" y="1375754"/>
            <a:ext cx="428534" cy="389616"/>
          </a:xfrm>
          <a:prstGeom prst="roundRect">
            <a:avLst>
              <a:gd name="adj" fmla="val 9353"/>
            </a:avLst>
          </a:prstGeom>
          <a:gradFill>
            <a:gsLst>
              <a:gs pos="0">
                <a:srgbClr val="FEFEFF"/>
              </a:gs>
              <a:gs pos="100000">
                <a:srgbClr val="EDF0F8"/>
              </a:gs>
            </a:gsLst>
            <a:lin ang="5400000"/>
          </a:gradFill>
          <a:ln w="8017">
            <a:solidFill>
              <a:srgbClr val="394D93"/>
            </a:solidFill>
            <a:prstDash val="solid"/>
          </a:ln>
        </p:spPr>
      </p:sp>
      <p:sp>
        <p:nvSpPr>
          <p:cNvPr id="100" name="p19_path_100">
            <a:extLst>
              <a:ext uri="{FF2B5EF4-FFF2-40B4-BE49-F238E27FC236}">
                <a16:creationId xmlns:a16="http://schemas.microsoft.com/office/drawing/2014/main" id="{E9040A86-6438-4179-B9A6-3D28EF207A36}"/>
              </a:ext>
            </a:extLst>
          </p:cNvPr>
          <p:cNvSpPr>
            <a:spLocks/>
          </p:cNvSpPr>
          <p:nvPr/>
        </p:nvSpPr>
        <p:spPr>
          <a:xfrm>
            <a:off x="11430486" y="1409095"/>
            <a:ext cx="489753" cy="337010"/>
          </a:xfrm>
          <a:custGeom>
            <a:avLst/>
            <a:gdLst/>
            <a:ahLst/>
            <a:cxnLst/>
            <a:rect l="0" t="0" r="0" b="0"/>
            <a:pathLst>
              <a:path w="640080" h="440453">
                <a:moveTo>
                  <a:pt x="0" y="165465"/>
                </a:moveTo>
                <a:lnTo>
                  <a:pt x="6465" y="242812"/>
                </a:lnTo>
                <a:lnTo>
                  <a:pt x="12931" y="331037"/>
                </a:lnTo>
                <a:lnTo>
                  <a:pt x="19396" y="342666"/>
                </a:lnTo>
                <a:lnTo>
                  <a:pt x="25862" y="391482"/>
                </a:lnTo>
                <a:lnTo>
                  <a:pt x="32327" y="398247"/>
                </a:lnTo>
                <a:lnTo>
                  <a:pt x="38793" y="227534"/>
                </a:lnTo>
                <a:lnTo>
                  <a:pt x="45258" y="288747"/>
                </a:lnTo>
                <a:lnTo>
                  <a:pt x="51724" y="118828"/>
                </a:lnTo>
                <a:lnTo>
                  <a:pt x="58189" y="242517"/>
                </a:lnTo>
                <a:lnTo>
                  <a:pt x="64655" y="54519"/>
                </a:lnTo>
                <a:lnTo>
                  <a:pt x="71120" y="108166"/>
                </a:lnTo>
                <a:lnTo>
                  <a:pt x="77585" y="24821"/>
                </a:lnTo>
                <a:lnTo>
                  <a:pt x="84051" y="223883"/>
                </a:lnTo>
                <a:lnTo>
                  <a:pt x="90516" y="145380"/>
                </a:lnTo>
                <a:lnTo>
                  <a:pt x="96982" y="189669"/>
                </a:lnTo>
                <a:lnTo>
                  <a:pt x="103447" y="233479"/>
                </a:lnTo>
                <a:lnTo>
                  <a:pt x="109913" y="368205"/>
                </a:lnTo>
                <a:lnTo>
                  <a:pt x="116378" y="282668"/>
                </a:lnTo>
                <a:lnTo>
                  <a:pt x="122844" y="223250"/>
                </a:lnTo>
                <a:lnTo>
                  <a:pt x="129309" y="285146"/>
                </a:lnTo>
                <a:lnTo>
                  <a:pt x="135775" y="257888"/>
                </a:lnTo>
                <a:lnTo>
                  <a:pt x="142240" y="286865"/>
                </a:lnTo>
                <a:lnTo>
                  <a:pt x="148705" y="259313"/>
                </a:lnTo>
                <a:lnTo>
                  <a:pt x="155171" y="179949"/>
                </a:lnTo>
                <a:lnTo>
                  <a:pt x="161636" y="94376"/>
                </a:lnTo>
                <a:lnTo>
                  <a:pt x="168102" y="179926"/>
                </a:lnTo>
                <a:lnTo>
                  <a:pt x="174567" y="81746"/>
                </a:lnTo>
                <a:lnTo>
                  <a:pt x="181033" y="80365"/>
                </a:lnTo>
                <a:lnTo>
                  <a:pt x="187498" y="189647"/>
                </a:lnTo>
                <a:lnTo>
                  <a:pt x="193964" y="363863"/>
                </a:lnTo>
                <a:lnTo>
                  <a:pt x="200429" y="338505"/>
                </a:lnTo>
                <a:lnTo>
                  <a:pt x="206895" y="345384"/>
                </a:lnTo>
                <a:lnTo>
                  <a:pt x="213360" y="297844"/>
                </a:lnTo>
                <a:lnTo>
                  <a:pt x="219825" y="231636"/>
                </a:lnTo>
                <a:lnTo>
                  <a:pt x="226291" y="365902"/>
                </a:lnTo>
                <a:lnTo>
                  <a:pt x="232756" y="189474"/>
                </a:lnTo>
                <a:lnTo>
                  <a:pt x="239222" y="84551"/>
                </a:lnTo>
                <a:lnTo>
                  <a:pt x="245687" y="177369"/>
                </a:lnTo>
                <a:lnTo>
                  <a:pt x="252153" y="221320"/>
                </a:lnTo>
                <a:lnTo>
                  <a:pt x="258618" y="9067"/>
                </a:lnTo>
                <a:lnTo>
                  <a:pt x="265084" y="137764"/>
                </a:lnTo>
                <a:lnTo>
                  <a:pt x="271549" y="152258"/>
                </a:lnTo>
                <a:lnTo>
                  <a:pt x="278015" y="234494"/>
                </a:lnTo>
                <a:lnTo>
                  <a:pt x="284480" y="369434"/>
                </a:lnTo>
                <a:lnTo>
                  <a:pt x="290945" y="215489"/>
                </a:lnTo>
                <a:lnTo>
                  <a:pt x="297411" y="265596"/>
                </a:lnTo>
                <a:lnTo>
                  <a:pt x="303876" y="341402"/>
                </a:lnTo>
                <a:lnTo>
                  <a:pt x="310342" y="246878"/>
                </a:lnTo>
                <a:lnTo>
                  <a:pt x="316807" y="340434"/>
                </a:lnTo>
                <a:lnTo>
                  <a:pt x="323273" y="272524"/>
                </a:lnTo>
                <a:lnTo>
                  <a:pt x="329738" y="312106"/>
                </a:lnTo>
                <a:lnTo>
                  <a:pt x="336204" y="56559"/>
                </a:lnTo>
                <a:lnTo>
                  <a:pt x="342669" y="109809"/>
                </a:lnTo>
                <a:lnTo>
                  <a:pt x="349135" y="56833"/>
                </a:lnTo>
                <a:lnTo>
                  <a:pt x="355600" y="14279"/>
                </a:lnTo>
                <a:lnTo>
                  <a:pt x="362065" y="170810"/>
                </a:lnTo>
                <a:lnTo>
                  <a:pt x="368531" y="176046"/>
                </a:lnTo>
                <a:lnTo>
                  <a:pt x="374996" y="129663"/>
                </a:lnTo>
                <a:lnTo>
                  <a:pt x="381462" y="239298"/>
                </a:lnTo>
                <a:lnTo>
                  <a:pt x="387927" y="209937"/>
                </a:lnTo>
                <a:lnTo>
                  <a:pt x="394393" y="387308"/>
                </a:lnTo>
                <a:lnTo>
                  <a:pt x="400858" y="252593"/>
                </a:lnTo>
                <a:lnTo>
                  <a:pt x="407324" y="205103"/>
                </a:lnTo>
                <a:lnTo>
                  <a:pt x="413789" y="383692"/>
                </a:lnTo>
                <a:lnTo>
                  <a:pt x="420255" y="210941"/>
                </a:lnTo>
                <a:lnTo>
                  <a:pt x="426720" y="301436"/>
                </a:lnTo>
                <a:lnTo>
                  <a:pt x="433185" y="39866"/>
                </a:lnTo>
                <a:lnTo>
                  <a:pt x="439651" y="0"/>
                </a:lnTo>
                <a:lnTo>
                  <a:pt x="446116" y="126321"/>
                </a:lnTo>
                <a:lnTo>
                  <a:pt x="452582" y="80275"/>
                </a:lnTo>
                <a:lnTo>
                  <a:pt x="459047" y="216591"/>
                </a:lnTo>
                <a:lnTo>
                  <a:pt x="465513" y="191536"/>
                </a:lnTo>
                <a:lnTo>
                  <a:pt x="471978" y="284164"/>
                </a:lnTo>
                <a:lnTo>
                  <a:pt x="478444" y="319166"/>
                </a:lnTo>
                <a:lnTo>
                  <a:pt x="484909" y="438313"/>
                </a:lnTo>
                <a:lnTo>
                  <a:pt x="491375" y="378280"/>
                </a:lnTo>
                <a:lnTo>
                  <a:pt x="497840" y="440453"/>
                </a:lnTo>
                <a:lnTo>
                  <a:pt x="504305" y="197847"/>
                </a:lnTo>
                <a:lnTo>
                  <a:pt x="510771" y="365102"/>
                </a:lnTo>
                <a:lnTo>
                  <a:pt x="517236" y="181211"/>
                </a:lnTo>
                <a:lnTo>
                  <a:pt x="523702" y="114817"/>
                </a:lnTo>
                <a:lnTo>
                  <a:pt x="530167" y="79369"/>
                </a:lnTo>
                <a:lnTo>
                  <a:pt x="536633" y="204189"/>
                </a:lnTo>
                <a:lnTo>
                  <a:pt x="543098" y="236681"/>
                </a:lnTo>
                <a:lnTo>
                  <a:pt x="549564" y="90083"/>
                </a:lnTo>
                <a:lnTo>
                  <a:pt x="556029" y="229604"/>
                </a:lnTo>
                <a:lnTo>
                  <a:pt x="562495" y="247025"/>
                </a:lnTo>
                <a:lnTo>
                  <a:pt x="568960" y="194455"/>
                </a:lnTo>
                <a:lnTo>
                  <a:pt x="575425" y="236171"/>
                </a:lnTo>
                <a:lnTo>
                  <a:pt x="581891" y="347229"/>
                </a:lnTo>
                <a:lnTo>
                  <a:pt x="588356" y="436547"/>
                </a:lnTo>
                <a:lnTo>
                  <a:pt x="594822" y="205921"/>
                </a:lnTo>
                <a:lnTo>
                  <a:pt x="601287" y="379738"/>
                </a:lnTo>
                <a:lnTo>
                  <a:pt x="607753" y="239065"/>
                </a:lnTo>
                <a:lnTo>
                  <a:pt x="614218" y="261110"/>
                </a:lnTo>
                <a:lnTo>
                  <a:pt x="620684" y="142637"/>
                </a:lnTo>
                <a:lnTo>
                  <a:pt x="627149" y="152133"/>
                </a:lnTo>
                <a:lnTo>
                  <a:pt x="633615" y="10639"/>
                </a:lnTo>
                <a:lnTo>
                  <a:pt x="640080" y="226446"/>
                </a:lnTo>
              </a:path>
            </a:pathLst>
          </a:custGeom>
          <a:noFill/>
          <a:ln w="13847">
            <a:solidFill>
              <a:srgbClr val="9C3E76"/>
            </a:solidFill>
            <a:prstDash val="solid"/>
          </a:ln>
        </p:spPr>
      </p:sp>
      <p:sp>
        <p:nvSpPr>
          <p:cNvPr id="101" name="p19_path_101">
            <a:extLst>
              <a:ext uri="{FF2B5EF4-FFF2-40B4-BE49-F238E27FC236}">
                <a16:creationId xmlns:a16="http://schemas.microsoft.com/office/drawing/2014/main" id="{A7E52DCB-C2E8-491F-87B2-7203D262F4D7}"/>
              </a:ext>
            </a:extLst>
          </p:cNvPr>
          <p:cNvSpPr>
            <a:spLocks/>
          </p:cNvSpPr>
          <p:nvPr/>
        </p:nvSpPr>
        <p:spPr>
          <a:xfrm>
            <a:off x="11308048" y="1570562"/>
            <a:ext cx="102032" cy="729"/>
          </a:xfrm>
          <a:custGeom>
            <a:avLst/>
            <a:gdLst/>
            <a:ahLst/>
            <a:cxnLst/>
            <a:rect l="0" t="0" r="0" b="0"/>
            <a:pathLst>
              <a:path w="133350" h="953">
                <a:moveTo>
                  <a:pt x="0" y="0"/>
                </a:moveTo>
                <a:lnTo>
                  <a:pt x="133350" y="0"/>
                </a:lnTo>
              </a:path>
            </a:pathLst>
          </a:custGeom>
          <a:noFill/>
          <a:ln w="10203">
            <a:solidFill>
              <a:srgbClr val="394D93"/>
            </a:solidFill>
            <a:prstDash val="solid"/>
          </a:ln>
        </p:spPr>
      </p:sp>
      <p:sp>
        <p:nvSpPr>
          <p:cNvPr id="102" name="p19_path_102">
            <a:extLst>
              <a:ext uri="{FF2B5EF4-FFF2-40B4-BE49-F238E27FC236}">
                <a16:creationId xmlns:a16="http://schemas.microsoft.com/office/drawing/2014/main" id="{CA104619-BA37-49FC-9183-4B0506D70B08}"/>
              </a:ext>
            </a:extLst>
          </p:cNvPr>
          <p:cNvSpPr>
            <a:spLocks/>
          </p:cNvSpPr>
          <p:nvPr/>
        </p:nvSpPr>
        <p:spPr>
          <a:xfrm>
            <a:off x="11322624" y="1532082"/>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03" name="p19_rect_103">
            <a:extLst>
              <a:ext uri="{FF2B5EF4-FFF2-40B4-BE49-F238E27FC236}">
                <a16:creationId xmlns:a16="http://schemas.microsoft.com/office/drawing/2014/main" id="{71AE1584-2598-4DAC-9AD2-78860BFAF43C}"/>
              </a:ext>
            </a:extLst>
          </p:cNvPr>
          <p:cNvSpPr>
            <a:spLocks/>
          </p:cNvSpPr>
          <p:nvPr/>
        </p:nvSpPr>
        <p:spPr>
          <a:xfrm>
            <a:off x="8075095" y="2004198"/>
            <a:ext cx="3935515" cy="1013031"/>
          </a:xfrm>
          <a:prstGeom prst="roundRect">
            <a:avLst>
              <a:gd name="adj" fmla="val 6475"/>
            </a:avLst>
          </a:prstGeom>
          <a:solidFill>
            <a:srgbClr val="FFFFFF"/>
          </a:solidFill>
          <a:ln w="8017">
            <a:solidFill>
              <a:srgbClr val="8599C3"/>
            </a:solidFill>
            <a:prstDash val="solid"/>
          </a:ln>
        </p:spPr>
      </p:sp>
      <p:sp>
        <p:nvSpPr>
          <p:cNvPr id="104" name="p19_path_104">
            <a:extLst>
              <a:ext uri="{FF2B5EF4-FFF2-40B4-BE49-F238E27FC236}">
                <a16:creationId xmlns:a16="http://schemas.microsoft.com/office/drawing/2014/main" id="{FCD9692B-B86A-4D9B-A9D5-1E0B69EFCC54}"/>
              </a:ext>
            </a:extLst>
          </p:cNvPr>
          <p:cNvSpPr>
            <a:spLocks/>
          </p:cNvSpPr>
          <p:nvPr/>
        </p:nvSpPr>
        <p:spPr>
          <a:xfrm>
            <a:off x="8162550" y="2484131"/>
            <a:ext cx="510159" cy="350820"/>
          </a:xfrm>
          <a:custGeom>
            <a:avLst/>
            <a:gdLst/>
            <a:ahLst/>
            <a:cxnLst/>
            <a:rect l="0" t="0" r="0" b="0"/>
            <a:pathLst>
              <a:path w="666750" h="458502">
                <a:moveTo>
                  <a:pt x="0" y="169134"/>
                </a:moveTo>
                <a:lnTo>
                  <a:pt x="6735" y="248041"/>
                </a:lnTo>
                <a:lnTo>
                  <a:pt x="13470" y="208536"/>
                </a:lnTo>
                <a:lnTo>
                  <a:pt x="20205" y="249968"/>
                </a:lnTo>
                <a:lnTo>
                  <a:pt x="26939" y="316973"/>
                </a:lnTo>
                <a:lnTo>
                  <a:pt x="33674" y="349165"/>
                </a:lnTo>
                <a:lnTo>
                  <a:pt x="40409" y="294071"/>
                </a:lnTo>
                <a:lnTo>
                  <a:pt x="47144" y="274856"/>
                </a:lnTo>
                <a:lnTo>
                  <a:pt x="53879" y="220174"/>
                </a:lnTo>
                <a:lnTo>
                  <a:pt x="60614" y="96065"/>
                </a:lnTo>
                <a:lnTo>
                  <a:pt x="67348" y="61364"/>
                </a:lnTo>
                <a:lnTo>
                  <a:pt x="74083" y="224564"/>
                </a:lnTo>
                <a:lnTo>
                  <a:pt x="80818" y="90386"/>
                </a:lnTo>
                <a:lnTo>
                  <a:pt x="87553" y="116162"/>
                </a:lnTo>
                <a:lnTo>
                  <a:pt x="94288" y="266883"/>
                </a:lnTo>
                <a:lnTo>
                  <a:pt x="101023" y="163971"/>
                </a:lnTo>
                <a:lnTo>
                  <a:pt x="107758" y="313580"/>
                </a:lnTo>
                <a:lnTo>
                  <a:pt x="114492" y="332904"/>
                </a:lnTo>
                <a:lnTo>
                  <a:pt x="121227" y="458502"/>
                </a:lnTo>
                <a:lnTo>
                  <a:pt x="127962" y="286634"/>
                </a:lnTo>
                <a:lnTo>
                  <a:pt x="134697" y="385036"/>
                </a:lnTo>
                <a:lnTo>
                  <a:pt x="141432" y="216867"/>
                </a:lnTo>
                <a:lnTo>
                  <a:pt x="148167" y="202448"/>
                </a:lnTo>
                <a:lnTo>
                  <a:pt x="154902" y="75341"/>
                </a:lnTo>
                <a:lnTo>
                  <a:pt x="161636" y="114949"/>
                </a:lnTo>
                <a:lnTo>
                  <a:pt x="168371" y="132567"/>
                </a:lnTo>
                <a:lnTo>
                  <a:pt x="175106" y="42882"/>
                </a:lnTo>
                <a:lnTo>
                  <a:pt x="181841" y="220891"/>
                </a:lnTo>
                <a:lnTo>
                  <a:pt x="188576" y="106965"/>
                </a:lnTo>
                <a:lnTo>
                  <a:pt x="195311" y="244458"/>
                </a:lnTo>
                <a:lnTo>
                  <a:pt x="202045" y="257662"/>
                </a:lnTo>
                <a:lnTo>
                  <a:pt x="208780" y="413428"/>
                </a:lnTo>
                <a:lnTo>
                  <a:pt x="215515" y="446594"/>
                </a:lnTo>
                <a:lnTo>
                  <a:pt x="222250" y="381383"/>
                </a:lnTo>
                <a:lnTo>
                  <a:pt x="228985" y="386737"/>
                </a:lnTo>
                <a:lnTo>
                  <a:pt x="235720" y="334658"/>
                </a:lnTo>
                <a:lnTo>
                  <a:pt x="242455" y="332330"/>
                </a:lnTo>
                <a:lnTo>
                  <a:pt x="249189" y="79191"/>
                </a:lnTo>
                <a:lnTo>
                  <a:pt x="255924" y="210061"/>
                </a:lnTo>
                <a:lnTo>
                  <a:pt x="262659" y="79709"/>
                </a:lnTo>
                <a:lnTo>
                  <a:pt x="269394" y="0"/>
                </a:lnTo>
                <a:lnTo>
                  <a:pt x="276129" y="193657"/>
                </a:lnTo>
                <a:lnTo>
                  <a:pt x="282864" y="119772"/>
                </a:lnTo>
                <a:lnTo>
                  <a:pt x="289598" y="209942"/>
                </a:lnTo>
                <a:lnTo>
                  <a:pt x="296333" y="220274"/>
                </a:lnTo>
                <a:lnTo>
                  <a:pt x="303068" y="222522"/>
                </a:lnTo>
                <a:lnTo>
                  <a:pt x="309803" y="421709"/>
                </a:lnTo>
                <a:lnTo>
                  <a:pt x="316538" y="307485"/>
                </a:lnTo>
                <a:lnTo>
                  <a:pt x="323273" y="424601"/>
                </a:lnTo>
                <a:lnTo>
                  <a:pt x="330008" y="370245"/>
                </a:lnTo>
                <a:lnTo>
                  <a:pt x="336742" y="249582"/>
                </a:lnTo>
                <a:lnTo>
                  <a:pt x="343477" y="207233"/>
                </a:lnTo>
                <a:lnTo>
                  <a:pt x="350212" y="167719"/>
                </a:lnTo>
                <a:lnTo>
                  <a:pt x="356947" y="210642"/>
                </a:lnTo>
                <a:lnTo>
                  <a:pt x="363682" y="128450"/>
                </a:lnTo>
                <a:lnTo>
                  <a:pt x="370417" y="133149"/>
                </a:lnTo>
                <a:lnTo>
                  <a:pt x="377152" y="27957"/>
                </a:lnTo>
                <a:lnTo>
                  <a:pt x="383886" y="130535"/>
                </a:lnTo>
                <a:lnTo>
                  <a:pt x="390621" y="287285"/>
                </a:lnTo>
                <a:lnTo>
                  <a:pt x="397356" y="220868"/>
                </a:lnTo>
                <a:lnTo>
                  <a:pt x="404091" y="425812"/>
                </a:lnTo>
                <a:lnTo>
                  <a:pt x="410826" y="357166"/>
                </a:lnTo>
                <a:lnTo>
                  <a:pt x="417561" y="258434"/>
                </a:lnTo>
                <a:lnTo>
                  <a:pt x="424295" y="279450"/>
                </a:lnTo>
                <a:lnTo>
                  <a:pt x="431030" y="251902"/>
                </a:lnTo>
                <a:lnTo>
                  <a:pt x="437765" y="158053"/>
                </a:lnTo>
                <a:lnTo>
                  <a:pt x="444500" y="68467"/>
                </a:lnTo>
                <a:lnTo>
                  <a:pt x="451235" y="158748"/>
                </a:lnTo>
                <a:lnTo>
                  <a:pt x="457970" y="122303"/>
                </a:lnTo>
                <a:lnTo>
                  <a:pt x="464705" y="40407"/>
                </a:lnTo>
                <a:lnTo>
                  <a:pt x="471439" y="223242"/>
                </a:lnTo>
                <a:lnTo>
                  <a:pt x="478174" y="62048"/>
                </a:lnTo>
                <a:lnTo>
                  <a:pt x="484909" y="225962"/>
                </a:lnTo>
                <a:lnTo>
                  <a:pt x="491644" y="212661"/>
                </a:lnTo>
                <a:lnTo>
                  <a:pt x="498379" y="343834"/>
                </a:lnTo>
                <a:lnTo>
                  <a:pt x="505114" y="388724"/>
                </a:lnTo>
                <a:lnTo>
                  <a:pt x="511848" y="354821"/>
                </a:lnTo>
                <a:lnTo>
                  <a:pt x="518583" y="347722"/>
                </a:lnTo>
                <a:lnTo>
                  <a:pt x="525318" y="420840"/>
                </a:lnTo>
                <a:lnTo>
                  <a:pt x="532053" y="344005"/>
                </a:lnTo>
                <a:lnTo>
                  <a:pt x="538788" y="94308"/>
                </a:lnTo>
                <a:lnTo>
                  <a:pt x="545523" y="150851"/>
                </a:lnTo>
                <a:lnTo>
                  <a:pt x="552258" y="231412"/>
                </a:lnTo>
                <a:lnTo>
                  <a:pt x="558992" y="228364"/>
                </a:lnTo>
                <a:lnTo>
                  <a:pt x="565727" y="172638"/>
                </a:lnTo>
                <a:lnTo>
                  <a:pt x="572462" y="249430"/>
                </a:lnTo>
                <a:lnTo>
                  <a:pt x="579197" y="146913"/>
                </a:lnTo>
                <a:lnTo>
                  <a:pt x="585932" y="226992"/>
                </a:lnTo>
                <a:lnTo>
                  <a:pt x="592667" y="277198"/>
                </a:lnTo>
                <a:lnTo>
                  <a:pt x="599402" y="375907"/>
                </a:lnTo>
                <a:lnTo>
                  <a:pt x="606136" y="278043"/>
                </a:lnTo>
                <a:lnTo>
                  <a:pt x="612871" y="325363"/>
                </a:lnTo>
                <a:lnTo>
                  <a:pt x="619606" y="257392"/>
                </a:lnTo>
                <a:lnTo>
                  <a:pt x="626341" y="205035"/>
                </a:lnTo>
                <a:lnTo>
                  <a:pt x="633076" y="220640"/>
                </a:lnTo>
                <a:lnTo>
                  <a:pt x="639811" y="167491"/>
                </a:lnTo>
                <a:lnTo>
                  <a:pt x="646545" y="45356"/>
                </a:lnTo>
                <a:lnTo>
                  <a:pt x="653280" y="48563"/>
                </a:lnTo>
                <a:lnTo>
                  <a:pt x="660015" y="178699"/>
                </a:lnTo>
                <a:lnTo>
                  <a:pt x="666750" y="63387"/>
                </a:lnTo>
              </a:path>
            </a:pathLst>
          </a:custGeom>
          <a:noFill/>
          <a:ln w="13847">
            <a:solidFill>
              <a:srgbClr val="394D93"/>
            </a:solidFill>
            <a:prstDash val="solid"/>
          </a:ln>
        </p:spPr>
      </p:sp>
      <p:sp>
        <p:nvSpPr>
          <p:cNvPr id="105" name="p19_path_105">
            <a:extLst>
              <a:ext uri="{FF2B5EF4-FFF2-40B4-BE49-F238E27FC236}">
                <a16:creationId xmlns:a16="http://schemas.microsoft.com/office/drawing/2014/main" id="{E04EC62D-501E-4354-BF4F-864D54AB7A7F}"/>
              </a:ext>
            </a:extLst>
          </p:cNvPr>
          <p:cNvSpPr>
            <a:spLocks/>
          </p:cNvSpPr>
          <p:nvPr/>
        </p:nvSpPr>
        <p:spPr>
          <a:xfrm>
            <a:off x="8655219" y="2649185"/>
            <a:ext cx="204064" cy="729"/>
          </a:xfrm>
          <a:custGeom>
            <a:avLst/>
            <a:gdLst/>
            <a:ahLst/>
            <a:cxnLst/>
            <a:rect l="0" t="0" r="0" b="0"/>
            <a:pathLst>
              <a:path w="266700" h="953">
                <a:moveTo>
                  <a:pt x="0" y="0"/>
                </a:moveTo>
                <a:lnTo>
                  <a:pt x="266700" y="0"/>
                </a:lnTo>
              </a:path>
            </a:pathLst>
          </a:custGeom>
          <a:noFill/>
          <a:ln w="10932">
            <a:solidFill>
              <a:srgbClr val="394D93"/>
            </a:solidFill>
            <a:prstDash val="solid"/>
          </a:ln>
        </p:spPr>
      </p:sp>
      <p:sp>
        <p:nvSpPr>
          <p:cNvPr id="106" name="p19_path_106">
            <a:extLst>
              <a:ext uri="{FF2B5EF4-FFF2-40B4-BE49-F238E27FC236}">
                <a16:creationId xmlns:a16="http://schemas.microsoft.com/office/drawing/2014/main" id="{013C530B-3C01-444B-81EA-453BB81C176D}"/>
              </a:ext>
            </a:extLst>
          </p:cNvPr>
          <p:cNvSpPr>
            <a:spLocks/>
          </p:cNvSpPr>
          <p:nvPr/>
        </p:nvSpPr>
        <p:spPr>
          <a:xfrm>
            <a:off x="8771827" y="2610704"/>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07" name="p19_rect_107">
            <a:extLst>
              <a:ext uri="{FF2B5EF4-FFF2-40B4-BE49-F238E27FC236}">
                <a16:creationId xmlns:a16="http://schemas.microsoft.com/office/drawing/2014/main" id="{BA63A87A-F10D-4B54-90C6-78C9A0B316CA}"/>
              </a:ext>
            </a:extLst>
          </p:cNvPr>
          <p:cNvSpPr>
            <a:spLocks/>
          </p:cNvSpPr>
          <p:nvPr/>
        </p:nvSpPr>
        <p:spPr>
          <a:xfrm>
            <a:off x="8981721" y="2501603"/>
            <a:ext cx="183657" cy="306970"/>
          </a:xfrm>
          <a:prstGeom prst="roundRect">
            <a:avLst>
              <a:gd name="adj" fmla="val 3968"/>
            </a:avLst>
          </a:prstGeom>
          <a:solidFill>
            <a:srgbClr val="FFFFFF"/>
          </a:solidFill>
          <a:ln w="7288">
            <a:solidFill>
              <a:srgbClr val="394D93"/>
            </a:solidFill>
            <a:prstDash val="solid"/>
          </a:ln>
        </p:spPr>
      </p:sp>
      <p:sp>
        <p:nvSpPr>
          <p:cNvPr id="108" name="p19_path_108">
            <a:extLst>
              <a:ext uri="{FF2B5EF4-FFF2-40B4-BE49-F238E27FC236}">
                <a16:creationId xmlns:a16="http://schemas.microsoft.com/office/drawing/2014/main" id="{E6333475-3558-4A57-8E9D-650277F71161}"/>
              </a:ext>
            </a:extLst>
          </p:cNvPr>
          <p:cNvSpPr>
            <a:spLocks/>
          </p:cNvSpPr>
          <p:nvPr/>
        </p:nvSpPr>
        <p:spPr>
          <a:xfrm>
            <a:off x="8981721" y="2575691"/>
            <a:ext cx="183657" cy="157290"/>
          </a:xfrm>
          <a:custGeom>
            <a:avLst/>
            <a:gdLst/>
            <a:ahLst/>
            <a:cxnLst/>
            <a:rect l="0" t="0" r="0" b="0"/>
            <a:pathLst>
              <a:path w="240030" h="205569">
                <a:moveTo>
                  <a:pt x="0" y="99555"/>
                </a:moveTo>
                <a:lnTo>
                  <a:pt x="2425" y="129481"/>
                </a:lnTo>
                <a:lnTo>
                  <a:pt x="4849" y="155650"/>
                </a:lnTo>
                <a:lnTo>
                  <a:pt x="7274" y="175972"/>
                </a:lnTo>
                <a:lnTo>
                  <a:pt x="9698" y="175132"/>
                </a:lnTo>
                <a:lnTo>
                  <a:pt x="12123" y="180190"/>
                </a:lnTo>
                <a:lnTo>
                  <a:pt x="14547" y="179575"/>
                </a:lnTo>
                <a:lnTo>
                  <a:pt x="16972" y="165531"/>
                </a:lnTo>
                <a:lnTo>
                  <a:pt x="19396" y="145845"/>
                </a:lnTo>
                <a:lnTo>
                  <a:pt x="21821" y="145574"/>
                </a:lnTo>
                <a:lnTo>
                  <a:pt x="24245" y="134674"/>
                </a:lnTo>
                <a:lnTo>
                  <a:pt x="26670" y="137199"/>
                </a:lnTo>
                <a:lnTo>
                  <a:pt x="29095" y="143996"/>
                </a:lnTo>
                <a:lnTo>
                  <a:pt x="31519" y="154126"/>
                </a:lnTo>
                <a:lnTo>
                  <a:pt x="33944" y="150884"/>
                </a:lnTo>
                <a:lnTo>
                  <a:pt x="36368" y="163683"/>
                </a:lnTo>
                <a:lnTo>
                  <a:pt x="38793" y="157244"/>
                </a:lnTo>
                <a:lnTo>
                  <a:pt x="41217" y="137010"/>
                </a:lnTo>
                <a:lnTo>
                  <a:pt x="43642" y="122638"/>
                </a:lnTo>
                <a:lnTo>
                  <a:pt x="46066" y="95382"/>
                </a:lnTo>
                <a:lnTo>
                  <a:pt x="48491" y="63504"/>
                </a:lnTo>
                <a:lnTo>
                  <a:pt x="50915" y="36268"/>
                </a:lnTo>
                <a:lnTo>
                  <a:pt x="53340" y="15452"/>
                </a:lnTo>
                <a:lnTo>
                  <a:pt x="55765" y="6854"/>
                </a:lnTo>
                <a:lnTo>
                  <a:pt x="58189" y="1129"/>
                </a:lnTo>
                <a:lnTo>
                  <a:pt x="60614" y="15732"/>
                </a:lnTo>
                <a:lnTo>
                  <a:pt x="63038" y="26963"/>
                </a:lnTo>
                <a:lnTo>
                  <a:pt x="65463" y="40970"/>
                </a:lnTo>
                <a:lnTo>
                  <a:pt x="67887" y="56707"/>
                </a:lnTo>
                <a:lnTo>
                  <a:pt x="70312" y="78654"/>
                </a:lnTo>
                <a:lnTo>
                  <a:pt x="72736" y="91126"/>
                </a:lnTo>
                <a:lnTo>
                  <a:pt x="75161" y="84153"/>
                </a:lnTo>
                <a:lnTo>
                  <a:pt x="77585" y="85896"/>
                </a:lnTo>
                <a:lnTo>
                  <a:pt x="80010" y="92333"/>
                </a:lnTo>
                <a:lnTo>
                  <a:pt x="82435" y="80690"/>
                </a:lnTo>
                <a:lnTo>
                  <a:pt x="84859" y="83549"/>
                </a:lnTo>
                <a:lnTo>
                  <a:pt x="87284" y="88457"/>
                </a:lnTo>
                <a:lnTo>
                  <a:pt x="89708" y="109045"/>
                </a:lnTo>
                <a:lnTo>
                  <a:pt x="92133" y="126115"/>
                </a:lnTo>
                <a:lnTo>
                  <a:pt x="94557" y="146505"/>
                </a:lnTo>
                <a:lnTo>
                  <a:pt x="96982" y="173710"/>
                </a:lnTo>
                <a:lnTo>
                  <a:pt x="99406" y="194552"/>
                </a:lnTo>
                <a:lnTo>
                  <a:pt x="101831" y="196600"/>
                </a:lnTo>
                <a:lnTo>
                  <a:pt x="104255" y="205215"/>
                </a:lnTo>
                <a:lnTo>
                  <a:pt x="106680" y="205569"/>
                </a:lnTo>
                <a:lnTo>
                  <a:pt x="109105" y="184660"/>
                </a:lnTo>
                <a:lnTo>
                  <a:pt x="111529" y="169837"/>
                </a:lnTo>
                <a:lnTo>
                  <a:pt x="113954" y="142283"/>
                </a:lnTo>
                <a:lnTo>
                  <a:pt x="116378" y="126185"/>
                </a:lnTo>
                <a:lnTo>
                  <a:pt x="118803" y="111818"/>
                </a:lnTo>
                <a:lnTo>
                  <a:pt x="121227" y="91190"/>
                </a:lnTo>
                <a:lnTo>
                  <a:pt x="123652" y="80465"/>
                </a:lnTo>
                <a:lnTo>
                  <a:pt x="126076" y="93674"/>
                </a:lnTo>
                <a:lnTo>
                  <a:pt x="128501" y="85658"/>
                </a:lnTo>
                <a:lnTo>
                  <a:pt x="130925" y="97483"/>
                </a:lnTo>
                <a:lnTo>
                  <a:pt x="133350" y="85808"/>
                </a:lnTo>
                <a:lnTo>
                  <a:pt x="135775" y="86515"/>
                </a:lnTo>
                <a:lnTo>
                  <a:pt x="138199" y="71198"/>
                </a:lnTo>
                <a:lnTo>
                  <a:pt x="140624" y="60265"/>
                </a:lnTo>
                <a:lnTo>
                  <a:pt x="143048" y="38854"/>
                </a:lnTo>
                <a:lnTo>
                  <a:pt x="145473" y="30981"/>
                </a:lnTo>
                <a:lnTo>
                  <a:pt x="147897" y="10958"/>
                </a:lnTo>
                <a:lnTo>
                  <a:pt x="150322" y="0"/>
                </a:lnTo>
                <a:lnTo>
                  <a:pt x="152746" y="8761"/>
                </a:lnTo>
                <a:lnTo>
                  <a:pt x="155171" y="22804"/>
                </a:lnTo>
                <a:lnTo>
                  <a:pt x="157595" y="44380"/>
                </a:lnTo>
                <a:lnTo>
                  <a:pt x="160020" y="55714"/>
                </a:lnTo>
                <a:lnTo>
                  <a:pt x="162445" y="82850"/>
                </a:lnTo>
                <a:lnTo>
                  <a:pt x="164869" y="122070"/>
                </a:lnTo>
                <a:lnTo>
                  <a:pt x="167294" y="138947"/>
                </a:lnTo>
                <a:lnTo>
                  <a:pt x="169718" y="146400"/>
                </a:lnTo>
                <a:lnTo>
                  <a:pt x="172143" y="150546"/>
                </a:lnTo>
                <a:lnTo>
                  <a:pt x="174567" y="153471"/>
                </a:lnTo>
                <a:lnTo>
                  <a:pt x="176992" y="152726"/>
                </a:lnTo>
                <a:lnTo>
                  <a:pt x="179416" y="143424"/>
                </a:lnTo>
                <a:lnTo>
                  <a:pt x="181841" y="136122"/>
                </a:lnTo>
                <a:lnTo>
                  <a:pt x="184265" y="135731"/>
                </a:lnTo>
                <a:lnTo>
                  <a:pt x="186690" y="137584"/>
                </a:lnTo>
                <a:lnTo>
                  <a:pt x="189115" y="159042"/>
                </a:lnTo>
                <a:lnTo>
                  <a:pt x="191539" y="169257"/>
                </a:lnTo>
                <a:lnTo>
                  <a:pt x="193964" y="179290"/>
                </a:lnTo>
                <a:lnTo>
                  <a:pt x="196388" y="185932"/>
                </a:lnTo>
                <a:lnTo>
                  <a:pt x="198813" y="185872"/>
                </a:lnTo>
                <a:lnTo>
                  <a:pt x="201237" y="170572"/>
                </a:lnTo>
                <a:lnTo>
                  <a:pt x="203662" y="159303"/>
                </a:lnTo>
                <a:lnTo>
                  <a:pt x="206086" y="137641"/>
                </a:lnTo>
                <a:lnTo>
                  <a:pt x="208511" y="115519"/>
                </a:lnTo>
                <a:lnTo>
                  <a:pt x="210935" y="78430"/>
                </a:lnTo>
                <a:lnTo>
                  <a:pt x="213360" y="60449"/>
                </a:lnTo>
                <a:lnTo>
                  <a:pt x="215785" y="35097"/>
                </a:lnTo>
                <a:lnTo>
                  <a:pt x="218209" y="34967"/>
                </a:lnTo>
                <a:lnTo>
                  <a:pt x="220634" y="34272"/>
                </a:lnTo>
                <a:lnTo>
                  <a:pt x="223058" y="32496"/>
                </a:lnTo>
                <a:lnTo>
                  <a:pt x="225483" y="42451"/>
                </a:lnTo>
                <a:lnTo>
                  <a:pt x="227907" y="52173"/>
                </a:lnTo>
                <a:lnTo>
                  <a:pt x="230332" y="55983"/>
                </a:lnTo>
                <a:lnTo>
                  <a:pt x="232756" y="69907"/>
                </a:lnTo>
                <a:lnTo>
                  <a:pt x="235181" y="70527"/>
                </a:lnTo>
                <a:lnTo>
                  <a:pt x="237605" y="61009"/>
                </a:lnTo>
                <a:lnTo>
                  <a:pt x="240030" y="54732"/>
                </a:lnTo>
              </a:path>
            </a:pathLst>
          </a:custGeom>
          <a:noFill/>
          <a:ln w="13847">
            <a:solidFill>
              <a:srgbClr val="394D93"/>
            </a:solidFill>
            <a:prstDash val="solid"/>
          </a:ln>
        </p:spPr>
      </p:sp>
      <p:sp>
        <p:nvSpPr>
          <p:cNvPr id="109" name="p19_rect_109">
            <a:extLst>
              <a:ext uri="{FF2B5EF4-FFF2-40B4-BE49-F238E27FC236}">
                <a16:creationId xmlns:a16="http://schemas.microsoft.com/office/drawing/2014/main" id="{97410C38-3526-4AA1-8C6F-02AF170E5EFF}"/>
              </a:ext>
            </a:extLst>
          </p:cNvPr>
          <p:cNvSpPr>
            <a:spLocks/>
          </p:cNvSpPr>
          <p:nvPr/>
        </p:nvSpPr>
        <p:spPr>
          <a:xfrm>
            <a:off x="9267410" y="2501603"/>
            <a:ext cx="183657" cy="306970"/>
          </a:xfrm>
          <a:prstGeom prst="roundRect">
            <a:avLst>
              <a:gd name="adj" fmla="val 3968"/>
            </a:avLst>
          </a:prstGeom>
          <a:solidFill>
            <a:srgbClr val="FFFFFF"/>
          </a:solidFill>
          <a:ln w="7288">
            <a:solidFill>
              <a:srgbClr val="394D93"/>
            </a:solidFill>
            <a:prstDash val="solid"/>
          </a:ln>
        </p:spPr>
      </p:sp>
      <p:sp>
        <p:nvSpPr>
          <p:cNvPr id="110" name="p19_path_110">
            <a:extLst>
              <a:ext uri="{FF2B5EF4-FFF2-40B4-BE49-F238E27FC236}">
                <a16:creationId xmlns:a16="http://schemas.microsoft.com/office/drawing/2014/main" id="{CB08759E-A975-481A-8882-0DC9EC76EB5F}"/>
              </a:ext>
            </a:extLst>
          </p:cNvPr>
          <p:cNvSpPr>
            <a:spLocks/>
          </p:cNvSpPr>
          <p:nvPr/>
        </p:nvSpPr>
        <p:spPr>
          <a:xfrm>
            <a:off x="9267410" y="2575686"/>
            <a:ext cx="183657" cy="163332"/>
          </a:xfrm>
          <a:custGeom>
            <a:avLst/>
            <a:gdLst/>
            <a:ahLst/>
            <a:cxnLst/>
            <a:rect l="0" t="0" r="0" b="0"/>
            <a:pathLst>
              <a:path w="240030" h="213466">
                <a:moveTo>
                  <a:pt x="0" y="99568"/>
                </a:moveTo>
                <a:lnTo>
                  <a:pt x="2425" y="130831"/>
                </a:lnTo>
                <a:lnTo>
                  <a:pt x="4849" y="150986"/>
                </a:lnTo>
                <a:lnTo>
                  <a:pt x="7274" y="176527"/>
                </a:lnTo>
                <a:lnTo>
                  <a:pt x="9698" y="185011"/>
                </a:lnTo>
                <a:lnTo>
                  <a:pt x="12123" y="176459"/>
                </a:lnTo>
                <a:lnTo>
                  <a:pt x="14547" y="171153"/>
                </a:lnTo>
                <a:lnTo>
                  <a:pt x="16972" y="164296"/>
                </a:lnTo>
                <a:lnTo>
                  <a:pt x="19396" y="153388"/>
                </a:lnTo>
                <a:lnTo>
                  <a:pt x="21821" y="146431"/>
                </a:lnTo>
                <a:lnTo>
                  <a:pt x="24245" y="141402"/>
                </a:lnTo>
                <a:lnTo>
                  <a:pt x="26670" y="132537"/>
                </a:lnTo>
                <a:lnTo>
                  <a:pt x="29095" y="143660"/>
                </a:lnTo>
                <a:lnTo>
                  <a:pt x="31519" y="153418"/>
                </a:lnTo>
                <a:lnTo>
                  <a:pt x="33944" y="154273"/>
                </a:lnTo>
                <a:lnTo>
                  <a:pt x="36368" y="155781"/>
                </a:lnTo>
                <a:lnTo>
                  <a:pt x="38793" y="144706"/>
                </a:lnTo>
                <a:lnTo>
                  <a:pt x="41217" y="137241"/>
                </a:lnTo>
                <a:lnTo>
                  <a:pt x="43642" y="127068"/>
                </a:lnTo>
                <a:lnTo>
                  <a:pt x="46066" y="93712"/>
                </a:lnTo>
                <a:lnTo>
                  <a:pt x="48491" y="73748"/>
                </a:lnTo>
                <a:lnTo>
                  <a:pt x="50915" y="44612"/>
                </a:lnTo>
                <a:lnTo>
                  <a:pt x="53340" y="25387"/>
                </a:lnTo>
                <a:lnTo>
                  <a:pt x="55765" y="7923"/>
                </a:lnTo>
                <a:lnTo>
                  <a:pt x="58189" y="2874"/>
                </a:lnTo>
                <a:lnTo>
                  <a:pt x="60614" y="7470"/>
                </a:lnTo>
                <a:lnTo>
                  <a:pt x="63038" y="21034"/>
                </a:lnTo>
                <a:lnTo>
                  <a:pt x="65463" y="37526"/>
                </a:lnTo>
                <a:lnTo>
                  <a:pt x="67887" y="53897"/>
                </a:lnTo>
                <a:lnTo>
                  <a:pt x="70312" y="72991"/>
                </a:lnTo>
                <a:lnTo>
                  <a:pt x="72736" y="85024"/>
                </a:lnTo>
                <a:lnTo>
                  <a:pt x="75161" y="86458"/>
                </a:lnTo>
                <a:lnTo>
                  <a:pt x="77585" y="85359"/>
                </a:lnTo>
                <a:lnTo>
                  <a:pt x="80010" y="86509"/>
                </a:lnTo>
                <a:lnTo>
                  <a:pt x="82435" y="86583"/>
                </a:lnTo>
                <a:lnTo>
                  <a:pt x="84859" y="82411"/>
                </a:lnTo>
                <a:lnTo>
                  <a:pt x="87284" y="86339"/>
                </a:lnTo>
                <a:lnTo>
                  <a:pt x="89708" y="106415"/>
                </a:lnTo>
                <a:lnTo>
                  <a:pt x="92133" y="124617"/>
                </a:lnTo>
                <a:lnTo>
                  <a:pt x="94557" y="148681"/>
                </a:lnTo>
                <a:lnTo>
                  <a:pt x="96982" y="169754"/>
                </a:lnTo>
                <a:lnTo>
                  <a:pt x="99406" y="192924"/>
                </a:lnTo>
                <a:lnTo>
                  <a:pt x="101831" y="204896"/>
                </a:lnTo>
                <a:lnTo>
                  <a:pt x="104255" y="213466"/>
                </a:lnTo>
                <a:lnTo>
                  <a:pt x="106680" y="199709"/>
                </a:lnTo>
                <a:lnTo>
                  <a:pt x="109105" y="184653"/>
                </a:lnTo>
                <a:lnTo>
                  <a:pt x="111529" y="175724"/>
                </a:lnTo>
                <a:lnTo>
                  <a:pt x="113954" y="153280"/>
                </a:lnTo>
                <a:lnTo>
                  <a:pt x="116378" y="130604"/>
                </a:lnTo>
                <a:lnTo>
                  <a:pt x="118803" y="102256"/>
                </a:lnTo>
                <a:lnTo>
                  <a:pt x="121227" y="94046"/>
                </a:lnTo>
                <a:lnTo>
                  <a:pt x="123652" y="93208"/>
                </a:lnTo>
                <a:lnTo>
                  <a:pt x="126076" y="79614"/>
                </a:lnTo>
                <a:lnTo>
                  <a:pt x="128501" y="82429"/>
                </a:lnTo>
                <a:lnTo>
                  <a:pt x="130925" y="94419"/>
                </a:lnTo>
                <a:lnTo>
                  <a:pt x="133350" y="91904"/>
                </a:lnTo>
                <a:lnTo>
                  <a:pt x="135775" y="86005"/>
                </a:lnTo>
                <a:lnTo>
                  <a:pt x="138199" y="79567"/>
                </a:lnTo>
                <a:lnTo>
                  <a:pt x="140624" y="64797"/>
                </a:lnTo>
                <a:lnTo>
                  <a:pt x="143048" y="48418"/>
                </a:lnTo>
                <a:lnTo>
                  <a:pt x="145473" y="25759"/>
                </a:lnTo>
                <a:lnTo>
                  <a:pt x="147897" y="19240"/>
                </a:lnTo>
                <a:lnTo>
                  <a:pt x="150322" y="0"/>
                </a:lnTo>
                <a:lnTo>
                  <a:pt x="152746" y="11068"/>
                </a:lnTo>
                <a:lnTo>
                  <a:pt x="155171" y="12806"/>
                </a:lnTo>
                <a:lnTo>
                  <a:pt x="157595" y="39324"/>
                </a:lnTo>
                <a:lnTo>
                  <a:pt x="160020" y="66485"/>
                </a:lnTo>
                <a:lnTo>
                  <a:pt x="162445" y="86253"/>
                </a:lnTo>
                <a:lnTo>
                  <a:pt x="164869" y="118721"/>
                </a:lnTo>
                <a:lnTo>
                  <a:pt x="167294" y="134077"/>
                </a:lnTo>
                <a:lnTo>
                  <a:pt x="169718" y="141588"/>
                </a:lnTo>
                <a:lnTo>
                  <a:pt x="172143" y="158183"/>
                </a:lnTo>
                <a:lnTo>
                  <a:pt x="174567" y="143884"/>
                </a:lnTo>
                <a:lnTo>
                  <a:pt x="176992" y="147775"/>
                </a:lnTo>
                <a:lnTo>
                  <a:pt x="179416" y="147358"/>
                </a:lnTo>
                <a:lnTo>
                  <a:pt x="181841" y="129701"/>
                </a:lnTo>
                <a:lnTo>
                  <a:pt x="184265" y="142630"/>
                </a:lnTo>
                <a:lnTo>
                  <a:pt x="186690" y="135446"/>
                </a:lnTo>
                <a:lnTo>
                  <a:pt x="189115" y="159166"/>
                </a:lnTo>
                <a:lnTo>
                  <a:pt x="191539" y="166715"/>
                </a:lnTo>
                <a:lnTo>
                  <a:pt x="193964" y="175773"/>
                </a:lnTo>
                <a:lnTo>
                  <a:pt x="196388" y="187108"/>
                </a:lnTo>
                <a:lnTo>
                  <a:pt x="198813" y="187742"/>
                </a:lnTo>
                <a:lnTo>
                  <a:pt x="201237" y="179895"/>
                </a:lnTo>
                <a:lnTo>
                  <a:pt x="203662" y="165083"/>
                </a:lnTo>
                <a:lnTo>
                  <a:pt x="206086" y="136777"/>
                </a:lnTo>
                <a:lnTo>
                  <a:pt x="208511" y="111978"/>
                </a:lnTo>
                <a:lnTo>
                  <a:pt x="210935" y="74535"/>
                </a:lnTo>
                <a:lnTo>
                  <a:pt x="213360" y="54630"/>
                </a:lnTo>
                <a:lnTo>
                  <a:pt x="215785" y="45117"/>
                </a:lnTo>
                <a:lnTo>
                  <a:pt x="218209" y="28656"/>
                </a:lnTo>
                <a:lnTo>
                  <a:pt x="220634" y="34931"/>
                </a:lnTo>
                <a:lnTo>
                  <a:pt x="223058" y="33586"/>
                </a:lnTo>
                <a:lnTo>
                  <a:pt x="225483" y="39428"/>
                </a:lnTo>
                <a:lnTo>
                  <a:pt x="227907" y="60390"/>
                </a:lnTo>
                <a:lnTo>
                  <a:pt x="230332" y="70010"/>
                </a:lnTo>
                <a:lnTo>
                  <a:pt x="232756" y="71835"/>
                </a:lnTo>
                <a:lnTo>
                  <a:pt x="235181" y="64409"/>
                </a:lnTo>
                <a:lnTo>
                  <a:pt x="237605" y="58749"/>
                </a:lnTo>
                <a:lnTo>
                  <a:pt x="240030" y="54336"/>
                </a:lnTo>
              </a:path>
            </a:pathLst>
          </a:custGeom>
          <a:noFill/>
          <a:ln w="13847">
            <a:solidFill>
              <a:srgbClr val="394D93"/>
            </a:solidFill>
            <a:prstDash val="solid"/>
          </a:ln>
        </p:spPr>
      </p:sp>
      <p:sp>
        <p:nvSpPr>
          <p:cNvPr id="111" name="p19_rect_111">
            <a:extLst>
              <a:ext uri="{FF2B5EF4-FFF2-40B4-BE49-F238E27FC236}">
                <a16:creationId xmlns:a16="http://schemas.microsoft.com/office/drawing/2014/main" id="{5D21851D-F45A-42F3-9D8E-C6C489596AE0}"/>
              </a:ext>
            </a:extLst>
          </p:cNvPr>
          <p:cNvSpPr>
            <a:spLocks/>
          </p:cNvSpPr>
          <p:nvPr/>
        </p:nvSpPr>
        <p:spPr>
          <a:xfrm>
            <a:off x="9553099" y="2501603"/>
            <a:ext cx="183657" cy="306970"/>
          </a:xfrm>
          <a:prstGeom prst="roundRect">
            <a:avLst>
              <a:gd name="adj" fmla="val 3968"/>
            </a:avLst>
          </a:prstGeom>
          <a:solidFill>
            <a:srgbClr val="FFFFFF"/>
          </a:solidFill>
          <a:ln w="7288">
            <a:solidFill>
              <a:srgbClr val="394D93"/>
            </a:solidFill>
            <a:prstDash val="solid"/>
          </a:ln>
        </p:spPr>
      </p:sp>
      <p:sp>
        <p:nvSpPr>
          <p:cNvPr id="112" name="p19_path_112">
            <a:extLst>
              <a:ext uri="{FF2B5EF4-FFF2-40B4-BE49-F238E27FC236}">
                <a16:creationId xmlns:a16="http://schemas.microsoft.com/office/drawing/2014/main" id="{FD8EE389-D3AD-431B-83F9-58F97C8AEAD8}"/>
              </a:ext>
            </a:extLst>
          </p:cNvPr>
          <p:cNvSpPr>
            <a:spLocks/>
          </p:cNvSpPr>
          <p:nvPr/>
        </p:nvSpPr>
        <p:spPr>
          <a:xfrm>
            <a:off x="9553099" y="2575681"/>
            <a:ext cx="183657" cy="159656"/>
          </a:xfrm>
          <a:custGeom>
            <a:avLst/>
            <a:gdLst/>
            <a:ahLst/>
            <a:cxnLst/>
            <a:rect l="0" t="0" r="0" b="0"/>
            <a:pathLst>
              <a:path w="240030" h="208661">
                <a:moveTo>
                  <a:pt x="0" y="99580"/>
                </a:moveTo>
                <a:lnTo>
                  <a:pt x="2425" y="132182"/>
                </a:lnTo>
                <a:lnTo>
                  <a:pt x="4849" y="161135"/>
                </a:lnTo>
                <a:lnTo>
                  <a:pt x="7274" y="177082"/>
                </a:lnTo>
                <a:lnTo>
                  <a:pt x="9698" y="180077"/>
                </a:lnTo>
                <a:lnTo>
                  <a:pt x="12123" y="187542"/>
                </a:lnTo>
                <a:lnTo>
                  <a:pt x="14547" y="177545"/>
                </a:lnTo>
                <a:lnTo>
                  <a:pt x="16972" y="163060"/>
                </a:lnTo>
                <a:lnTo>
                  <a:pt x="19396" y="146117"/>
                </a:lnTo>
                <a:lnTo>
                  <a:pt x="21821" y="147289"/>
                </a:lnTo>
                <a:lnTo>
                  <a:pt x="24245" y="133316"/>
                </a:lnTo>
                <a:lnTo>
                  <a:pt x="26670" y="142688"/>
                </a:lnTo>
                <a:lnTo>
                  <a:pt x="29095" y="143324"/>
                </a:lnTo>
                <a:lnTo>
                  <a:pt x="31519" y="152711"/>
                </a:lnTo>
                <a:lnTo>
                  <a:pt x="33944" y="157661"/>
                </a:lnTo>
                <a:lnTo>
                  <a:pt x="36368" y="162692"/>
                </a:lnTo>
                <a:lnTo>
                  <a:pt x="38793" y="146982"/>
                </a:lnTo>
                <a:lnTo>
                  <a:pt x="41217" y="137473"/>
                </a:lnTo>
                <a:lnTo>
                  <a:pt x="43642" y="116684"/>
                </a:lnTo>
                <a:lnTo>
                  <a:pt x="46066" y="92041"/>
                </a:lnTo>
                <a:lnTo>
                  <a:pt x="48491" y="69178"/>
                </a:lnTo>
                <a:lnTo>
                  <a:pt x="50915" y="38142"/>
                </a:lnTo>
                <a:lnTo>
                  <a:pt x="53340" y="20508"/>
                </a:lnTo>
                <a:lnTo>
                  <a:pt x="55765" y="8992"/>
                </a:lnTo>
                <a:lnTo>
                  <a:pt x="58189" y="4620"/>
                </a:lnTo>
                <a:lnTo>
                  <a:pt x="60614" y="14021"/>
                </a:lnTo>
                <a:lnTo>
                  <a:pt x="63038" y="29919"/>
                </a:lnTo>
                <a:lnTo>
                  <a:pt x="65463" y="48895"/>
                </a:lnTo>
                <a:lnTo>
                  <a:pt x="67887" y="65900"/>
                </a:lnTo>
                <a:lnTo>
                  <a:pt x="70312" y="82142"/>
                </a:lnTo>
                <a:lnTo>
                  <a:pt x="72736" y="78922"/>
                </a:lnTo>
                <a:lnTo>
                  <a:pt x="75161" y="88762"/>
                </a:lnTo>
                <a:lnTo>
                  <a:pt x="77585" y="84822"/>
                </a:lnTo>
                <a:lnTo>
                  <a:pt x="80010" y="80685"/>
                </a:lnTo>
                <a:lnTo>
                  <a:pt x="82435" y="77663"/>
                </a:lnTo>
                <a:lnTo>
                  <a:pt x="84859" y="81273"/>
                </a:lnTo>
                <a:lnTo>
                  <a:pt x="87284" y="84221"/>
                </a:lnTo>
                <a:lnTo>
                  <a:pt x="89708" y="103785"/>
                </a:lnTo>
                <a:lnTo>
                  <a:pt x="92133" y="123119"/>
                </a:lnTo>
                <a:lnTo>
                  <a:pt x="94557" y="136045"/>
                </a:lnTo>
                <a:lnTo>
                  <a:pt x="96982" y="165798"/>
                </a:lnTo>
                <a:lnTo>
                  <a:pt x="99406" y="191295"/>
                </a:lnTo>
                <a:lnTo>
                  <a:pt x="101831" y="198379"/>
                </a:lnTo>
                <a:lnTo>
                  <a:pt x="104255" y="206904"/>
                </a:lnTo>
                <a:lnTo>
                  <a:pt x="106680" y="208661"/>
                </a:lnTo>
                <a:lnTo>
                  <a:pt x="109105" y="184647"/>
                </a:lnTo>
                <a:lnTo>
                  <a:pt x="111529" y="166798"/>
                </a:lnTo>
                <a:lnTo>
                  <a:pt x="113954" y="149464"/>
                </a:lnTo>
                <a:lnTo>
                  <a:pt x="116378" y="120210"/>
                </a:lnTo>
                <a:lnTo>
                  <a:pt x="118803" y="107508"/>
                </a:lnTo>
                <a:lnTo>
                  <a:pt x="121227" y="96901"/>
                </a:lnTo>
                <a:lnTo>
                  <a:pt x="123652" y="91138"/>
                </a:lnTo>
                <a:lnTo>
                  <a:pt x="126076" y="80368"/>
                </a:lnTo>
                <a:lnTo>
                  <a:pt x="128501" y="94015"/>
                </a:lnTo>
                <a:lnTo>
                  <a:pt x="130925" y="91356"/>
                </a:lnTo>
                <a:lnTo>
                  <a:pt x="133350" y="98001"/>
                </a:lnTo>
                <a:lnTo>
                  <a:pt x="135775" y="85496"/>
                </a:lnTo>
                <a:lnTo>
                  <a:pt x="138199" y="73123"/>
                </a:lnTo>
                <a:lnTo>
                  <a:pt x="140624" y="69329"/>
                </a:lnTo>
                <a:lnTo>
                  <a:pt x="143048" y="43168"/>
                </a:lnTo>
                <a:lnTo>
                  <a:pt x="145473" y="20536"/>
                </a:lnTo>
                <a:lnTo>
                  <a:pt x="147897" y="12709"/>
                </a:lnTo>
                <a:lnTo>
                  <a:pt x="150322" y="0"/>
                </a:lnTo>
                <a:lnTo>
                  <a:pt x="152746" y="13376"/>
                </a:lnTo>
                <a:lnTo>
                  <a:pt x="155171" y="17621"/>
                </a:lnTo>
                <a:lnTo>
                  <a:pt x="157595" y="34268"/>
                </a:lnTo>
                <a:lnTo>
                  <a:pt x="160020" y="62443"/>
                </a:lnTo>
                <a:lnTo>
                  <a:pt x="162445" y="89657"/>
                </a:lnTo>
                <a:lnTo>
                  <a:pt x="164869" y="115372"/>
                </a:lnTo>
                <a:lnTo>
                  <a:pt x="167294" y="129207"/>
                </a:lnTo>
                <a:lnTo>
                  <a:pt x="169718" y="151589"/>
                </a:lnTo>
                <a:lnTo>
                  <a:pt x="172143" y="151006"/>
                </a:lnTo>
                <a:lnTo>
                  <a:pt x="174567" y="149109"/>
                </a:lnTo>
                <a:lnTo>
                  <a:pt x="176992" y="142823"/>
                </a:lnTo>
                <a:lnTo>
                  <a:pt x="179416" y="136479"/>
                </a:lnTo>
                <a:lnTo>
                  <a:pt x="181841" y="138093"/>
                </a:lnTo>
                <a:lnTo>
                  <a:pt x="184265" y="134715"/>
                </a:lnTo>
                <a:lnTo>
                  <a:pt x="186690" y="148121"/>
                </a:lnTo>
                <a:lnTo>
                  <a:pt x="189115" y="159290"/>
                </a:lnTo>
                <a:lnTo>
                  <a:pt x="191539" y="164173"/>
                </a:lnTo>
                <a:lnTo>
                  <a:pt x="193964" y="172255"/>
                </a:lnTo>
                <a:lnTo>
                  <a:pt x="196388" y="188285"/>
                </a:lnTo>
                <a:lnTo>
                  <a:pt x="198813" y="189612"/>
                </a:lnTo>
                <a:lnTo>
                  <a:pt x="201237" y="174405"/>
                </a:lnTo>
                <a:lnTo>
                  <a:pt x="203662" y="156050"/>
                </a:lnTo>
                <a:lnTo>
                  <a:pt x="206086" y="135913"/>
                </a:lnTo>
                <a:lnTo>
                  <a:pt x="208511" y="108436"/>
                </a:lnTo>
                <a:lnTo>
                  <a:pt x="210935" y="85454"/>
                </a:lnTo>
                <a:lnTo>
                  <a:pt x="213360" y="63623"/>
                </a:lnTo>
                <a:lnTo>
                  <a:pt x="215785" y="40323"/>
                </a:lnTo>
                <a:lnTo>
                  <a:pt x="218209" y="22345"/>
                </a:lnTo>
                <a:lnTo>
                  <a:pt x="220634" y="20776"/>
                </a:lnTo>
                <a:lnTo>
                  <a:pt x="223058" y="34675"/>
                </a:lnTo>
                <a:lnTo>
                  <a:pt x="225483" y="36404"/>
                </a:lnTo>
                <a:lnTo>
                  <a:pt x="227907" y="53793"/>
                </a:lnTo>
                <a:lnTo>
                  <a:pt x="230332" y="69223"/>
                </a:lnTo>
                <a:lnTo>
                  <a:pt x="232756" y="73762"/>
                </a:lnTo>
                <a:lnTo>
                  <a:pt x="235181" y="73105"/>
                </a:lnTo>
                <a:lnTo>
                  <a:pt x="237605" y="56489"/>
                </a:lnTo>
                <a:lnTo>
                  <a:pt x="240030" y="53940"/>
                </a:lnTo>
              </a:path>
            </a:pathLst>
          </a:custGeom>
          <a:noFill/>
          <a:ln w="13847">
            <a:solidFill>
              <a:srgbClr val="394D93"/>
            </a:solidFill>
            <a:prstDash val="solid"/>
          </a:ln>
        </p:spPr>
      </p:sp>
      <p:sp>
        <p:nvSpPr>
          <p:cNvPr id="113" name="p19_rect_113">
            <a:extLst>
              <a:ext uri="{FF2B5EF4-FFF2-40B4-BE49-F238E27FC236}">
                <a16:creationId xmlns:a16="http://schemas.microsoft.com/office/drawing/2014/main" id="{6E4AA392-FCDE-495F-8D26-F5BF87D0BAE2}"/>
              </a:ext>
            </a:extLst>
          </p:cNvPr>
          <p:cNvSpPr>
            <a:spLocks/>
          </p:cNvSpPr>
          <p:nvPr/>
        </p:nvSpPr>
        <p:spPr>
          <a:xfrm>
            <a:off x="10002040" y="2389441"/>
            <a:ext cx="69382" cy="519488"/>
          </a:xfrm>
          <a:prstGeom prst="roundRect">
            <a:avLst>
              <a:gd name="adj" fmla="val 10504"/>
            </a:avLst>
          </a:prstGeom>
          <a:gradFill>
            <a:gsLst>
              <a:gs pos="0">
                <a:srgbClr val="E5EAF8"/>
              </a:gs>
              <a:gs pos="100000">
                <a:srgbClr val="C4CEEB"/>
              </a:gs>
            </a:gsLst>
            <a:lin ang="5400000"/>
          </a:gradFill>
          <a:ln w="7288">
            <a:solidFill>
              <a:srgbClr val="394D93"/>
            </a:solidFill>
            <a:prstDash val="solid"/>
          </a:ln>
        </p:spPr>
      </p:sp>
      <p:sp>
        <p:nvSpPr>
          <p:cNvPr id="114" name="p19_rect_114">
            <a:extLst>
              <a:ext uri="{FF2B5EF4-FFF2-40B4-BE49-F238E27FC236}">
                <a16:creationId xmlns:a16="http://schemas.microsoft.com/office/drawing/2014/main" id="{A7CA544D-92A1-404E-A69A-8E8C58DE836C}"/>
              </a:ext>
            </a:extLst>
          </p:cNvPr>
          <p:cNvSpPr>
            <a:spLocks/>
          </p:cNvSpPr>
          <p:nvPr/>
        </p:nvSpPr>
        <p:spPr>
          <a:xfrm>
            <a:off x="10108153" y="2389441"/>
            <a:ext cx="69382" cy="519488"/>
          </a:xfrm>
          <a:prstGeom prst="roundRect">
            <a:avLst>
              <a:gd name="adj" fmla="val 10504"/>
            </a:avLst>
          </a:prstGeom>
          <a:gradFill>
            <a:gsLst>
              <a:gs pos="0">
                <a:srgbClr val="E5EAF8"/>
              </a:gs>
              <a:gs pos="100000">
                <a:srgbClr val="C4CEEB"/>
              </a:gs>
            </a:gsLst>
            <a:lin ang="5400000"/>
          </a:gradFill>
          <a:ln w="7288">
            <a:solidFill>
              <a:srgbClr val="394D93"/>
            </a:solidFill>
            <a:prstDash val="solid"/>
          </a:ln>
        </p:spPr>
      </p:sp>
      <p:sp>
        <p:nvSpPr>
          <p:cNvPr id="115" name="p19_rect_115">
            <a:extLst>
              <a:ext uri="{FF2B5EF4-FFF2-40B4-BE49-F238E27FC236}">
                <a16:creationId xmlns:a16="http://schemas.microsoft.com/office/drawing/2014/main" id="{E5183A2F-CDDF-430F-B6CE-4C5DB20740F9}"/>
              </a:ext>
            </a:extLst>
          </p:cNvPr>
          <p:cNvSpPr>
            <a:spLocks/>
          </p:cNvSpPr>
          <p:nvPr/>
        </p:nvSpPr>
        <p:spPr>
          <a:xfrm>
            <a:off x="10214266" y="2389441"/>
            <a:ext cx="69382" cy="519488"/>
          </a:xfrm>
          <a:prstGeom prst="roundRect">
            <a:avLst>
              <a:gd name="adj" fmla="val 10504"/>
            </a:avLst>
          </a:prstGeom>
          <a:gradFill>
            <a:gsLst>
              <a:gs pos="0">
                <a:srgbClr val="E5EAF8"/>
              </a:gs>
              <a:gs pos="100000">
                <a:srgbClr val="C4CEEB"/>
              </a:gs>
            </a:gsLst>
            <a:lin ang="5400000"/>
          </a:gradFill>
          <a:ln w="7288">
            <a:solidFill>
              <a:srgbClr val="394D93"/>
            </a:solidFill>
            <a:prstDash val="solid"/>
          </a:ln>
        </p:spPr>
      </p:sp>
      <p:sp>
        <p:nvSpPr>
          <p:cNvPr id="116" name="p19_rect_116">
            <a:extLst>
              <a:ext uri="{FF2B5EF4-FFF2-40B4-BE49-F238E27FC236}">
                <a16:creationId xmlns:a16="http://schemas.microsoft.com/office/drawing/2014/main" id="{B714CB66-530E-4F5F-952D-48FD1B0B001C}"/>
              </a:ext>
            </a:extLst>
          </p:cNvPr>
          <p:cNvSpPr>
            <a:spLocks/>
          </p:cNvSpPr>
          <p:nvPr/>
        </p:nvSpPr>
        <p:spPr>
          <a:xfrm>
            <a:off x="10320379" y="2389441"/>
            <a:ext cx="69382" cy="519488"/>
          </a:xfrm>
          <a:prstGeom prst="roundRect">
            <a:avLst>
              <a:gd name="adj" fmla="val 10504"/>
            </a:avLst>
          </a:prstGeom>
          <a:gradFill>
            <a:gsLst>
              <a:gs pos="0">
                <a:srgbClr val="E5EAF8"/>
              </a:gs>
              <a:gs pos="100000">
                <a:srgbClr val="C4CEEB"/>
              </a:gs>
            </a:gsLst>
            <a:lin ang="5400000"/>
          </a:gradFill>
          <a:ln w="7288">
            <a:solidFill>
              <a:srgbClr val="394D93"/>
            </a:solidFill>
            <a:prstDash val="solid"/>
          </a:ln>
        </p:spPr>
      </p:sp>
      <p:sp>
        <p:nvSpPr>
          <p:cNvPr id="117" name="p19_rect_117">
            <a:extLst>
              <a:ext uri="{FF2B5EF4-FFF2-40B4-BE49-F238E27FC236}">
                <a16:creationId xmlns:a16="http://schemas.microsoft.com/office/drawing/2014/main" id="{425CC5E4-F563-47FA-A95D-B1A050D545C1}"/>
              </a:ext>
            </a:extLst>
          </p:cNvPr>
          <p:cNvSpPr>
            <a:spLocks/>
          </p:cNvSpPr>
          <p:nvPr/>
        </p:nvSpPr>
        <p:spPr>
          <a:xfrm>
            <a:off x="10614231" y="2354021"/>
            <a:ext cx="734630" cy="590327"/>
          </a:xfrm>
          <a:prstGeom prst="roundRect">
            <a:avLst>
              <a:gd name="adj" fmla="val 7407"/>
            </a:avLst>
          </a:prstGeom>
          <a:gradFill>
            <a:gsLst>
              <a:gs pos="0">
                <a:srgbClr val="FEFEFF"/>
              </a:gs>
              <a:gs pos="100000">
                <a:srgbClr val="EDF0F8"/>
              </a:gs>
            </a:gsLst>
            <a:lin ang="5400000"/>
          </a:gradFill>
          <a:ln w="8746">
            <a:solidFill>
              <a:srgbClr val="394D93"/>
            </a:solidFill>
            <a:prstDash val="solid"/>
          </a:ln>
        </p:spPr>
      </p:sp>
      <p:sp>
        <p:nvSpPr>
          <p:cNvPr id="118" name="p19_path_118">
            <a:extLst>
              <a:ext uri="{FF2B5EF4-FFF2-40B4-BE49-F238E27FC236}">
                <a16:creationId xmlns:a16="http://schemas.microsoft.com/office/drawing/2014/main" id="{D55BD3BE-A01B-49CB-A70F-956FD3B01D1B}"/>
              </a:ext>
            </a:extLst>
          </p:cNvPr>
          <p:cNvSpPr>
            <a:spLocks/>
          </p:cNvSpPr>
          <p:nvPr/>
        </p:nvSpPr>
        <p:spPr>
          <a:xfrm>
            <a:off x="10450980" y="2649185"/>
            <a:ext cx="134682" cy="729"/>
          </a:xfrm>
          <a:custGeom>
            <a:avLst/>
            <a:gdLst/>
            <a:ahLst/>
            <a:cxnLst/>
            <a:rect l="0" t="0" r="0" b="0"/>
            <a:pathLst>
              <a:path w="176022" h="953">
                <a:moveTo>
                  <a:pt x="0" y="0"/>
                </a:moveTo>
                <a:lnTo>
                  <a:pt x="176022" y="0"/>
                </a:lnTo>
              </a:path>
            </a:pathLst>
          </a:custGeom>
          <a:noFill/>
          <a:ln w="10203">
            <a:solidFill>
              <a:srgbClr val="394D93"/>
            </a:solidFill>
            <a:prstDash val="solid"/>
          </a:ln>
        </p:spPr>
      </p:sp>
      <p:sp>
        <p:nvSpPr>
          <p:cNvPr id="119" name="p19_path_119">
            <a:extLst>
              <a:ext uri="{FF2B5EF4-FFF2-40B4-BE49-F238E27FC236}">
                <a16:creationId xmlns:a16="http://schemas.microsoft.com/office/drawing/2014/main" id="{4A200A27-B096-438E-9C32-4C10EFEEDDCE}"/>
              </a:ext>
            </a:extLst>
          </p:cNvPr>
          <p:cNvSpPr>
            <a:spLocks/>
          </p:cNvSpPr>
          <p:nvPr/>
        </p:nvSpPr>
        <p:spPr>
          <a:xfrm>
            <a:off x="10498206" y="2610704"/>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20" name="p19_path_120">
            <a:extLst>
              <a:ext uri="{FF2B5EF4-FFF2-40B4-BE49-F238E27FC236}">
                <a16:creationId xmlns:a16="http://schemas.microsoft.com/office/drawing/2014/main" id="{A18EF680-4FF3-438C-8E91-1BBDB1481657}"/>
              </a:ext>
            </a:extLst>
          </p:cNvPr>
          <p:cNvSpPr>
            <a:spLocks/>
          </p:cNvSpPr>
          <p:nvPr/>
        </p:nvSpPr>
        <p:spPr>
          <a:xfrm>
            <a:off x="11430486" y="2493275"/>
            <a:ext cx="489753" cy="336525"/>
          </a:xfrm>
          <a:custGeom>
            <a:avLst/>
            <a:gdLst/>
            <a:ahLst/>
            <a:cxnLst/>
            <a:rect l="0" t="0" r="0" b="0"/>
            <a:pathLst>
              <a:path w="640080" h="439819">
                <a:moveTo>
                  <a:pt x="0" y="158295"/>
                </a:moveTo>
                <a:lnTo>
                  <a:pt x="6465" y="257243"/>
                </a:lnTo>
                <a:lnTo>
                  <a:pt x="12931" y="248365"/>
                </a:lnTo>
                <a:lnTo>
                  <a:pt x="19396" y="344257"/>
                </a:lnTo>
                <a:lnTo>
                  <a:pt x="25862" y="304447"/>
                </a:lnTo>
                <a:lnTo>
                  <a:pt x="32327" y="330644"/>
                </a:lnTo>
                <a:lnTo>
                  <a:pt x="38793" y="323364"/>
                </a:lnTo>
                <a:lnTo>
                  <a:pt x="45258" y="261431"/>
                </a:lnTo>
                <a:lnTo>
                  <a:pt x="51724" y="233236"/>
                </a:lnTo>
                <a:lnTo>
                  <a:pt x="58189" y="248995"/>
                </a:lnTo>
                <a:lnTo>
                  <a:pt x="64655" y="155775"/>
                </a:lnTo>
                <a:lnTo>
                  <a:pt x="71120" y="25519"/>
                </a:lnTo>
                <a:lnTo>
                  <a:pt x="77585" y="12025"/>
                </a:lnTo>
                <a:lnTo>
                  <a:pt x="84051" y="205096"/>
                </a:lnTo>
                <a:lnTo>
                  <a:pt x="90516" y="192727"/>
                </a:lnTo>
                <a:lnTo>
                  <a:pt x="96982" y="293884"/>
                </a:lnTo>
                <a:lnTo>
                  <a:pt x="103447" y="262847"/>
                </a:lnTo>
                <a:lnTo>
                  <a:pt x="109913" y="364579"/>
                </a:lnTo>
                <a:lnTo>
                  <a:pt x="116378" y="346819"/>
                </a:lnTo>
                <a:lnTo>
                  <a:pt x="122844" y="428081"/>
                </a:lnTo>
                <a:lnTo>
                  <a:pt x="129309" y="204000"/>
                </a:lnTo>
                <a:lnTo>
                  <a:pt x="135775" y="146066"/>
                </a:lnTo>
                <a:lnTo>
                  <a:pt x="142240" y="200732"/>
                </a:lnTo>
                <a:lnTo>
                  <a:pt x="148705" y="269201"/>
                </a:lnTo>
                <a:lnTo>
                  <a:pt x="155171" y="200765"/>
                </a:lnTo>
                <a:lnTo>
                  <a:pt x="161636" y="192783"/>
                </a:lnTo>
                <a:lnTo>
                  <a:pt x="168102" y="76834"/>
                </a:lnTo>
                <a:lnTo>
                  <a:pt x="174567" y="18775"/>
                </a:lnTo>
                <a:lnTo>
                  <a:pt x="181033" y="266797"/>
                </a:lnTo>
                <a:lnTo>
                  <a:pt x="187498" y="330029"/>
                </a:lnTo>
                <a:lnTo>
                  <a:pt x="193964" y="257967"/>
                </a:lnTo>
                <a:lnTo>
                  <a:pt x="200429" y="368344"/>
                </a:lnTo>
                <a:lnTo>
                  <a:pt x="206895" y="329347"/>
                </a:lnTo>
                <a:lnTo>
                  <a:pt x="213360" y="435614"/>
                </a:lnTo>
                <a:lnTo>
                  <a:pt x="219825" y="319415"/>
                </a:lnTo>
                <a:lnTo>
                  <a:pt x="226291" y="340164"/>
                </a:lnTo>
                <a:lnTo>
                  <a:pt x="232756" y="147908"/>
                </a:lnTo>
                <a:lnTo>
                  <a:pt x="239222" y="273889"/>
                </a:lnTo>
                <a:lnTo>
                  <a:pt x="245687" y="145818"/>
                </a:lnTo>
                <a:lnTo>
                  <a:pt x="252153" y="9928"/>
                </a:lnTo>
                <a:lnTo>
                  <a:pt x="258618" y="176999"/>
                </a:lnTo>
                <a:lnTo>
                  <a:pt x="265084" y="104104"/>
                </a:lnTo>
                <a:lnTo>
                  <a:pt x="271549" y="39661"/>
                </a:lnTo>
                <a:lnTo>
                  <a:pt x="278015" y="121175"/>
                </a:lnTo>
                <a:lnTo>
                  <a:pt x="284480" y="267443"/>
                </a:lnTo>
                <a:lnTo>
                  <a:pt x="290945" y="208013"/>
                </a:lnTo>
                <a:lnTo>
                  <a:pt x="297411" y="353282"/>
                </a:lnTo>
                <a:lnTo>
                  <a:pt x="303876" y="272421"/>
                </a:lnTo>
                <a:lnTo>
                  <a:pt x="310342" y="310858"/>
                </a:lnTo>
                <a:lnTo>
                  <a:pt x="316807" y="178687"/>
                </a:lnTo>
                <a:lnTo>
                  <a:pt x="323273" y="311259"/>
                </a:lnTo>
                <a:lnTo>
                  <a:pt x="329738" y="271318"/>
                </a:lnTo>
                <a:lnTo>
                  <a:pt x="336204" y="61360"/>
                </a:lnTo>
                <a:lnTo>
                  <a:pt x="342669" y="50320"/>
                </a:lnTo>
                <a:lnTo>
                  <a:pt x="349135" y="0"/>
                </a:lnTo>
                <a:lnTo>
                  <a:pt x="355600" y="105352"/>
                </a:lnTo>
                <a:lnTo>
                  <a:pt x="362065" y="155217"/>
                </a:lnTo>
                <a:lnTo>
                  <a:pt x="368531" y="64633"/>
                </a:lnTo>
                <a:lnTo>
                  <a:pt x="374996" y="195470"/>
                </a:lnTo>
                <a:lnTo>
                  <a:pt x="381462" y="386338"/>
                </a:lnTo>
                <a:lnTo>
                  <a:pt x="387927" y="357420"/>
                </a:lnTo>
                <a:lnTo>
                  <a:pt x="394393" y="274498"/>
                </a:lnTo>
                <a:lnTo>
                  <a:pt x="400858" y="245226"/>
                </a:lnTo>
                <a:lnTo>
                  <a:pt x="407324" y="234994"/>
                </a:lnTo>
                <a:lnTo>
                  <a:pt x="413789" y="214893"/>
                </a:lnTo>
                <a:lnTo>
                  <a:pt x="420255" y="121940"/>
                </a:lnTo>
                <a:lnTo>
                  <a:pt x="426720" y="228807"/>
                </a:lnTo>
                <a:lnTo>
                  <a:pt x="433185" y="87452"/>
                </a:lnTo>
                <a:lnTo>
                  <a:pt x="439651" y="177732"/>
                </a:lnTo>
                <a:lnTo>
                  <a:pt x="446116" y="40323"/>
                </a:lnTo>
                <a:lnTo>
                  <a:pt x="452582" y="234386"/>
                </a:lnTo>
                <a:lnTo>
                  <a:pt x="459047" y="93347"/>
                </a:lnTo>
                <a:lnTo>
                  <a:pt x="465513" y="268543"/>
                </a:lnTo>
                <a:lnTo>
                  <a:pt x="471978" y="196856"/>
                </a:lnTo>
                <a:lnTo>
                  <a:pt x="478444" y="375316"/>
                </a:lnTo>
                <a:lnTo>
                  <a:pt x="484909" y="327271"/>
                </a:lnTo>
                <a:lnTo>
                  <a:pt x="491375" y="243118"/>
                </a:lnTo>
                <a:lnTo>
                  <a:pt x="497840" y="398561"/>
                </a:lnTo>
                <a:lnTo>
                  <a:pt x="504305" y="192481"/>
                </a:lnTo>
                <a:lnTo>
                  <a:pt x="510771" y="316698"/>
                </a:lnTo>
                <a:lnTo>
                  <a:pt x="517236" y="117046"/>
                </a:lnTo>
                <a:lnTo>
                  <a:pt x="523702" y="126448"/>
                </a:lnTo>
                <a:lnTo>
                  <a:pt x="530167" y="102197"/>
                </a:lnTo>
                <a:lnTo>
                  <a:pt x="536633" y="108183"/>
                </a:lnTo>
                <a:lnTo>
                  <a:pt x="543098" y="83466"/>
                </a:lnTo>
                <a:lnTo>
                  <a:pt x="549564" y="68761"/>
                </a:lnTo>
                <a:lnTo>
                  <a:pt x="556029" y="165057"/>
                </a:lnTo>
                <a:lnTo>
                  <a:pt x="562495" y="176781"/>
                </a:lnTo>
                <a:lnTo>
                  <a:pt x="568960" y="332298"/>
                </a:lnTo>
                <a:lnTo>
                  <a:pt x="575425" y="390575"/>
                </a:lnTo>
                <a:lnTo>
                  <a:pt x="581891" y="237968"/>
                </a:lnTo>
                <a:lnTo>
                  <a:pt x="588356" y="439819"/>
                </a:lnTo>
                <a:lnTo>
                  <a:pt x="594822" y="216148"/>
                </a:lnTo>
                <a:lnTo>
                  <a:pt x="601287" y="323555"/>
                </a:lnTo>
                <a:lnTo>
                  <a:pt x="607753" y="125189"/>
                </a:lnTo>
                <a:lnTo>
                  <a:pt x="614218" y="241042"/>
                </a:lnTo>
                <a:lnTo>
                  <a:pt x="620684" y="166387"/>
                </a:lnTo>
                <a:lnTo>
                  <a:pt x="627149" y="45997"/>
                </a:lnTo>
                <a:lnTo>
                  <a:pt x="633615" y="205954"/>
                </a:lnTo>
                <a:lnTo>
                  <a:pt x="640080" y="212691"/>
                </a:lnTo>
              </a:path>
            </a:pathLst>
          </a:custGeom>
          <a:noFill/>
          <a:ln w="13847">
            <a:solidFill>
              <a:srgbClr val="9C3E76"/>
            </a:solidFill>
            <a:prstDash val="solid"/>
          </a:ln>
        </p:spPr>
      </p:sp>
      <p:sp>
        <p:nvSpPr>
          <p:cNvPr id="121" name="p19_path_121">
            <a:extLst>
              <a:ext uri="{FF2B5EF4-FFF2-40B4-BE49-F238E27FC236}">
                <a16:creationId xmlns:a16="http://schemas.microsoft.com/office/drawing/2014/main" id="{A234D6DF-9EC4-436C-8EEB-5675FFAF212A}"/>
              </a:ext>
            </a:extLst>
          </p:cNvPr>
          <p:cNvSpPr>
            <a:spLocks/>
          </p:cNvSpPr>
          <p:nvPr/>
        </p:nvSpPr>
        <p:spPr>
          <a:xfrm>
            <a:off x="11308048" y="2649185"/>
            <a:ext cx="102032" cy="729"/>
          </a:xfrm>
          <a:custGeom>
            <a:avLst/>
            <a:gdLst/>
            <a:ahLst/>
            <a:cxnLst/>
            <a:rect l="0" t="0" r="0" b="0"/>
            <a:pathLst>
              <a:path w="133350" h="953">
                <a:moveTo>
                  <a:pt x="0" y="0"/>
                </a:moveTo>
                <a:lnTo>
                  <a:pt x="133350" y="0"/>
                </a:lnTo>
              </a:path>
            </a:pathLst>
          </a:custGeom>
          <a:noFill/>
          <a:ln w="10203">
            <a:solidFill>
              <a:srgbClr val="394D93"/>
            </a:solidFill>
            <a:prstDash val="solid"/>
          </a:ln>
        </p:spPr>
      </p:sp>
      <p:sp>
        <p:nvSpPr>
          <p:cNvPr id="122" name="p19_path_122">
            <a:extLst>
              <a:ext uri="{FF2B5EF4-FFF2-40B4-BE49-F238E27FC236}">
                <a16:creationId xmlns:a16="http://schemas.microsoft.com/office/drawing/2014/main" id="{30119286-D92B-442D-A7E8-2D4A8F375D14}"/>
              </a:ext>
            </a:extLst>
          </p:cNvPr>
          <p:cNvSpPr>
            <a:spLocks/>
          </p:cNvSpPr>
          <p:nvPr/>
        </p:nvSpPr>
        <p:spPr>
          <a:xfrm>
            <a:off x="11322624" y="2610704"/>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23" name="p19_rect_123">
            <a:extLst>
              <a:ext uri="{FF2B5EF4-FFF2-40B4-BE49-F238E27FC236}">
                <a16:creationId xmlns:a16="http://schemas.microsoft.com/office/drawing/2014/main" id="{E7806EF4-E942-4CD5-986D-7B1AC3308D36}"/>
              </a:ext>
            </a:extLst>
          </p:cNvPr>
          <p:cNvSpPr>
            <a:spLocks/>
          </p:cNvSpPr>
          <p:nvPr/>
        </p:nvSpPr>
        <p:spPr>
          <a:xfrm>
            <a:off x="8075095" y="3082820"/>
            <a:ext cx="3935515" cy="1013031"/>
          </a:xfrm>
          <a:prstGeom prst="roundRect">
            <a:avLst>
              <a:gd name="adj" fmla="val 6475"/>
            </a:avLst>
          </a:prstGeom>
          <a:solidFill>
            <a:srgbClr val="FFFFFF"/>
          </a:solidFill>
          <a:ln w="8017">
            <a:solidFill>
              <a:srgbClr val="8599C3"/>
            </a:solidFill>
            <a:prstDash val="solid"/>
          </a:ln>
        </p:spPr>
      </p:sp>
      <p:sp>
        <p:nvSpPr>
          <p:cNvPr id="124" name="p19_path_124">
            <a:extLst>
              <a:ext uri="{FF2B5EF4-FFF2-40B4-BE49-F238E27FC236}">
                <a16:creationId xmlns:a16="http://schemas.microsoft.com/office/drawing/2014/main" id="{228053B4-E5E9-469C-B3CC-F9B10D2A9C26}"/>
              </a:ext>
            </a:extLst>
          </p:cNvPr>
          <p:cNvSpPr>
            <a:spLocks/>
          </p:cNvSpPr>
          <p:nvPr/>
        </p:nvSpPr>
        <p:spPr>
          <a:xfrm>
            <a:off x="8162550" y="3562037"/>
            <a:ext cx="510159" cy="357345"/>
          </a:xfrm>
          <a:custGeom>
            <a:avLst/>
            <a:gdLst/>
            <a:ahLst/>
            <a:cxnLst/>
            <a:rect l="0" t="0" r="0" b="0"/>
            <a:pathLst>
              <a:path w="666750" h="467030">
                <a:moveTo>
                  <a:pt x="0" y="170163"/>
                </a:moveTo>
                <a:lnTo>
                  <a:pt x="6735" y="270670"/>
                </a:lnTo>
                <a:lnTo>
                  <a:pt x="13470" y="373235"/>
                </a:lnTo>
                <a:lnTo>
                  <a:pt x="20205" y="259757"/>
                </a:lnTo>
                <a:lnTo>
                  <a:pt x="26939" y="238137"/>
                </a:lnTo>
                <a:lnTo>
                  <a:pt x="33674" y="289761"/>
                </a:lnTo>
                <a:lnTo>
                  <a:pt x="40409" y="398099"/>
                </a:lnTo>
                <a:lnTo>
                  <a:pt x="47144" y="255738"/>
                </a:lnTo>
                <a:lnTo>
                  <a:pt x="53879" y="103608"/>
                </a:lnTo>
                <a:lnTo>
                  <a:pt x="60614" y="110741"/>
                </a:lnTo>
                <a:lnTo>
                  <a:pt x="67348" y="170819"/>
                </a:lnTo>
                <a:lnTo>
                  <a:pt x="74083" y="150116"/>
                </a:lnTo>
                <a:lnTo>
                  <a:pt x="80818" y="85788"/>
                </a:lnTo>
                <a:lnTo>
                  <a:pt x="87553" y="105574"/>
                </a:lnTo>
                <a:lnTo>
                  <a:pt x="94288" y="322428"/>
                </a:lnTo>
                <a:lnTo>
                  <a:pt x="101023" y="276384"/>
                </a:lnTo>
                <a:lnTo>
                  <a:pt x="107758" y="351147"/>
                </a:lnTo>
                <a:lnTo>
                  <a:pt x="114492" y="337475"/>
                </a:lnTo>
                <a:lnTo>
                  <a:pt x="121227" y="291679"/>
                </a:lnTo>
                <a:lnTo>
                  <a:pt x="127962" y="260491"/>
                </a:lnTo>
                <a:lnTo>
                  <a:pt x="134697" y="312088"/>
                </a:lnTo>
                <a:lnTo>
                  <a:pt x="141432" y="352416"/>
                </a:lnTo>
                <a:lnTo>
                  <a:pt x="148167" y="124513"/>
                </a:lnTo>
                <a:lnTo>
                  <a:pt x="154902" y="93428"/>
                </a:lnTo>
                <a:lnTo>
                  <a:pt x="161636" y="143964"/>
                </a:lnTo>
                <a:lnTo>
                  <a:pt x="168371" y="0"/>
                </a:lnTo>
                <a:lnTo>
                  <a:pt x="175106" y="187161"/>
                </a:lnTo>
                <a:lnTo>
                  <a:pt x="181841" y="166118"/>
                </a:lnTo>
                <a:lnTo>
                  <a:pt x="188576" y="301596"/>
                </a:lnTo>
                <a:lnTo>
                  <a:pt x="195311" y="153866"/>
                </a:lnTo>
                <a:lnTo>
                  <a:pt x="202045" y="399137"/>
                </a:lnTo>
                <a:lnTo>
                  <a:pt x="208780" y="212292"/>
                </a:lnTo>
                <a:lnTo>
                  <a:pt x="215515" y="438755"/>
                </a:lnTo>
                <a:lnTo>
                  <a:pt x="222250" y="288179"/>
                </a:lnTo>
                <a:lnTo>
                  <a:pt x="228985" y="243542"/>
                </a:lnTo>
                <a:lnTo>
                  <a:pt x="235720" y="317118"/>
                </a:lnTo>
                <a:lnTo>
                  <a:pt x="242455" y="298962"/>
                </a:lnTo>
                <a:lnTo>
                  <a:pt x="249189" y="276727"/>
                </a:lnTo>
                <a:lnTo>
                  <a:pt x="255924" y="186708"/>
                </a:lnTo>
                <a:lnTo>
                  <a:pt x="262659" y="115688"/>
                </a:lnTo>
                <a:lnTo>
                  <a:pt x="269394" y="176130"/>
                </a:lnTo>
                <a:lnTo>
                  <a:pt x="276129" y="168195"/>
                </a:lnTo>
                <a:lnTo>
                  <a:pt x="282864" y="254546"/>
                </a:lnTo>
                <a:lnTo>
                  <a:pt x="289598" y="104822"/>
                </a:lnTo>
                <a:lnTo>
                  <a:pt x="296333" y="365654"/>
                </a:lnTo>
                <a:lnTo>
                  <a:pt x="303068" y="223245"/>
                </a:lnTo>
                <a:lnTo>
                  <a:pt x="309803" y="278421"/>
                </a:lnTo>
                <a:lnTo>
                  <a:pt x="316538" y="246701"/>
                </a:lnTo>
                <a:lnTo>
                  <a:pt x="323273" y="257606"/>
                </a:lnTo>
                <a:lnTo>
                  <a:pt x="330008" y="216696"/>
                </a:lnTo>
                <a:lnTo>
                  <a:pt x="336742" y="296516"/>
                </a:lnTo>
                <a:lnTo>
                  <a:pt x="343477" y="174643"/>
                </a:lnTo>
                <a:lnTo>
                  <a:pt x="350212" y="180719"/>
                </a:lnTo>
                <a:lnTo>
                  <a:pt x="356947" y="159352"/>
                </a:lnTo>
                <a:lnTo>
                  <a:pt x="363682" y="79816"/>
                </a:lnTo>
                <a:lnTo>
                  <a:pt x="370417" y="232420"/>
                </a:lnTo>
                <a:lnTo>
                  <a:pt x="377152" y="259736"/>
                </a:lnTo>
                <a:lnTo>
                  <a:pt x="383886" y="266493"/>
                </a:lnTo>
                <a:lnTo>
                  <a:pt x="390621" y="122117"/>
                </a:lnTo>
                <a:lnTo>
                  <a:pt x="397356" y="376107"/>
                </a:lnTo>
                <a:lnTo>
                  <a:pt x="404091" y="342321"/>
                </a:lnTo>
                <a:lnTo>
                  <a:pt x="410826" y="252553"/>
                </a:lnTo>
                <a:lnTo>
                  <a:pt x="417561" y="259265"/>
                </a:lnTo>
                <a:lnTo>
                  <a:pt x="424295" y="317540"/>
                </a:lnTo>
                <a:lnTo>
                  <a:pt x="431030" y="330474"/>
                </a:lnTo>
                <a:lnTo>
                  <a:pt x="437765" y="316424"/>
                </a:lnTo>
                <a:lnTo>
                  <a:pt x="444500" y="243209"/>
                </a:lnTo>
                <a:lnTo>
                  <a:pt x="451235" y="214532"/>
                </a:lnTo>
                <a:lnTo>
                  <a:pt x="457970" y="69061"/>
                </a:lnTo>
                <a:lnTo>
                  <a:pt x="464705" y="201781"/>
                </a:lnTo>
                <a:lnTo>
                  <a:pt x="471439" y="146378"/>
                </a:lnTo>
                <a:lnTo>
                  <a:pt x="478174" y="186175"/>
                </a:lnTo>
                <a:lnTo>
                  <a:pt x="484909" y="311167"/>
                </a:lnTo>
                <a:lnTo>
                  <a:pt x="491644" y="372724"/>
                </a:lnTo>
                <a:lnTo>
                  <a:pt x="498379" y="408183"/>
                </a:lnTo>
                <a:lnTo>
                  <a:pt x="505114" y="285880"/>
                </a:lnTo>
                <a:lnTo>
                  <a:pt x="511848" y="467030"/>
                </a:lnTo>
                <a:lnTo>
                  <a:pt x="518583" y="314028"/>
                </a:lnTo>
                <a:lnTo>
                  <a:pt x="525318" y="423673"/>
                </a:lnTo>
                <a:lnTo>
                  <a:pt x="532053" y="303799"/>
                </a:lnTo>
                <a:lnTo>
                  <a:pt x="538788" y="277514"/>
                </a:lnTo>
                <a:lnTo>
                  <a:pt x="545523" y="170680"/>
                </a:lnTo>
                <a:lnTo>
                  <a:pt x="552258" y="23265"/>
                </a:lnTo>
                <a:lnTo>
                  <a:pt x="558992" y="140557"/>
                </a:lnTo>
                <a:lnTo>
                  <a:pt x="565727" y="27622"/>
                </a:lnTo>
                <a:lnTo>
                  <a:pt x="572462" y="236306"/>
                </a:lnTo>
                <a:lnTo>
                  <a:pt x="579197" y="90563"/>
                </a:lnTo>
                <a:lnTo>
                  <a:pt x="585932" y="164947"/>
                </a:lnTo>
                <a:lnTo>
                  <a:pt x="592667" y="184066"/>
                </a:lnTo>
                <a:lnTo>
                  <a:pt x="599402" y="299337"/>
                </a:lnTo>
                <a:lnTo>
                  <a:pt x="606136" y="416153"/>
                </a:lnTo>
                <a:lnTo>
                  <a:pt x="612871" y="336833"/>
                </a:lnTo>
                <a:lnTo>
                  <a:pt x="619606" y="275818"/>
                </a:lnTo>
                <a:lnTo>
                  <a:pt x="626341" y="396223"/>
                </a:lnTo>
                <a:lnTo>
                  <a:pt x="633076" y="114963"/>
                </a:lnTo>
                <a:lnTo>
                  <a:pt x="639811" y="155621"/>
                </a:lnTo>
                <a:lnTo>
                  <a:pt x="646545" y="77305"/>
                </a:lnTo>
                <a:lnTo>
                  <a:pt x="653280" y="189799"/>
                </a:lnTo>
                <a:lnTo>
                  <a:pt x="660015" y="143040"/>
                </a:lnTo>
                <a:lnTo>
                  <a:pt x="666750" y="57830"/>
                </a:lnTo>
              </a:path>
            </a:pathLst>
          </a:custGeom>
          <a:noFill/>
          <a:ln w="13847">
            <a:solidFill>
              <a:srgbClr val="394D93"/>
            </a:solidFill>
            <a:prstDash val="solid"/>
          </a:ln>
        </p:spPr>
      </p:sp>
      <p:sp>
        <p:nvSpPr>
          <p:cNvPr id="125" name="p19_path_125">
            <a:extLst>
              <a:ext uri="{FF2B5EF4-FFF2-40B4-BE49-F238E27FC236}">
                <a16:creationId xmlns:a16="http://schemas.microsoft.com/office/drawing/2014/main" id="{FD670169-C785-4CEC-B49C-EA8C464C73BB}"/>
              </a:ext>
            </a:extLst>
          </p:cNvPr>
          <p:cNvSpPr>
            <a:spLocks/>
          </p:cNvSpPr>
          <p:nvPr/>
        </p:nvSpPr>
        <p:spPr>
          <a:xfrm>
            <a:off x="8655219" y="3727808"/>
            <a:ext cx="204064" cy="729"/>
          </a:xfrm>
          <a:custGeom>
            <a:avLst/>
            <a:gdLst/>
            <a:ahLst/>
            <a:cxnLst/>
            <a:rect l="0" t="0" r="0" b="0"/>
            <a:pathLst>
              <a:path w="266700" h="953">
                <a:moveTo>
                  <a:pt x="0" y="0"/>
                </a:moveTo>
                <a:lnTo>
                  <a:pt x="266700" y="0"/>
                </a:lnTo>
              </a:path>
            </a:pathLst>
          </a:custGeom>
          <a:noFill/>
          <a:ln w="10932">
            <a:solidFill>
              <a:srgbClr val="394D93"/>
            </a:solidFill>
            <a:prstDash val="solid"/>
          </a:ln>
        </p:spPr>
      </p:sp>
      <p:sp>
        <p:nvSpPr>
          <p:cNvPr id="126" name="p19_path_126">
            <a:extLst>
              <a:ext uri="{FF2B5EF4-FFF2-40B4-BE49-F238E27FC236}">
                <a16:creationId xmlns:a16="http://schemas.microsoft.com/office/drawing/2014/main" id="{4FA8BAE3-E201-4E2C-8447-7E3EDF8BDC17}"/>
              </a:ext>
            </a:extLst>
          </p:cNvPr>
          <p:cNvSpPr>
            <a:spLocks/>
          </p:cNvSpPr>
          <p:nvPr/>
        </p:nvSpPr>
        <p:spPr>
          <a:xfrm>
            <a:off x="8771827" y="3689327"/>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27" name="p19_rect_127">
            <a:extLst>
              <a:ext uri="{FF2B5EF4-FFF2-40B4-BE49-F238E27FC236}">
                <a16:creationId xmlns:a16="http://schemas.microsoft.com/office/drawing/2014/main" id="{209A304B-EC22-425B-9B56-4FDBE5448560}"/>
              </a:ext>
            </a:extLst>
          </p:cNvPr>
          <p:cNvSpPr>
            <a:spLocks/>
          </p:cNvSpPr>
          <p:nvPr/>
        </p:nvSpPr>
        <p:spPr>
          <a:xfrm>
            <a:off x="9185784" y="3403492"/>
            <a:ext cx="118065" cy="118065"/>
          </a:xfrm>
          <a:prstGeom prst="rect">
            <a:avLst/>
          </a:prstGeom>
          <a:solidFill>
            <a:srgbClr val="C7D4F0"/>
          </a:solidFill>
          <a:ln w="5830">
            <a:solidFill>
              <a:srgbClr val="394D93"/>
            </a:solidFill>
            <a:prstDash val="solid"/>
          </a:ln>
        </p:spPr>
      </p:sp>
      <p:sp>
        <p:nvSpPr>
          <p:cNvPr id="128" name="p19_rect_128">
            <a:extLst>
              <a:ext uri="{FF2B5EF4-FFF2-40B4-BE49-F238E27FC236}">
                <a16:creationId xmlns:a16="http://schemas.microsoft.com/office/drawing/2014/main" id="{2B0B93C1-A2B1-44E5-A192-FE018B3A7BCE}"/>
              </a:ext>
            </a:extLst>
          </p:cNvPr>
          <p:cNvSpPr>
            <a:spLocks/>
          </p:cNvSpPr>
          <p:nvPr/>
        </p:nvSpPr>
        <p:spPr>
          <a:xfrm>
            <a:off x="9303850" y="3403492"/>
            <a:ext cx="118065" cy="118065"/>
          </a:xfrm>
          <a:prstGeom prst="rect">
            <a:avLst/>
          </a:prstGeom>
          <a:solidFill>
            <a:srgbClr val="E8EDFB"/>
          </a:solidFill>
          <a:ln w="5830">
            <a:solidFill>
              <a:srgbClr val="394D93"/>
            </a:solidFill>
            <a:prstDash val="solid"/>
          </a:ln>
        </p:spPr>
      </p:sp>
      <p:sp>
        <p:nvSpPr>
          <p:cNvPr id="129" name="p19_rect_129">
            <a:extLst>
              <a:ext uri="{FF2B5EF4-FFF2-40B4-BE49-F238E27FC236}">
                <a16:creationId xmlns:a16="http://schemas.microsoft.com/office/drawing/2014/main" id="{B8981A25-5B1D-4DBB-9C35-FE5EAF3E4DCC}"/>
              </a:ext>
            </a:extLst>
          </p:cNvPr>
          <p:cNvSpPr>
            <a:spLocks/>
          </p:cNvSpPr>
          <p:nvPr/>
        </p:nvSpPr>
        <p:spPr>
          <a:xfrm>
            <a:off x="9421915" y="3403492"/>
            <a:ext cx="118065" cy="118065"/>
          </a:xfrm>
          <a:prstGeom prst="rect">
            <a:avLst/>
          </a:prstGeom>
          <a:solidFill>
            <a:srgbClr val="E8EDFB"/>
          </a:solidFill>
          <a:ln w="5830">
            <a:solidFill>
              <a:srgbClr val="394D93"/>
            </a:solidFill>
            <a:prstDash val="solid"/>
          </a:ln>
        </p:spPr>
      </p:sp>
      <p:sp>
        <p:nvSpPr>
          <p:cNvPr id="130" name="p19_rect_130">
            <a:extLst>
              <a:ext uri="{FF2B5EF4-FFF2-40B4-BE49-F238E27FC236}">
                <a16:creationId xmlns:a16="http://schemas.microsoft.com/office/drawing/2014/main" id="{3D3A0C19-4E8A-40BD-9AF9-A170E14E8A34}"/>
              </a:ext>
            </a:extLst>
          </p:cNvPr>
          <p:cNvSpPr>
            <a:spLocks/>
          </p:cNvSpPr>
          <p:nvPr/>
        </p:nvSpPr>
        <p:spPr>
          <a:xfrm>
            <a:off x="9539981" y="3403492"/>
            <a:ext cx="118065" cy="118065"/>
          </a:xfrm>
          <a:prstGeom prst="rect">
            <a:avLst/>
          </a:prstGeom>
          <a:solidFill>
            <a:srgbClr val="C7D4F0"/>
          </a:solidFill>
          <a:ln w="5830">
            <a:solidFill>
              <a:srgbClr val="394D93"/>
            </a:solidFill>
            <a:prstDash val="solid"/>
          </a:ln>
        </p:spPr>
      </p:sp>
      <p:sp>
        <p:nvSpPr>
          <p:cNvPr id="131" name="p19_rect_131">
            <a:extLst>
              <a:ext uri="{FF2B5EF4-FFF2-40B4-BE49-F238E27FC236}">
                <a16:creationId xmlns:a16="http://schemas.microsoft.com/office/drawing/2014/main" id="{7B97889B-663E-4A41-8C76-55B33ABCA6E5}"/>
              </a:ext>
            </a:extLst>
          </p:cNvPr>
          <p:cNvSpPr>
            <a:spLocks/>
          </p:cNvSpPr>
          <p:nvPr/>
        </p:nvSpPr>
        <p:spPr>
          <a:xfrm>
            <a:off x="9658046" y="3403492"/>
            <a:ext cx="118065" cy="118065"/>
          </a:xfrm>
          <a:prstGeom prst="rect">
            <a:avLst/>
          </a:prstGeom>
          <a:solidFill>
            <a:srgbClr val="E8EDFB"/>
          </a:solidFill>
          <a:ln w="5830">
            <a:solidFill>
              <a:srgbClr val="394D93"/>
            </a:solidFill>
            <a:prstDash val="solid"/>
          </a:ln>
        </p:spPr>
      </p:sp>
      <p:sp>
        <p:nvSpPr>
          <p:cNvPr id="132" name="p19_rect_132">
            <a:extLst>
              <a:ext uri="{FF2B5EF4-FFF2-40B4-BE49-F238E27FC236}">
                <a16:creationId xmlns:a16="http://schemas.microsoft.com/office/drawing/2014/main" id="{9846FC0C-7107-487A-8313-0C9D0C232AF3}"/>
              </a:ext>
            </a:extLst>
          </p:cNvPr>
          <p:cNvSpPr>
            <a:spLocks/>
          </p:cNvSpPr>
          <p:nvPr/>
        </p:nvSpPr>
        <p:spPr>
          <a:xfrm>
            <a:off x="9185784" y="3521557"/>
            <a:ext cx="118065" cy="118065"/>
          </a:xfrm>
          <a:prstGeom prst="rect">
            <a:avLst/>
          </a:prstGeom>
          <a:solidFill>
            <a:srgbClr val="E8EDFB"/>
          </a:solidFill>
          <a:ln w="5830">
            <a:solidFill>
              <a:srgbClr val="394D93"/>
            </a:solidFill>
            <a:prstDash val="solid"/>
          </a:ln>
        </p:spPr>
      </p:sp>
      <p:sp>
        <p:nvSpPr>
          <p:cNvPr id="133" name="p19_rect_133">
            <a:extLst>
              <a:ext uri="{FF2B5EF4-FFF2-40B4-BE49-F238E27FC236}">
                <a16:creationId xmlns:a16="http://schemas.microsoft.com/office/drawing/2014/main" id="{C010E686-6353-4B4F-8D0E-29F3B2C0D581}"/>
              </a:ext>
            </a:extLst>
          </p:cNvPr>
          <p:cNvSpPr>
            <a:spLocks/>
          </p:cNvSpPr>
          <p:nvPr/>
        </p:nvSpPr>
        <p:spPr>
          <a:xfrm>
            <a:off x="9303850" y="3521557"/>
            <a:ext cx="118065" cy="118065"/>
          </a:xfrm>
          <a:prstGeom prst="rect">
            <a:avLst/>
          </a:prstGeom>
          <a:solidFill>
            <a:srgbClr val="E8EDFB"/>
          </a:solidFill>
          <a:ln w="5830">
            <a:solidFill>
              <a:srgbClr val="394D93"/>
            </a:solidFill>
            <a:prstDash val="solid"/>
          </a:ln>
        </p:spPr>
      </p:sp>
      <p:sp>
        <p:nvSpPr>
          <p:cNvPr id="134" name="p19_rect_134">
            <a:extLst>
              <a:ext uri="{FF2B5EF4-FFF2-40B4-BE49-F238E27FC236}">
                <a16:creationId xmlns:a16="http://schemas.microsoft.com/office/drawing/2014/main" id="{35C8F0A5-95F6-4DCE-B2D4-88E2D3B46426}"/>
              </a:ext>
            </a:extLst>
          </p:cNvPr>
          <p:cNvSpPr>
            <a:spLocks/>
          </p:cNvSpPr>
          <p:nvPr/>
        </p:nvSpPr>
        <p:spPr>
          <a:xfrm>
            <a:off x="9421915" y="3521557"/>
            <a:ext cx="118065" cy="118065"/>
          </a:xfrm>
          <a:prstGeom prst="rect">
            <a:avLst/>
          </a:prstGeom>
          <a:solidFill>
            <a:srgbClr val="C7D4F0"/>
          </a:solidFill>
          <a:ln w="5830">
            <a:solidFill>
              <a:srgbClr val="394D93"/>
            </a:solidFill>
            <a:prstDash val="solid"/>
          </a:ln>
        </p:spPr>
      </p:sp>
      <p:sp>
        <p:nvSpPr>
          <p:cNvPr id="135" name="p19_rect_135">
            <a:extLst>
              <a:ext uri="{FF2B5EF4-FFF2-40B4-BE49-F238E27FC236}">
                <a16:creationId xmlns:a16="http://schemas.microsoft.com/office/drawing/2014/main" id="{7CE99FEA-CFC7-4B0F-B88E-91B654E58B7E}"/>
              </a:ext>
            </a:extLst>
          </p:cNvPr>
          <p:cNvSpPr>
            <a:spLocks/>
          </p:cNvSpPr>
          <p:nvPr/>
        </p:nvSpPr>
        <p:spPr>
          <a:xfrm>
            <a:off x="9539981" y="3521557"/>
            <a:ext cx="118065" cy="118065"/>
          </a:xfrm>
          <a:prstGeom prst="rect">
            <a:avLst/>
          </a:prstGeom>
          <a:solidFill>
            <a:srgbClr val="E8EDFB"/>
          </a:solidFill>
          <a:ln w="5830">
            <a:solidFill>
              <a:srgbClr val="394D93"/>
            </a:solidFill>
            <a:prstDash val="solid"/>
          </a:ln>
        </p:spPr>
      </p:sp>
      <p:sp>
        <p:nvSpPr>
          <p:cNvPr id="136" name="p19_rect_136">
            <a:extLst>
              <a:ext uri="{FF2B5EF4-FFF2-40B4-BE49-F238E27FC236}">
                <a16:creationId xmlns:a16="http://schemas.microsoft.com/office/drawing/2014/main" id="{84A0C4FB-211F-474F-A159-1D5E49F17DB3}"/>
              </a:ext>
            </a:extLst>
          </p:cNvPr>
          <p:cNvSpPr>
            <a:spLocks/>
          </p:cNvSpPr>
          <p:nvPr/>
        </p:nvSpPr>
        <p:spPr>
          <a:xfrm>
            <a:off x="9658046" y="3521557"/>
            <a:ext cx="118065" cy="118065"/>
          </a:xfrm>
          <a:prstGeom prst="rect">
            <a:avLst/>
          </a:prstGeom>
          <a:solidFill>
            <a:srgbClr val="E8EDFB"/>
          </a:solidFill>
          <a:ln w="5830">
            <a:solidFill>
              <a:srgbClr val="394D93"/>
            </a:solidFill>
            <a:prstDash val="solid"/>
          </a:ln>
        </p:spPr>
      </p:sp>
      <p:sp>
        <p:nvSpPr>
          <p:cNvPr id="137" name="p19_rect_137">
            <a:extLst>
              <a:ext uri="{FF2B5EF4-FFF2-40B4-BE49-F238E27FC236}">
                <a16:creationId xmlns:a16="http://schemas.microsoft.com/office/drawing/2014/main" id="{4EE9B604-0045-45B1-B4E9-610052CB272C}"/>
              </a:ext>
            </a:extLst>
          </p:cNvPr>
          <p:cNvSpPr>
            <a:spLocks/>
          </p:cNvSpPr>
          <p:nvPr/>
        </p:nvSpPr>
        <p:spPr>
          <a:xfrm>
            <a:off x="9185784" y="3639623"/>
            <a:ext cx="118065" cy="118065"/>
          </a:xfrm>
          <a:prstGeom prst="rect">
            <a:avLst/>
          </a:prstGeom>
          <a:solidFill>
            <a:srgbClr val="E8EDFB"/>
          </a:solidFill>
          <a:ln w="5830">
            <a:solidFill>
              <a:srgbClr val="394D93"/>
            </a:solidFill>
            <a:prstDash val="solid"/>
          </a:ln>
        </p:spPr>
      </p:sp>
      <p:sp>
        <p:nvSpPr>
          <p:cNvPr id="138" name="p19_rect_138">
            <a:extLst>
              <a:ext uri="{FF2B5EF4-FFF2-40B4-BE49-F238E27FC236}">
                <a16:creationId xmlns:a16="http://schemas.microsoft.com/office/drawing/2014/main" id="{E27F0DE2-42EA-46A3-84F2-BBF9A5D8A693}"/>
              </a:ext>
            </a:extLst>
          </p:cNvPr>
          <p:cNvSpPr>
            <a:spLocks/>
          </p:cNvSpPr>
          <p:nvPr/>
        </p:nvSpPr>
        <p:spPr>
          <a:xfrm>
            <a:off x="9303850" y="3639623"/>
            <a:ext cx="118065" cy="118065"/>
          </a:xfrm>
          <a:prstGeom prst="rect">
            <a:avLst/>
          </a:prstGeom>
          <a:solidFill>
            <a:srgbClr val="C7D4F0"/>
          </a:solidFill>
          <a:ln w="5830">
            <a:solidFill>
              <a:srgbClr val="394D93"/>
            </a:solidFill>
            <a:prstDash val="solid"/>
          </a:ln>
        </p:spPr>
      </p:sp>
      <p:sp>
        <p:nvSpPr>
          <p:cNvPr id="139" name="p19_rect_139">
            <a:extLst>
              <a:ext uri="{FF2B5EF4-FFF2-40B4-BE49-F238E27FC236}">
                <a16:creationId xmlns:a16="http://schemas.microsoft.com/office/drawing/2014/main" id="{88A135A6-025F-4627-9355-125C425F1217}"/>
              </a:ext>
            </a:extLst>
          </p:cNvPr>
          <p:cNvSpPr>
            <a:spLocks/>
          </p:cNvSpPr>
          <p:nvPr/>
        </p:nvSpPr>
        <p:spPr>
          <a:xfrm>
            <a:off x="9421915" y="3639623"/>
            <a:ext cx="118065" cy="118065"/>
          </a:xfrm>
          <a:prstGeom prst="rect">
            <a:avLst/>
          </a:prstGeom>
          <a:solidFill>
            <a:srgbClr val="E8EDFB"/>
          </a:solidFill>
          <a:ln w="5830">
            <a:solidFill>
              <a:srgbClr val="394D93"/>
            </a:solidFill>
            <a:prstDash val="solid"/>
          </a:ln>
        </p:spPr>
      </p:sp>
      <p:sp>
        <p:nvSpPr>
          <p:cNvPr id="140" name="p19_rect_140">
            <a:extLst>
              <a:ext uri="{FF2B5EF4-FFF2-40B4-BE49-F238E27FC236}">
                <a16:creationId xmlns:a16="http://schemas.microsoft.com/office/drawing/2014/main" id="{1976D3FF-C468-4E10-ADA8-BF469878B93A}"/>
              </a:ext>
            </a:extLst>
          </p:cNvPr>
          <p:cNvSpPr>
            <a:spLocks/>
          </p:cNvSpPr>
          <p:nvPr/>
        </p:nvSpPr>
        <p:spPr>
          <a:xfrm>
            <a:off x="9539981" y="3639623"/>
            <a:ext cx="118065" cy="118065"/>
          </a:xfrm>
          <a:prstGeom prst="rect">
            <a:avLst/>
          </a:prstGeom>
          <a:solidFill>
            <a:srgbClr val="E8EDFB"/>
          </a:solidFill>
          <a:ln w="5830">
            <a:solidFill>
              <a:srgbClr val="394D93"/>
            </a:solidFill>
            <a:prstDash val="solid"/>
          </a:ln>
        </p:spPr>
      </p:sp>
      <p:sp>
        <p:nvSpPr>
          <p:cNvPr id="141" name="p19_rect_141">
            <a:extLst>
              <a:ext uri="{FF2B5EF4-FFF2-40B4-BE49-F238E27FC236}">
                <a16:creationId xmlns:a16="http://schemas.microsoft.com/office/drawing/2014/main" id="{2BEF775D-DE7D-489C-ADDD-327999A786B2}"/>
              </a:ext>
            </a:extLst>
          </p:cNvPr>
          <p:cNvSpPr>
            <a:spLocks/>
          </p:cNvSpPr>
          <p:nvPr/>
        </p:nvSpPr>
        <p:spPr>
          <a:xfrm>
            <a:off x="9658046" y="3639623"/>
            <a:ext cx="118065" cy="118065"/>
          </a:xfrm>
          <a:prstGeom prst="rect">
            <a:avLst/>
          </a:prstGeom>
          <a:solidFill>
            <a:srgbClr val="C7D4F0"/>
          </a:solidFill>
          <a:ln w="5830">
            <a:solidFill>
              <a:srgbClr val="394D93"/>
            </a:solidFill>
            <a:prstDash val="solid"/>
          </a:ln>
        </p:spPr>
      </p:sp>
      <p:sp>
        <p:nvSpPr>
          <p:cNvPr id="142" name="p19_rect_142">
            <a:extLst>
              <a:ext uri="{FF2B5EF4-FFF2-40B4-BE49-F238E27FC236}">
                <a16:creationId xmlns:a16="http://schemas.microsoft.com/office/drawing/2014/main" id="{2AC8C41F-E4B4-439A-A693-98B257F2DCBB}"/>
              </a:ext>
            </a:extLst>
          </p:cNvPr>
          <p:cNvSpPr>
            <a:spLocks/>
          </p:cNvSpPr>
          <p:nvPr/>
        </p:nvSpPr>
        <p:spPr>
          <a:xfrm>
            <a:off x="9185784" y="3757688"/>
            <a:ext cx="118065" cy="118065"/>
          </a:xfrm>
          <a:prstGeom prst="rect">
            <a:avLst/>
          </a:prstGeom>
          <a:solidFill>
            <a:srgbClr val="C7D4F0"/>
          </a:solidFill>
          <a:ln w="5830">
            <a:solidFill>
              <a:srgbClr val="394D93"/>
            </a:solidFill>
            <a:prstDash val="solid"/>
          </a:ln>
        </p:spPr>
      </p:sp>
      <p:sp>
        <p:nvSpPr>
          <p:cNvPr id="143" name="p19_rect_143">
            <a:extLst>
              <a:ext uri="{FF2B5EF4-FFF2-40B4-BE49-F238E27FC236}">
                <a16:creationId xmlns:a16="http://schemas.microsoft.com/office/drawing/2014/main" id="{64A3BD91-6EBC-482F-B08A-F26B6C275029}"/>
              </a:ext>
            </a:extLst>
          </p:cNvPr>
          <p:cNvSpPr>
            <a:spLocks/>
          </p:cNvSpPr>
          <p:nvPr/>
        </p:nvSpPr>
        <p:spPr>
          <a:xfrm>
            <a:off x="9303850" y="3757688"/>
            <a:ext cx="118065" cy="118065"/>
          </a:xfrm>
          <a:prstGeom prst="rect">
            <a:avLst/>
          </a:prstGeom>
          <a:solidFill>
            <a:srgbClr val="E8EDFB"/>
          </a:solidFill>
          <a:ln w="5830">
            <a:solidFill>
              <a:srgbClr val="394D93"/>
            </a:solidFill>
            <a:prstDash val="solid"/>
          </a:ln>
        </p:spPr>
      </p:sp>
      <p:sp>
        <p:nvSpPr>
          <p:cNvPr id="144" name="p19_rect_144">
            <a:extLst>
              <a:ext uri="{FF2B5EF4-FFF2-40B4-BE49-F238E27FC236}">
                <a16:creationId xmlns:a16="http://schemas.microsoft.com/office/drawing/2014/main" id="{BCEE6201-8F55-45FD-8849-EA9EC6AB15E9}"/>
              </a:ext>
            </a:extLst>
          </p:cNvPr>
          <p:cNvSpPr>
            <a:spLocks/>
          </p:cNvSpPr>
          <p:nvPr/>
        </p:nvSpPr>
        <p:spPr>
          <a:xfrm>
            <a:off x="9421915" y="3757688"/>
            <a:ext cx="118065" cy="118065"/>
          </a:xfrm>
          <a:prstGeom prst="rect">
            <a:avLst/>
          </a:prstGeom>
          <a:solidFill>
            <a:srgbClr val="E8EDFB"/>
          </a:solidFill>
          <a:ln w="5830">
            <a:solidFill>
              <a:srgbClr val="394D93"/>
            </a:solidFill>
            <a:prstDash val="solid"/>
          </a:ln>
        </p:spPr>
      </p:sp>
      <p:sp>
        <p:nvSpPr>
          <p:cNvPr id="145" name="p19_rect_145">
            <a:extLst>
              <a:ext uri="{FF2B5EF4-FFF2-40B4-BE49-F238E27FC236}">
                <a16:creationId xmlns:a16="http://schemas.microsoft.com/office/drawing/2014/main" id="{CDE52E6E-2879-462D-AA07-E1B7BABF434D}"/>
              </a:ext>
            </a:extLst>
          </p:cNvPr>
          <p:cNvSpPr>
            <a:spLocks/>
          </p:cNvSpPr>
          <p:nvPr/>
        </p:nvSpPr>
        <p:spPr>
          <a:xfrm>
            <a:off x="9539981" y="3757688"/>
            <a:ext cx="118065" cy="118065"/>
          </a:xfrm>
          <a:prstGeom prst="rect">
            <a:avLst/>
          </a:prstGeom>
          <a:solidFill>
            <a:srgbClr val="C7D4F0"/>
          </a:solidFill>
          <a:ln w="5830">
            <a:solidFill>
              <a:srgbClr val="394D93"/>
            </a:solidFill>
            <a:prstDash val="solid"/>
          </a:ln>
        </p:spPr>
      </p:sp>
      <p:sp>
        <p:nvSpPr>
          <p:cNvPr id="146" name="p19_rect_146">
            <a:extLst>
              <a:ext uri="{FF2B5EF4-FFF2-40B4-BE49-F238E27FC236}">
                <a16:creationId xmlns:a16="http://schemas.microsoft.com/office/drawing/2014/main" id="{A738CC78-8EBF-4327-98B1-D5A902FB870A}"/>
              </a:ext>
            </a:extLst>
          </p:cNvPr>
          <p:cNvSpPr>
            <a:spLocks/>
          </p:cNvSpPr>
          <p:nvPr/>
        </p:nvSpPr>
        <p:spPr>
          <a:xfrm>
            <a:off x="9658046" y="3757688"/>
            <a:ext cx="118065" cy="118065"/>
          </a:xfrm>
          <a:prstGeom prst="rect">
            <a:avLst/>
          </a:prstGeom>
          <a:solidFill>
            <a:srgbClr val="E8EDFB"/>
          </a:solidFill>
          <a:ln w="5830">
            <a:solidFill>
              <a:srgbClr val="394D93"/>
            </a:solidFill>
            <a:prstDash val="solid"/>
          </a:ln>
        </p:spPr>
      </p:sp>
      <p:sp>
        <p:nvSpPr>
          <p:cNvPr id="147" name="p19_rect_147">
            <a:extLst>
              <a:ext uri="{FF2B5EF4-FFF2-40B4-BE49-F238E27FC236}">
                <a16:creationId xmlns:a16="http://schemas.microsoft.com/office/drawing/2014/main" id="{EFBD3C0B-E962-4515-B898-220D45AD9A60}"/>
              </a:ext>
            </a:extLst>
          </p:cNvPr>
          <p:cNvSpPr>
            <a:spLocks/>
          </p:cNvSpPr>
          <p:nvPr/>
        </p:nvSpPr>
        <p:spPr>
          <a:xfrm>
            <a:off x="9185784" y="3875754"/>
            <a:ext cx="118065" cy="118065"/>
          </a:xfrm>
          <a:prstGeom prst="rect">
            <a:avLst/>
          </a:prstGeom>
          <a:solidFill>
            <a:srgbClr val="E8EDFB"/>
          </a:solidFill>
          <a:ln w="5830">
            <a:solidFill>
              <a:srgbClr val="394D93"/>
            </a:solidFill>
            <a:prstDash val="solid"/>
          </a:ln>
        </p:spPr>
      </p:sp>
      <p:sp>
        <p:nvSpPr>
          <p:cNvPr id="148" name="p19_rect_148">
            <a:extLst>
              <a:ext uri="{FF2B5EF4-FFF2-40B4-BE49-F238E27FC236}">
                <a16:creationId xmlns:a16="http://schemas.microsoft.com/office/drawing/2014/main" id="{012131AD-C388-4BBB-993A-56B4B6B9DECD}"/>
              </a:ext>
            </a:extLst>
          </p:cNvPr>
          <p:cNvSpPr>
            <a:spLocks/>
          </p:cNvSpPr>
          <p:nvPr/>
        </p:nvSpPr>
        <p:spPr>
          <a:xfrm>
            <a:off x="9303850" y="3875754"/>
            <a:ext cx="118065" cy="118065"/>
          </a:xfrm>
          <a:prstGeom prst="rect">
            <a:avLst/>
          </a:prstGeom>
          <a:solidFill>
            <a:srgbClr val="E8EDFB"/>
          </a:solidFill>
          <a:ln w="5830">
            <a:solidFill>
              <a:srgbClr val="394D93"/>
            </a:solidFill>
            <a:prstDash val="solid"/>
          </a:ln>
        </p:spPr>
      </p:sp>
      <p:sp>
        <p:nvSpPr>
          <p:cNvPr id="149" name="p19_rect_149">
            <a:extLst>
              <a:ext uri="{FF2B5EF4-FFF2-40B4-BE49-F238E27FC236}">
                <a16:creationId xmlns:a16="http://schemas.microsoft.com/office/drawing/2014/main" id="{C055F938-599B-4876-866A-A971F1986D57}"/>
              </a:ext>
            </a:extLst>
          </p:cNvPr>
          <p:cNvSpPr>
            <a:spLocks/>
          </p:cNvSpPr>
          <p:nvPr/>
        </p:nvSpPr>
        <p:spPr>
          <a:xfrm>
            <a:off x="9421915" y="3875754"/>
            <a:ext cx="118065" cy="118065"/>
          </a:xfrm>
          <a:prstGeom prst="rect">
            <a:avLst/>
          </a:prstGeom>
          <a:solidFill>
            <a:srgbClr val="C7D4F0"/>
          </a:solidFill>
          <a:ln w="5830">
            <a:solidFill>
              <a:srgbClr val="394D93"/>
            </a:solidFill>
            <a:prstDash val="solid"/>
          </a:ln>
        </p:spPr>
      </p:sp>
      <p:sp>
        <p:nvSpPr>
          <p:cNvPr id="150" name="p19_rect_150">
            <a:extLst>
              <a:ext uri="{FF2B5EF4-FFF2-40B4-BE49-F238E27FC236}">
                <a16:creationId xmlns:a16="http://schemas.microsoft.com/office/drawing/2014/main" id="{0BC08496-85DE-404F-B7BF-21B463ABF733}"/>
              </a:ext>
            </a:extLst>
          </p:cNvPr>
          <p:cNvSpPr>
            <a:spLocks/>
          </p:cNvSpPr>
          <p:nvPr/>
        </p:nvSpPr>
        <p:spPr>
          <a:xfrm>
            <a:off x="9539981" y="3875754"/>
            <a:ext cx="118065" cy="118065"/>
          </a:xfrm>
          <a:prstGeom prst="rect">
            <a:avLst/>
          </a:prstGeom>
          <a:solidFill>
            <a:srgbClr val="E8EDFB"/>
          </a:solidFill>
          <a:ln w="5830">
            <a:solidFill>
              <a:srgbClr val="394D93"/>
            </a:solidFill>
            <a:prstDash val="solid"/>
          </a:ln>
        </p:spPr>
      </p:sp>
      <p:sp>
        <p:nvSpPr>
          <p:cNvPr id="151" name="p19_rect_151">
            <a:extLst>
              <a:ext uri="{FF2B5EF4-FFF2-40B4-BE49-F238E27FC236}">
                <a16:creationId xmlns:a16="http://schemas.microsoft.com/office/drawing/2014/main" id="{ED69D11D-F71E-457F-8665-2EDAC3BF530D}"/>
              </a:ext>
            </a:extLst>
          </p:cNvPr>
          <p:cNvSpPr>
            <a:spLocks/>
          </p:cNvSpPr>
          <p:nvPr/>
        </p:nvSpPr>
        <p:spPr>
          <a:xfrm>
            <a:off x="9658046" y="3875754"/>
            <a:ext cx="118065" cy="118065"/>
          </a:xfrm>
          <a:prstGeom prst="rect">
            <a:avLst/>
          </a:prstGeom>
          <a:solidFill>
            <a:srgbClr val="E8EDFB"/>
          </a:solidFill>
          <a:ln w="5830">
            <a:solidFill>
              <a:srgbClr val="394D93"/>
            </a:solidFill>
            <a:prstDash val="solid"/>
          </a:ln>
        </p:spPr>
      </p:sp>
      <p:sp>
        <p:nvSpPr>
          <p:cNvPr id="152" name="p19_rect_152">
            <a:extLst>
              <a:ext uri="{FF2B5EF4-FFF2-40B4-BE49-F238E27FC236}">
                <a16:creationId xmlns:a16="http://schemas.microsoft.com/office/drawing/2014/main" id="{F47808A2-EE54-4B16-BAE9-5BBFD3E1469E}"/>
              </a:ext>
            </a:extLst>
          </p:cNvPr>
          <p:cNvSpPr>
            <a:spLocks/>
          </p:cNvSpPr>
          <p:nvPr/>
        </p:nvSpPr>
        <p:spPr>
          <a:xfrm>
            <a:off x="10695856" y="3483660"/>
            <a:ext cx="591785" cy="502871"/>
          </a:xfrm>
          <a:prstGeom prst="roundRect">
            <a:avLst>
              <a:gd name="adj" fmla="val 7246"/>
            </a:avLst>
          </a:prstGeom>
          <a:gradFill>
            <a:gsLst>
              <a:gs pos="0">
                <a:srgbClr val="FEFEFF"/>
              </a:gs>
              <a:gs pos="100000">
                <a:srgbClr val="EDF0F8"/>
              </a:gs>
            </a:gsLst>
            <a:lin ang="5400000"/>
          </a:gradFill>
          <a:ln w="8746">
            <a:solidFill>
              <a:srgbClr val="394D93"/>
            </a:solidFill>
            <a:prstDash val="solid"/>
          </a:ln>
        </p:spPr>
      </p:sp>
      <p:sp>
        <p:nvSpPr>
          <p:cNvPr id="153" name="p19_path_153">
            <a:extLst>
              <a:ext uri="{FF2B5EF4-FFF2-40B4-BE49-F238E27FC236}">
                <a16:creationId xmlns:a16="http://schemas.microsoft.com/office/drawing/2014/main" id="{F1BE9C69-22E6-4CD2-978F-4E9D421D445D}"/>
              </a:ext>
            </a:extLst>
          </p:cNvPr>
          <p:cNvSpPr>
            <a:spLocks/>
          </p:cNvSpPr>
          <p:nvPr/>
        </p:nvSpPr>
        <p:spPr>
          <a:xfrm>
            <a:off x="9841704" y="3727808"/>
            <a:ext cx="813340" cy="729"/>
          </a:xfrm>
          <a:custGeom>
            <a:avLst/>
            <a:gdLst/>
            <a:ahLst/>
            <a:cxnLst/>
            <a:rect l="0" t="0" r="0" b="0"/>
            <a:pathLst>
              <a:path w="1062990" h="953">
                <a:moveTo>
                  <a:pt x="0" y="0"/>
                </a:moveTo>
                <a:lnTo>
                  <a:pt x="1062990" y="0"/>
                </a:lnTo>
              </a:path>
            </a:pathLst>
          </a:custGeom>
          <a:noFill/>
          <a:ln w="10203">
            <a:solidFill>
              <a:srgbClr val="394D93"/>
            </a:solidFill>
            <a:prstDash val="solid"/>
          </a:ln>
        </p:spPr>
      </p:sp>
      <p:sp>
        <p:nvSpPr>
          <p:cNvPr id="154" name="p19_path_154">
            <a:extLst>
              <a:ext uri="{FF2B5EF4-FFF2-40B4-BE49-F238E27FC236}">
                <a16:creationId xmlns:a16="http://schemas.microsoft.com/office/drawing/2014/main" id="{91FC4ACA-8CEF-4608-8DFC-0F064CFD8E74}"/>
              </a:ext>
            </a:extLst>
          </p:cNvPr>
          <p:cNvSpPr>
            <a:spLocks/>
          </p:cNvSpPr>
          <p:nvPr/>
        </p:nvSpPr>
        <p:spPr>
          <a:xfrm>
            <a:off x="10567588" y="3689327"/>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55" name="p19_path_155">
            <a:extLst>
              <a:ext uri="{FF2B5EF4-FFF2-40B4-BE49-F238E27FC236}">
                <a16:creationId xmlns:a16="http://schemas.microsoft.com/office/drawing/2014/main" id="{8971C7E1-DD98-48B8-BD0D-133FAD62F338}"/>
              </a:ext>
            </a:extLst>
          </p:cNvPr>
          <p:cNvSpPr>
            <a:spLocks/>
          </p:cNvSpPr>
          <p:nvPr/>
        </p:nvSpPr>
        <p:spPr>
          <a:xfrm>
            <a:off x="11430486" y="3576864"/>
            <a:ext cx="489753" cy="339618"/>
          </a:xfrm>
          <a:custGeom>
            <a:avLst/>
            <a:gdLst/>
            <a:ahLst/>
            <a:cxnLst/>
            <a:rect l="0" t="0" r="0" b="0"/>
            <a:pathLst>
              <a:path w="640080" h="443862">
                <a:moveTo>
                  <a:pt x="0" y="151898"/>
                </a:moveTo>
                <a:lnTo>
                  <a:pt x="6465" y="272446"/>
                </a:lnTo>
                <a:lnTo>
                  <a:pt x="12931" y="405638"/>
                </a:lnTo>
                <a:lnTo>
                  <a:pt x="19396" y="346619"/>
                </a:lnTo>
                <a:lnTo>
                  <a:pt x="25862" y="218184"/>
                </a:lnTo>
                <a:lnTo>
                  <a:pt x="32327" y="263813"/>
                </a:lnTo>
                <a:lnTo>
                  <a:pt x="38793" y="180793"/>
                </a:lnTo>
                <a:lnTo>
                  <a:pt x="45258" y="234886"/>
                </a:lnTo>
                <a:lnTo>
                  <a:pt x="51724" y="109244"/>
                </a:lnTo>
                <a:lnTo>
                  <a:pt x="58189" y="17072"/>
                </a:lnTo>
                <a:lnTo>
                  <a:pt x="64655" y="18631"/>
                </a:lnTo>
                <a:lnTo>
                  <a:pt x="71120" y="182817"/>
                </a:lnTo>
                <a:lnTo>
                  <a:pt x="77585" y="0"/>
                </a:lnTo>
                <a:lnTo>
                  <a:pt x="84051" y="187082"/>
                </a:lnTo>
                <a:lnTo>
                  <a:pt x="90516" y="240846"/>
                </a:lnTo>
                <a:lnTo>
                  <a:pt x="96982" y="159698"/>
                </a:lnTo>
                <a:lnTo>
                  <a:pt x="103447" y="292987"/>
                </a:lnTo>
                <a:lnTo>
                  <a:pt x="109913" y="361724"/>
                </a:lnTo>
                <a:lnTo>
                  <a:pt x="116378" y="411742"/>
                </a:lnTo>
                <a:lnTo>
                  <a:pt x="122844" y="394512"/>
                </a:lnTo>
                <a:lnTo>
                  <a:pt x="129309" y="362799"/>
                </a:lnTo>
                <a:lnTo>
                  <a:pt x="135775" y="274189"/>
                </a:lnTo>
                <a:lnTo>
                  <a:pt x="142240" y="115370"/>
                </a:lnTo>
                <a:lnTo>
                  <a:pt x="148705" y="40689"/>
                </a:lnTo>
                <a:lnTo>
                  <a:pt x="155171" y="222353"/>
                </a:lnTo>
                <a:lnTo>
                  <a:pt x="161636" y="52789"/>
                </a:lnTo>
                <a:lnTo>
                  <a:pt x="168102" y="213686"/>
                </a:lnTo>
                <a:lnTo>
                  <a:pt x="174567" y="195748"/>
                </a:lnTo>
                <a:lnTo>
                  <a:pt x="181033" y="214828"/>
                </a:lnTo>
                <a:lnTo>
                  <a:pt x="187498" y="232010"/>
                </a:lnTo>
                <a:lnTo>
                  <a:pt x="193964" y="152843"/>
                </a:lnTo>
                <a:lnTo>
                  <a:pt x="200429" y="398954"/>
                </a:lnTo>
                <a:lnTo>
                  <a:pt x="206895" y="314081"/>
                </a:lnTo>
                <a:lnTo>
                  <a:pt x="213360" y="334983"/>
                </a:lnTo>
                <a:lnTo>
                  <a:pt x="219825" y="407965"/>
                </a:lnTo>
                <a:lnTo>
                  <a:pt x="226291" y="315197"/>
                </a:lnTo>
                <a:lnTo>
                  <a:pt x="232756" y="107114"/>
                </a:lnTo>
                <a:lnTo>
                  <a:pt x="239222" y="224826"/>
                </a:lnTo>
                <a:lnTo>
                  <a:pt x="245687" y="115038"/>
                </a:lnTo>
                <a:lnTo>
                  <a:pt x="252153" y="38480"/>
                </a:lnTo>
                <a:lnTo>
                  <a:pt x="258618" y="106531"/>
                </a:lnTo>
                <a:lnTo>
                  <a:pt x="265084" y="71215"/>
                </a:lnTo>
                <a:lnTo>
                  <a:pt x="271549" y="167008"/>
                </a:lnTo>
                <a:lnTo>
                  <a:pt x="278015" y="247800"/>
                </a:lnTo>
                <a:lnTo>
                  <a:pt x="284480" y="166224"/>
                </a:lnTo>
                <a:lnTo>
                  <a:pt x="290945" y="201309"/>
                </a:lnTo>
                <a:lnTo>
                  <a:pt x="297411" y="202568"/>
                </a:lnTo>
                <a:lnTo>
                  <a:pt x="303876" y="443384"/>
                </a:lnTo>
                <a:lnTo>
                  <a:pt x="310342" y="375609"/>
                </a:lnTo>
                <a:lnTo>
                  <a:pt x="316807" y="256884"/>
                </a:lnTo>
                <a:lnTo>
                  <a:pt x="323273" y="350766"/>
                </a:lnTo>
                <a:lnTo>
                  <a:pt x="329738" y="231302"/>
                </a:lnTo>
                <a:lnTo>
                  <a:pt x="336204" y="66934"/>
                </a:lnTo>
                <a:lnTo>
                  <a:pt x="342669" y="230776"/>
                </a:lnTo>
                <a:lnTo>
                  <a:pt x="349135" y="183112"/>
                </a:lnTo>
                <a:lnTo>
                  <a:pt x="355600" y="197196"/>
                </a:lnTo>
                <a:lnTo>
                  <a:pt x="362065" y="140397"/>
                </a:lnTo>
                <a:lnTo>
                  <a:pt x="368531" y="193164"/>
                </a:lnTo>
                <a:lnTo>
                  <a:pt x="374996" y="262048"/>
                </a:lnTo>
                <a:lnTo>
                  <a:pt x="381462" y="294977"/>
                </a:lnTo>
                <a:lnTo>
                  <a:pt x="387927" y="266501"/>
                </a:lnTo>
                <a:lnTo>
                  <a:pt x="394393" y="401631"/>
                </a:lnTo>
                <a:lnTo>
                  <a:pt x="400858" y="238631"/>
                </a:lnTo>
                <a:lnTo>
                  <a:pt x="407324" y="265657"/>
                </a:lnTo>
                <a:lnTo>
                  <a:pt x="413789" y="286038"/>
                </a:lnTo>
                <a:lnTo>
                  <a:pt x="420255" y="272885"/>
                </a:lnTo>
                <a:lnTo>
                  <a:pt x="426720" y="156950"/>
                </a:lnTo>
                <a:lnTo>
                  <a:pt x="433185" y="135809"/>
                </a:lnTo>
                <a:lnTo>
                  <a:pt x="439651" y="117064"/>
                </a:lnTo>
                <a:lnTo>
                  <a:pt x="446116" y="194270"/>
                </a:lnTo>
                <a:lnTo>
                  <a:pt x="452582" y="150095"/>
                </a:lnTo>
                <a:lnTo>
                  <a:pt x="459047" y="210046"/>
                </a:lnTo>
                <a:lnTo>
                  <a:pt x="465513" y="107148"/>
                </a:lnTo>
                <a:lnTo>
                  <a:pt x="471978" y="349493"/>
                </a:lnTo>
                <a:lnTo>
                  <a:pt x="478444" y="193065"/>
                </a:lnTo>
                <a:lnTo>
                  <a:pt x="484909" y="216999"/>
                </a:lnTo>
                <a:lnTo>
                  <a:pt x="491375" y="347902"/>
                </a:lnTo>
                <a:lnTo>
                  <a:pt x="497840" y="357441"/>
                </a:lnTo>
                <a:lnTo>
                  <a:pt x="504305" y="187888"/>
                </a:lnTo>
                <a:lnTo>
                  <a:pt x="510771" y="269066"/>
                </a:lnTo>
                <a:lnTo>
                  <a:pt x="517236" y="292826"/>
                </a:lnTo>
                <a:lnTo>
                  <a:pt x="523702" y="138851"/>
                </a:lnTo>
                <a:lnTo>
                  <a:pt x="530167" y="125797"/>
                </a:lnTo>
                <a:lnTo>
                  <a:pt x="536633" y="12949"/>
                </a:lnTo>
                <a:lnTo>
                  <a:pt x="543098" y="170196"/>
                </a:lnTo>
                <a:lnTo>
                  <a:pt x="549564" y="48211"/>
                </a:lnTo>
                <a:lnTo>
                  <a:pt x="556029" y="101281"/>
                </a:lnTo>
                <a:lnTo>
                  <a:pt x="562495" y="107309"/>
                </a:lnTo>
                <a:lnTo>
                  <a:pt x="568960" y="231739"/>
                </a:lnTo>
                <a:lnTo>
                  <a:pt x="575425" y="306579"/>
                </a:lnTo>
                <a:lnTo>
                  <a:pt x="581891" y="368651"/>
                </a:lnTo>
                <a:lnTo>
                  <a:pt x="588356" y="443862"/>
                </a:lnTo>
                <a:lnTo>
                  <a:pt x="594822" y="227148"/>
                </a:lnTo>
                <a:lnTo>
                  <a:pt x="601287" y="268144"/>
                </a:lnTo>
                <a:lnTo>
                  <a:pt x="607753" y="251257"/>
                </a:lnTo>
                <a:lnTo>
                  <a:pt x="614218" y="221745"/>
                </a:lnTo>
                <a:lnTo>
                  <a:pt x="620684" y="190910"/>
                </a:lnTo>
                <a:lnTo>
                  <a:pt x="627149" y="179806"/>
                </a:lnTo>
                <a:lnTo>
                  <a:pt x="633615" y="162869"/>
                </a:lnTo>
                <a:lnTo>
                  <a:pt x="640080" y="199707"/>
                </a:lnTo>
              </a:path>
            </a:pathLst>
          </a:custGeom>
          <a:noFill/>
          <a:ln w="13847">
            <a:solidFill>
              <a:srgbClr val="9C3E76"/>
            </a:solidFill>
            <a:prstDash val="solid"/>
          </a:ln>
        </p:spPr>
      </p:sp>
      <p:sp>
        <p:nvSpPr>
          <p:cNvPr id="156" name="p19_path_156">
            <a:extLst>
              <a:ext uri="{FF2B5EF4-FFF2-40B4-BE49-F238E27FC236}">
                <a16:creationId xmlns:a16="http://schemas.microsoft.com/office/drawing/2014/main" id="{E1ED7038-D695-4759-B7BA-0497308E6351}"/>
              </a:ext>
            </a:extLst>
          </p:cNvPr>
          <p:cNvSpPr>
            <a:spLocks/>
          </p:cNvSpPr>
          <p:nvPr/>
        </p:nvSpPr>
        <p:spPr>
          <a:xfrm>
            <a:off x="11308048" y="3727808"/>
            <a:ext cx="102032" cy="729"/>
          </a:xfrm>
          <a:custGeom>
            <a:avLst/>
            <a:gdLst/>
            <a:ahLst/>
            <a:cxnLst/>
            <a:rect l="0" t="0" r="0" b="0"/>
            <a:pathLst>
              <a:path w="133350" h="953">
                <a:moveTo>
                  <a:pt x="0" y="0"/>
                </a:moveTo>
                <a:lnTo>
                  <a:pt x="133350" y="0"/>
                </a:lnTo>
              </a:path>
            </a:pathLst>
          </a:custGeom>
          <a:noFill/>
          <a:ln w="10203">
            <a:solidFill>
              <a:srgbClr val="394D93"/>
            </a:solidFill>
            <a:prstDash val="solid"/>
          </a:ln>
        </p:spPr>
      </p:sp>
      <p:sp>
        <p:nvSpPr>
          <p:cNvPr id="157" name="p19_path_157">
            <a:extLst>
              <a:ext uri="{FF2B5EF4-FFF2-40B4-BE49-F238E27FC236}">
                <a16:creationId xmlns:a16="http://schemas.microsoft.com/office/drawing/2014/main" id="{8422D753-1BB2-411D-B864-BA0055390632}"/>
              </a:ext>
            </a:extLst>
          </p:cNvPr>
          <p:cNvSpPr>
            <a:spLocks/>
          </p:cNvSpPr>
          <p:nvPr/>
        </p:nvSpPr>
        <p:spPr>
          <a:xfrm>
            <a:off x="11322624" y="3689327"/>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58" name="p19_rect_158">
            <a:extLst>
              <a:ext uri="{FF2B5EF4-FFF2-40B4-BE49-F238E27FC236}">
                <a16:creationId xmlns:a16="http://schemas.microsoft.com/office/drawing/2014/main" id="{741F2321-6F4B-4491-B06A-B664BB44D606}"/>
              </a:ext>
            </a:extLst>
          </p:cNvPr>
          <p:cNvSpPr>
            <a:spLocks/>
          </p:cNvSpPr>
          <p:nvPr/>
        </p:nvSpPr>
        <p:spPr>
          <a:xfrm>
            <a:off x="3935515" y="3257732"/>
            <a:ext cx="3541964" cy="2375885"/>
          </a:xfrm>
          <a:prstGeom prst="roundRect">
            <a:avLst>
              <a:gd name="adj" fmla="val 4294"/>
            </a:avLst>
          </a:prstGeom>
          <a:gradFill>
            <a:gsLst>
              <a:gs pos="0">
                <a:srgbClr val="FEFEFF"/>
              </a:gs>
              <a:gs pos="100000">
                <a:srgbClr val="EDF0F8"/>
              </a:gs>
            </a:gsLst>
            <a:lin ang="5400000"/>
          </a:gradFill>
          <a:ln w="12390">
            <a:solidFill>
              <a:srgbClr val="172956"/>
            </a:solidFill>
            <a:prstDash val="solid"/>
          </a:ln>
        </p:spPr>
      </p:sp>
      <p:sp>
        <p:nvSpPr>
          <p:cNvPr id="159" name="p19_rect_159">
            <a:extLst>
              <a:ext uri="{FF2B5EF4-FFF2-40B4-BE49-F238E27FC236}">
                <a16:creationId xmlns:a16="http://schemas.microsoft.com/office/drawing/2014/main" id="{CD70BCC9-ED7F-409E-87C4-AD4D976FD11C}"/>
              </a:ext>
            </a:extLst>
          </p:cNvPr>
          <p:cNvSpPr>
            <a:spLocks/>
          </p:cNvSpPr>
          <p:nvPr/>
        </p:nvSpPr>
        <p:spPr>
          <a:xfrm>
            <a:off x="4066699" y="4008395"/>
            <a:ext cx="1049471" cy="357112"/>
          </a:xfrm>
          <a:prstGeom prst="roundRect">
            <a:avLst>
              <a:gd name="adj" fmla="val 10204"/>
            </a:avLst>
          </a:prstGeom>
          <a:gradFill>
            <a:gsLst>
              <a:gs pos="0">
                <a:srgbClr val="E5EAF8"/>
              </a:gs>
              <a:gs pos="100000">
                <a:srgbClr val="C4CEEB"/>
              </a:gs>
            </a:gsLst>
            <a:lin ang="5400000"/>
          </a:gradFill>
          <a:ln w="7288">
            <a:solidFill>
              <a:srgbClr val="8599C3"/>
            </a:solidFill>
            <a:prstDash val="solid"/>
          </a:ln>
        </p:spPr>
      </p:sp>
      <p:sp>
        <p:nvSpPr>
          <p:cNvPr id="160" name="p19_rect_160">
            <a:extLst>
              <a:ext uri="{FF2B5EF4-FFF2-40B4-BE49-F238E27FC236}">
                <a16:creationId xmlns:a16="http://schemas.microsoft.com/office/drawing/2014/main" id="{29245729-0BD1-48E9-B78D-3C21AD3CB04A}"/>
              </a:ext>
            </a:extLst>
          </p:cNvPr>
          <p:cNvSpPr>
            <a:spLocks/>
          </p:cNvSpPr>
          <p:nvPr/>
        </p:nvSpPr>
        <p:spPr>
          <a:xfrm>
            <a:off x="4066699" y="4431099"/>
            <a:ext cx="1049471" cy="357112"/>
          </a:xfrm>
          <a:prstGeom prst="roundRect">
            <a:avLst>
              <a:gd name="adj" fmla="val 10204"/>
            </a:avLst>
          </a:prstGeom>
          <a:gradFill>
            <a:gsLst>
              <a:gs pos="0">
                <a:srgbClr val="E5EAF8"/>
              </a:gs>
              <a:gs pos="100000">
                <a:srgbClr val="C4CEEB"/>
              </a:gs>
            </a:gsLst>
            <a:lin ang="5400000"/>
          </a:gradFill>
          <a:ln w="7288">
            <a:solidFill>
              <a:srgbClr val="8599C3"/>
            </a:solidFill>
            <a:prstDash val="solid"/>
          </a:ln>
        </p:spPr>
      </p:sp>
      <p:sp>
        <p:nvSpPr>
          <p:cNvPr id="161" name="p19_rect_161">
            <a:extLst>
              <a:ext uri="{FF2B5EF4-FFF2-40B4-BE49-F238E27FC236}">
                <a16:creationId xmlns:a16="http://schemas.microsoft.com/office/drawing/2014/main" id="{BF485593-8771-4DF6-8545-FA787B0C33A5}"/>
              </a:ext>
            </a:extLst>
          </p:cNvPr>
          <p:cNvSpPr>
            <a:spLocks/>
          </p:cNvSpPr>
          <p:nvPr/>
        </p:nvSpPr>
        <p:spPr>
          <a:xfrm>
            <a:off x="4066699" y="4853802"/>
            <a:ext cx="1049471" cy="357112"/>
          </a:xfrm>
          <a:prstGeom prst="roundRect">
            <a:avLst>
              <a:gd name="adj" fmla="val 10204"/>
            </a:avLst>
          </a:prstGeom>
          <a:gradFill>
            <a:gsLst>
              <a:gs pos="0">
                <a:srgbClr val="E5EAF8"/>
              </a:gs>
              <a:gs pos="100000">
                <a:srgbClr val="C4CEEB"/>
              </a:gs>
            </a:gsLst>
            <a:lin ang="5400000"/>
          </a:gradFill>
          <a:ln w="7288">
            <a:solidFill>
              <a:srgbClr val="8599C3"/>
            </a:solidFill>
            <a:prstDash val="solid"/>
          </a:ln>
        </p:spPr>
      </p:sp>
      <p:sp>
        <p:nvSpPr>
          <p:cNvPr id="162" name="p19_rect_162">
            <a:extLst>
              <a:ext uri="{FF2B5EF4-FFF2-40B4-BE49-F238E27FC236}">
                <a16:creationId xmlns:a16="http://schemas.microsoft.com/office/drawing/2014/main" id="{DBC6248F-1801-4A01-A9EA-3F68126DEBA6}"/>
              </a:ext>
            </a:extLst>
          </p:cNvPr>
          <p:cNvSpPr>
            <a:spLocks/>
          </p:cNvSpPr>
          <p:nvPr/>
        </p:nvSpPr>
        <p:spPr>
          <a:xfrm>
            <a:off x="5429554" y="4037547"/>
            <a:ext cx="1056759" cy="779815"/>
          </a:xfrm>
          <a:prstGeom prst="roundRect">
            <a:avLst>
              <a:gd name="adj" fmla="val 7477"/>
            </a:avLst>
          </a:prstGeom>
          <a:gradFill>
            <a:gsLst>
              <a:gs pos="0">
                <a:srgbClr val="FEFEFF"/>
              </a:gs>
              <a:gs pos="100000">
                <a:srgbClr val="EDF0F8"/>
              </a:gs>
            </a:gsLst>
            <a:lin ang="5400000"/>
          </a:gradFill>
          <a:ln w="8746">
            <a:solidFill>
              <a:srgbClr val="394D93"/>
            </a:solidFill>
            <a:prstDash val="solid"/>
          </a:ln>
        </p:spPr>
      </p:sp>
      <p:sp>
        <p:nvSpPr>
          <p:cNvPr id="163" name="p19_path_163">
            <a:extLst>
              <a:ext uri="{FF2B5EF4-FFF2-40B4-BE49-F238E27FC236}">
                <a16:creationId xmlns:a16="http://schemas.microsoft.com/office/drawing/2014/main" id="{0D02B04D-298F-41DA-B620-A8805951A3B0}"/>
              </a:ext>
            </a:extLst>
          </p:cNvPr>
          <p:cNvSpPr>
            <a:spLocks/>
          </p:cNvSpPr>
          <p:nvPr/>
        </p:nvSpPr>
        <p:spPr>
          <a:xfrm>
            <a:off x="5138034" y="4518555"/>
            <a:ext cx="204064" cy="729"/>
          </a:xfrm>
          <a:custGeom>
            <a:avLst/>
            <a:gdLst/>
            <a:ahLst/>
            <a:cxnLst/>
            <a:rect l="0" t="0" r="0" b="0"/>
            <a:pathLst>
              <a:path w="266700" h="953">
                <a:moveTo>
                  <a:pt x="0" y="0"/>
                </a:moveTo>
                <a:lnTo>
                  <a:pt x="266700" y="0"/>
                </a:lnTo>
              </a:path>
            </a:pathLst>
          </a:custGeom>
          <a:noFill/>
          <a:ln w="11661">
            <a:solidFill>
              <a:srgbClr val="394D93"/>
            </a:solidFill>
            <a:prstDash val="solid"/>
          </a:ln>
        </p:spPr>
      </p:sp>
      <p:sp>
        <p:nvSpPr>
          <p:cNvPr id="164" name="p19_path_164">
            <a:extLst>
              <a:ext uri="{FF2B5EF4-FFF2-40B4-BE49-F238E27FC236}">
                <a16:creationId xmlns:a16="http://schemas.microsoft.com/office/drawing/2014/main" id="{A70D6331-6598-4D93-85D0-55BF9B185AFE}"/>
              </a:ext>
            </a:extLst>
          </p:cNvPr>
          <p:cNvSpPr>
            <a:spLocks/>
          </p:cNvSpPr>
          <p:nvPr/>
        </p:nvSpPr>
        <p:spPr>
          <a:xfrm>
            <a:off x="5254642" y="4480074"/>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65" name="p19_rect_165">
            <a:extLst>
              <a:ext uri="{FF2B5EF4-FFF2-40B4-BE49-F238E27FC236}">
                <a16:creationId xmlns:a16="http://schemas.microsoft.com/office/drawing/2014/main" id="{74E5652F-EDD9-48B5-B391-EC79C9D1C07F}"/>
              </a:ext>
            </a:extLst>
          </p:cNvPr>
          <p:cNvSpPr>
            <a:spLocks/>
          </p:cNvSpPr>
          <p:nvPr/>
        </p:nvSpPr>
        <p:spPr>
          <a:xfrm>
            <a:off x="6653936" y="4059411"/>
            <a:ext cx="714223" cy="772527"/>
          </a:xfrm>
          <a:prstGeom prst="roundRect">
            <a:avLst>
              <a:gd name="adj" fmla="val 7143"/>
            </a:avLst>
          </a:prstGeom>
          <a:solidFill>
            <a:srgbClr val="FFFFFF"/>
          </a:solidFill>
          <a:ln w="7288">
            <a:solidFill>
              <a:srgbClr val="C8D0E9"/>
            </a:solidFill>
            <a:prstDash val="solid"/>
          </a:ln>
        </p:spPr>
      </p:sp>
      <p:sp>
        <p:nvSpPr>
          <p:cNvPr id="166" name="p19_ellipse_166">
            <a:extLst>
              <a:ext uri="{FF2B5EF4-FFF2-40B4-BE49-F238E27FC236}">
                <a16:creationId xmlns:a16="http://schemas.microsoft.com/office/drawing/2014/main" id="{FBF6CC39-7B03-4642-8B13-45D8B8A8A538}"/>
              </a:ext>
            </a:extLst>
          </p:cNvPr>
          <p:cNvSpPr>
            <a:spLocks/>
          </p:cNvSpPr>
          <p:nvPr/>
        </p:nvSpPr>
        <p:spPr>
          <a:xfrm>
            <a:off x="6741392" y="4168731"/>
            <a:ext cx="87456" cy="87456"/>
          </a:xfrm>
          <a:prstGeom prst="ellipse">
            <a:avLst/>
          </a:prstGeom>
          <a:gradFill>
            <a:gsLst>
              <a:gs pos="0">
                <a:srgbClr val="E5EAF8"/>
              </a:gs>
              <a:gs pos="100000">
                <a:srgbClr val="C4CEEB"/>
              </a:gs>
            </a:gsLst>
            <a:lin ang="5400000"/>
          </a:gradFill>
          <a:ln w="10203">
            <a:solidFill>
              <a:srgbClr val="394D93"/>
            </a:solidFill>
            <a:prstDash val="solid"/>
          </a:ln>
        </p:spPr>
      </p:sp>
      <p:sp>
        <p:nvSpPr>
          <p:cNvPr id="167" name="p19_ellipse_167">
            <a:extLst>
              <a:ext uri="{FF2B5EF4-FFF2-40B4-BE49-F238E27FC236}">
                <a16:creationId xmlns:a16="http://schemas.microsoft.com/office/drawing/2014/main" id="{10BAFCCB-A127-4CEE-98EC-FB80F1BA88EC}"/>
              </a:ext>
            </a:extLst>
          </p:cNvPr>
          <p:cNvSpPr>
            <a:spLocks/>
          </p:cNvSpPr>
          <p:nvPr/>
        </p:nvSpPr>
        <p:spPr>
          <a:xfrm>
            <a:off x="6741392" y="4377654"/>
            <a:ext cx="87456" cy="87456"/>
          </a:xfrm>
          <a:prstGeom prst="ellipse">
            <a:avLst/>
          </a:prstGeom>
          <a:gradFill>
            <a:gsLst>
              <a:gs pos="0">
                <a:srgbClr val="E5EAF8"/>
              </a:gs>
              <a:gs pos="100000">
                <a:srgbClr val="C4CEEB"/>
              </a:gs>
            </a:gsLst>
            <a:lin ang="5400000"/>
          </a:gradFill>
          <a:ln w="10203">
            <a:solidFill>
              <a:srgbClr val="394D93"/>
            </a:solidFill>
            <a:prstDash val="solid"/>
          </a:ln>
        </p:spPr>
      </p:sp>
      <p:sp>
        <p:nvSpPr>
          <p:cNvPr id="168" name="p19_ellipse_168">
            <a:extLst>
              <a:ext uri="{FF2B5EF4-FFF2-40B4-BE49-F238E27FC236}">
                <a16:creationId xmlns:a16="http://schemas.microsoft.com/office/drawing/2014/main" id="{4A08684A-D153-4DF1-A9C9-AA452675AA36}"/>
              </a:ext>
            </a:extLst>
          </p:cNvPr>
          <p:cNvSpPr>
            <a:spLocks/>
          </p:cNvSpPr>
          <p:nvPr/>
        </p:nvSpPr>
        <p:spPr>
          <a:xfrm>
            <a:off x="6741392" y="4586576"/>
            <a:ext cx="87456" cy="87456"/>
          </a:xfrm>
          <a:prstGeom prst="ellipse">
            <a:avLst/>
          </a:prstGeom>
          <a:gradFill>
            <a:gsLst>
              <a:gs pos="0">
                <a:srgbClr val="E5EAF8"/>
              </a:gs>
              <a:gs pos="100000">
                <a:srgbClr val="C4CEEB"/>
              </a:gs>
            </a:gsLst>
            <a:lin ang="5400000"/>
          </a:gradFill>
          <a:ln w="10203">
            <a:solidFill>
              <a:srgbClr val="394D93"/>
            </a:solidFill>
            <a:prstDash val="solid"/>
          </a:ln>
        </p:spPr>
      </p:sp>
      <p:sp>
        <p:nvSpPr>
          <p:cNvPr id="169" name="p19_path_169">
            <a:extLst>
              <a:ext uri="{FF2B5EF4-FFF2-40B4-BE49-F238E27FC236}">
                <a16:creationId xmlns:a16="http://schemas.microsoft.com/office/drawing/2014/main" id="{3C7E847E-E1B6-4946-AA06-E695E960CFCC}"/>
              </a:ext>
            </a:extLst>
          </p:cNvPr>
          <p:cNvSpPr>
            <a:spLocks/>
          </p:cNvSpPr>
          <p:nvPr/>
        </p:nvSpPr>
        <p:spPr>
          <a:xfrm>
            <a:off x="6496628" y="4445675"/>
            <a:ext cx="102032" cy="729"/>
          </a:xfrm>
          <a:custGeom>
            <a:avLst/>
            <a:gdLst/>
            <a:ahLst/>
            <a:cxnLst/>
            <a:rect l="0" t="0" r="0" b="0"/>
            <a:pathLst>
              <a:path w="133350" h="953">
                <a:moveTo>
                  <a:pt x="0" y="0"/>
                </a:moveTo>
                <a:lnTo>
                  <a:pt x="133350" y="0"/>
                </a:lnTo>
              </a:path>
            </a:pathLst>
          </a:custGeom>
          <a:noFill/>
          <a:ln w="10932">
            <a:solidFill>
              <a:srgbClr val="394D93"/>
            </a:solidFill>
            <a:prstDash val="solid"/>
          </a:ln>
        </p:spPr>
      </p:sp>
      <p:sp>
        <p:nvSpPr>
          <p:cNvPr id="170" name="p19_path_170">
            <a:extLst>
              <a:ext uri="{FF2B5EF4-FFF2-40B4-BE49-F238E27FC236}">
                <a16:creationId xmlns:a16="http://schemas.microsoft.com/office/drawing/2014/main" id="{76C4B9B0-EF50-48BD-97F2-B66A419EF4CE}"/>
              </a:ext>
            </a:extLst>
          </p:cNvPr>
          <p:cNvSpPr>
            <a:spLocks/>
          </p:cNvSpPr>
          <p:nvPr/>
        </p:nvSpPr>
        <p:spPr>
          <a:xfrm>
            <a:off x="6576515" y="4407194"/>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71" name="p19_path_171">
            <a:extLst>
              <a:ext uri="{FF2B5EF4-FFF2-40B4-BE49-F238E27FC236}">
                <a16:creationId xmlns:a16="http://schemas.microsoft.com/office/drawing/2014/main" id="{89E262AE-5B08-4BA9-B791-267C1621031E}"/>
              </a:ext>
            </a:extLst>
          </p:cNvPr>
          <p:cNvSpPr>
            <a:spLocks/>
          </p:cNvSpPr>
          <p:nvPr/>
        </p:nvSpPr>
        <p:spPr>
          <a:xfrm>
            <a:off x="5480570" y="4933970"/>
            <a:ext cx="801679" cy="335248"/>
          </a:xfrm>
          <a:custGeom>
            <a:avLst/>
            <a:gdLst/>
            <a:ahLst/>
            <a:cxnLst/>
            <a:rect l="0" t="0" r="0" b="0"/>
            <a:pathLst>
              <a:path w="1047750" h="438150">
                <a:moveTo>
                  <a:pt x="523875" y="0"/>
                </a:moveTo>
                <a:lnTo>
                  <a:pt x="1047750" y="219075"/>
                </a:lnTo>
                <a:lnTo>
                  <a:pt x="523875" y="438150"/>
                </a:lnTo>
                <a:lnTo>
                  <a:pt x="0" y="219075"/>
                </a:lnTo>
                <a:close/>
              </a:path>
            </a:pathLst>
          </a:custGeom>
          <a:gradFill>
            <a:gsLst>
              <a:gs pos="0">
                <a:srgbClr val="E5EAF8"/>
              </a:gs>
              <a:gs pos="100000">
                <a:srgbClr val="C4CEEB"/>
              </a:gs>
            </a:gsLst>
            <a:lin ang="5400000"/>
          </a:gradFill>
          <a:ln w="10203">
            <a:solidFill>
              <a:srgbClr val="394D93"/>
            </a:solidFill>
            <a:prstDash val="solid"/>
          </a:ln>
        </p:spPr>
      </p:sp>
      <p:sp>
        <p:nvSpPr>
          <p:cNvPr id="172" name="p19_path_172">
            <a:extLst>
              <a:ext uri="{FF2B5EF4-FFF2-40B4-BE49-F238E27FC236}">
                <a16:creationId xmlns:a16="http://schemas.microsoft.com/office/drawing/2014/main" id="{755E4C3F-2896-4B61-9FA8-13676E7C4106}"/>
              </a:ext>
            </a:extLst>
          </p:cNvPr>
          <p:cNvSpPr>
            <a:spLocks/>
          </p:cNvSpPr>
          <p:nvPr/>
        </p:nvSpPr>
        <p:spPr>
          <a:xfrm>
            <a:off x="5888697" y="4839226"/>
            <a:ext cx="729" cy="87456"/>
          </a:xfrm>
          <a:custGeom>
            <a:avLst/>
            <a:gdLst/>
            <a:ahLst/>
            <a:cxnLst/>
            <a:rect l="0" t="0" r="0" b="0"/>
            <a:pathLst>
              <a:path w="953" h="114300">
                <a:moveTo>
                  <a:pt x="0" y="0"/>
                </a:moveTo>
                <a:lnTo>
                  <a:pt x="0" y="114300"/>
                </a:lnTo>
              </a:path>
            </a:pathLst>
          </a:custGeom>
          <a:noFill/>
          <a:ln w="10932">
            <a:solidFill>
              <a:srgbClr val="394D93"/>
            </a:solidFill>
            <a:prstDash val="solid"/>
          </a:ln>
        </p:spPr>
      </p:sp>
      <p:sp>
        <p:nvSpPr>
          <p:cNvPr id="173" name="p19_path_173">
            <a:extLst>
              <a:ext uri="{FF2B5EF4-FFF2-40B4-BE49-F238E27FC236}">
                <a16:creationId xmlns:a16="http://schemas.microsoft.com/office/drawing/2014/main" id="{2EB9C094-C21A-4BC9-99FC-3BBD2BF180A7}"/>
              </a:ext>
            </a:extLst>
          </p:cNvPr>
          <p:cNvSpPr>
            <a:spLocks/>
          </p:cNvSpPr>
          <p:nvPr/>
        </p:nvSpPr>
        <p:spPr>
          <a:xfrm>
            <a:off x="5850217" y="4839226"/>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174" name="p19_path_174">
            <a:extLst>
              <a:ext uri="{FF2B5EF4-FFF2-40B4-BE49-F238E27FC236}">
                <a16:creationId xmlns:a16="http://schemas.microsoft.com/office/drawing/2014/main" id="{C37E8324-2858-4182-9645-2E1B81BF099E}"/>
              </a:ext>
            </a:extLst>
          </p:cNvPr>
          <p:cNvSpPr>
            <a:spLocks/>
          </p:cNvSpPr>
          <p:nvPr/>
        </p:nvSpPr>
        <p:spPr>
          <a:xfrm>
            <a:off x="6289537" y="5101594"/>
            <a:ext cx="393552" cy="729"/>
          </a:xfrm>
          <a:custGeom>
            <a:avLst/>
            <a:gdLst/>
            <a:ahLst/>
            <a:cxnLst/>
            <a:rect l="0" t="0" r="0" b="0"/>
            <a:pathLst>
              <a:path w="514350" h="953">
                <a:moveTo>
                  <a:pt x="0" y="0"/>
                </a:moveTo>
                <a:lnTo>
                  <a:pt x="514350" y="0"/>
                </a:lnTo>
              </a:path>
            </a:pathLst>
          </a:custGeom>
          <a:noFill/>
          <a:ln w="10932">
            <a:solidFill>
              <a:srgbClr val="9C3E76"/>
            </a:solidFill>
            <a:prstDash val="solid"/>
          </a:ln>
        </p:spPr>
      </p:sp>
      <p:sp>
        <p:nvSpPr>
          <p:cNvPr id="175" name="p19_path_175">
            <a:extLst>
              <a:ext uri="{FF2B5EF4-FFF2-40B4-BE49-F238E27FC236}">
                <a16:creationId xmlns:a16="http://schemas.microsoft.com/office/drawing/2014/main" id="{31374B22-D714-42C8-A68C-80FA2F883B7E}"/>
              </a:ext>
            </a:extLst>
          </p:cNvPr>
          <p:cNvSpPr>
            <a:spLocks/>
          </p:cNvSpPr>
          <p:nvPr/>
        </p:nvSpPr>
        <p:spPr>
          <a:xfrm>
            <a:off x="6595632" y="5063113"/>
            <a:ext cx="87456" cy="76961"/>
          </a:xfrm>
          <a:custGeom>
            <a:avLst/>
            <a:gdLst/>
            <a:ahLst/>
            <a:cxnLst/>
            <a:rect l="0" t="0" r="0" b="0"/>
            <a:pathLst>
              <a:path w="114300" h="100584">
                <a:moveTo>
                  <a:pt x="114300" y="50292"/>
                </a:moveTo>
                <a:lnTo>
                  <a:pt x="0" y="100584"/>
                </a:lnTo>
                <a:lnTo>
                  <a:pt x="0" y="0"/>
                </a:lnTo>
                <a:close/>
              </a:path>
            </a:pathLst>
          </a:custGeom>
          <a:solidFill>
            <a:srgbClr val="9C3E76"/>
          </a:solidFill>
          <a:ln w="0">
            <a:noFill/>
            <a:prstDash val="solid"/>
          </a:ln>
        </p:spPr>
      </p:sp>
      <p:sp>
        <p:nvSpPr>
          <p:cNvPr id="176" name="p19_rect_176">
            <a:extLst>
              <a:ext uri="{FF2B5EF4-FFF2-40B4-BE49-F238E27FC236}">
                <a16:creationId xmlns:a16="http://schemas.microsoft.com/office/drawing/2014/main" id="{32BC0499-4CCB-49B1-8DF2-DE503ED69F65}"/>
              </a:ext>
            </a:extLst>
          </p:cNvPr>
          <p:cNvSpPr>
            <a:spLocks/>
          </p:cNvSpPr>
          <p:nvPr/>
        </p:nvSpPr>
        <p:spPr>
          <a:xfrm>
            <a:off x="6704952" y="4963122"/>
            <a:ext cx="663207" cy="313384"/>
          </a:xfrm>
          <a:prstGeom prst="roundRect">
            <a:avLst>
              <a:gd name="adj" fmla="val 11628"/>
            </a:avLst>
          </a:prstGeom>
          <a:gradFill>
            <a:gsLst>
              <a:gs pos="0">
                <a:srgbClr val="FFFDFE"/>
              </a:gs>
              <a:gs pos="100000">
                <a:srgbClr val="F7EAF2"/>
              </a:gs>
            </a:gsLst>
            <a:lin ang="5400000"/>
          </a:gradFill>
          <a:ln w="8746">
            <a:solidFill>
              <a:srgbClr val="9C3E76"/>
            </a:solidFill>
            <a:prstDash val="solid"/>
          </a:ln>
        </p:spPr>
      </p:sp>
      <p:sp>
        <p:nvSpPr>
          <p:cNvPr id="177" name="p19_path_177">
            <a:extLst>
              <a:ext uri="{FF2B5EF4-FFF2-40B4-BE49-F238E27FC236}">
                <a16:creationId xmlns:a16="http://schemas.microsoft.com/office/drawing/2014/main" id="{88DF4B36-0349-422E-8BBA-6C69A424EE12}"/>
              </a:ext>
            </a:extLst>
          </p:cNvPr>
          <p:cNvSpPr>
            <a:spLocks/>
          </p:cNvSpPr>
          <p:nvPr/>
        </p:nvSpPr>
        <p:spPr>
          <a:xfrm>
            <a:off x="5882867" y="4944902"/>
            <a:ext cx="2405037" cy="495583"/>
          </a:xfrm>
          <a:custGeom>
            <a:avLst/>
            <a:gdLst/>
            <a:ahLst/>
            <a:cxnLst/>
            <a:rect l="0" t="0" r="0" b="0"/>
            <a:pathLst>
              <a:path w="3143250" h="647700">
                <a:moveTo>
                  <a:pt x="0" y="419100"/>
                </a:moveTo>
                <a:lnTo>
                  <a:pt x="0" y="647700"/>
                </a:lnTo>
                <a:lnTo>
                  <a:pt x="2085975" y="647700"/>
                </a:lnTo>
                <a:lnTo>
                  <a:pt x="2085975" y="0"/>
                </a:lnTo>
                <a:lnTo>
                  <a:pt x="3143250" y="0"/>
                </a:lnTo>
              </a:path>
            </a:pathLst>
          </a:custGeom>
          <a:noFill/>
          <a:ln w="16762">
            <a:solidFill>
              <a:srgbClr val="394D93"/>
            </a:solidFill>
            <a:prstDash val="solid"/>
          </a:ln>
        </p:spPr>
      </p:sp>
      <p:sp>
        <p:nvSpPr>
          <p:cNvPr id="178" name="p19_path_178">
            <a:extLst>
              <a:ext uri="{FF2B5EF4-FFF2-40B4-BE49-F238E27FC236}">
                <a16:creationId xmlns:a16="http://schemas.microsoft.com/office/drawing/2014/main" id="{3E57B01D-FB19-4F2A-B3D5-8627EB5C20FA}"/>
              </a:ext>
            </a:extLst>
          </p:cNvPr>
          <p:cNvSpPr>
            <a:spLocks/>
          </p:cNvSpPr>
          <p:nvPr/>
        </p:nvSpPr>
        <p:spPr>
          <a:xfrm>
            <a:off x="8212052" y="4904292"/>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79" name="p19_path_179">
            <a:extLst>
              <a:ext uri="{FF2B5EF4-FFF2-40B4-BE49-F238E27FC236}">
                <a16:creationId xmlns:a16="http://schemas.microsoft.com/office/drawing/2014/main" id="{3E21F258-99C7-472F-904A-253D6B06247E}"/>
              </a:ext>
            </a:extLst>
          </p:cNvPr>
          <p:cNvSpPr>
            <a:spLocks/>
          </p:cNvSpPr>
          <p:nvPr/>
        </p:nvSpPr>
        <p:spPr>
          <a:xfrm>
            <a:off x="5706497" y="2492493"/>
            <a:ext cx="729" cy="655919"/>
          </a:xfrm>
          <a:custGeom>
            <a:avLst/>
            <a:gdLst/>
            <a:ahLst/>
            <a:cxnLst/>
            <a:rect l="0" t="0" r="0" b="0"/>
            <a:pathLst>
              <a:path w="953" h="857250">
                <a:moveTo>
                  <a:pt x="0" y="0"/>
                </a:moveTo>
                <a:lnTo>
                  <a:pt x="0" y="857250"/>
                </a:lnTo>
              </a:path>
            </a:pathLst>
          </a:custGeom>
          <a:noFill/>
          <a:ln w="15305">
            <a:solidFill>
              <a:srgbClr val="394D93"/>
            </a:solidFill>
            <a:prstDash val="dash"/>
          </a:ln>
        </p:spPr>
      </p:sp>
      <p:sp>
        <p:nvSpPr>
          <p:cNvPr id="180" name="p19_path_180">
            <a:extLst>
              <a:ext uri="{FF2B5EF4-FFF2-40B4-BE49-F238E27FC236}">
                <a16:creationId xmlns:a16="http://schemas.microsoft.com/office/drawing/2014/main" id="{03AEB491-5A59-41DC-9283-4B680AC70800}"/>
              </a:ext>
            </a:extLst>
          </p:cNvPr>
          <p:cNvSpPr>
            <a:spLocks/>
          </p:cNvSpPr>
          <p:nvPr/>
        </p:nvSpPr>
        <p:spPr>
          <a:xfrm>
            <a:off x="5668017" y="3060956"/>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181" name="p19_path_181">
            <a:extLst>
              <a:ext uri="{FF2B5EF4-FFF2-40B4-BE49-F238E27FC236}">
                <a16:creationId xmlns:a16="http://schemas.microsoft.com/office/drawing/2014/main" id="{4CF8AE15-CEEC-4D89-97DA-8D026ADD4EC4}"/>
              </a:ext>
            </a:extLst>
          </p:cNvPr>
          <p:cNvSpPr>
            <a:spLocks/>
          </p:cNvSpPr>
          <p:nvPr/>
        </p:nvSpPr>
        <p:spPr>
          <a:xfrm>
            <a:off x="3068244" y="4569571"/>
            <a:ext cx="787103" cy="729"/>
          </a:xfrm>
          <a:custGeom>
            <a:avLst/>
            <a:gdLst/>
            <a:ahLst/>
            <a:cxnLst/>
            <a:rect l="0" t="0" r="0" b="0"/>
            <a:pathLst>
              <a:path w="1028700" h="953">
                <a:moveTo>
                  <a:pt x="0" y="0"/>
                </a:moveTo>
                <a:lnTo>
                  <a:pt x="1028700" y="0"/>
                </a:lnTo>
              </a:path>
            </a:pathLst>
          </a:custGeom>
          <a:noFill/>
          <a:ln w="17491">
            <a:solidFill>
              <a:srgbClr val="394D93"/>
            </a:solidFill>
            <a:prstDash val="solid"/>
          </a:ln>
        </p:spPr>
      </p:sp>
      <p:sp>
        <p:nvSpPr>
          <p:cNvPr id="182" name="p19_path_182">
            <a:extLst>
              <a:ext uri="{FF2B5EF4-FFF2-40B4-BE49-F238E27FC236}">
                <a16:creationId xmlns:a16="http://schemas.microsoft.com/office/drawing/2014/main" id="{9802B11B-86A0-44FA-9D91-7A0CF4827F59}"/>
              </a:ext>
            </a:extLst>
          </p:cNvPr>
          <p:cNvSpPr>
            <a:spLocks/>
          </p:cNvSpPr>
          <p:nvPr/>
        </p:nvSpPr>
        <p:spPr>
          <a:xfrm>
            <a:off x="3767892" y="4531090"/>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83" name="p19_path_183">
            <a:extLst>
              <a:ext uri="{FF2B5EF4-FFF2-40B4-BE49-F238E27FC236}">
                <a16:creationId xmlns:a16="http://schemas.microsoft.com/office/drawing/2014/main" id="{539822DA-5346-4B6C-9B6F-6AC7DBBCC334}"/>
              </a:ext>
            </a:extLst>
          </p:cNvPr>
          <p:cNvSpPr>
            <a:spLocks/>
          </p:cNvSpPr>
          <p:nvPr/>
        </p:nvSpPr>
        <p:spPr>
          <a:xfrm>
            <a:off x="7506631" y="816255"/>
            <a:ext cx="481007" cy="2652829"/>
          </a:xfrm>
          <a:custGeom>
            <a:avLst/>
            <a:gdLst/>
            <a:ahLst/>
            <a:cxnLst/>
            <a:rect l="0" t="0" r="0" b="0"/>
            <a:pathLst>
              <a:path w="628650" h="3467100">
                <a:moveTo>
                  <a:pt x="628650" y="0"/>
                </a:moveTo>
                <a:lnTo>
                  <a:pt x="419100" y="0"/>
                </a:lnTo>
                <a:lnTo>
                  <a:pt x="419100" y="3467100"/>
                </a:lnTo>
                <a:lnTo>
                  <a:pt x="0" y="3467100"/>
                </a:lnTo>
              </a:path>
            </a:pathLst>
          </a:custGeom>
          <a:noFill/>
          <a:ln w="16762">
            <a:solidFill>
              <a:srgbClr val="394D93"/>
            </a:solidFill>
            <a:prstDash val="solid"/>
          </a:ln>
        </p:spPr>
      </p:sp>
      <p:sp>
        <p:nvSpPr>
          <p:cNvPr id="184" name="p19_path_184">
            <a:extLst>
              <a:ext uri="{FF2B5EF4-FFF2-40B4-BE49-F238E27FC236}">
                <a16:creationId xmlns:a16="http://schemas.microsoft.com/office/drawing/2014/main" id="{25679968-B6E0-4325-9839-9901E069EFBB}"/>
              </a:ext>
            </a:extLst>
          </p:cNvPr>
          <p:cNvSpPr>
            <a:spLocks/>
          </p:cNvSpPr>
          <p:nvPr/>
        </p:nvSpPr>
        <p:spPr>
          <a:xfrm>
            <a:off x="7506631" y="3430603"/>
            <a:ext cx="87456" cy="76961"/>
          </a:xfrm>
          <a:custGeom>
            <a:avLst/>
            <a:gdLst/>
            <a:ahLst/>
            <a:cxnLst/>
            <a:rect l="0" t="0" r="0" b="0"/>
            <a:pathLst>
              <a:path w="114300" h="100584">
                <a:moveTo>
                  <a:pt x="0" y="50292"/>
                </a:moveTo>
                <a:lnTo>
                  <a:pt x="114300" y="0"/>
                </a:lnTo>
                <a:lnTo>
                  <a:pt x="114300" y="100584"/>
                </a:lnTo>
                <a:close/>
              </a:path>
            </a:pathLst>
          </a:custGeom>
          <a:solidFill>
            <a:srgbClr val="394D93"/>
          </a:solidFill>
          <a:ln w="0">
            <a:noFill/>
            <a:prstDash val="solid"/>
          </a:ln>
        </p:spPr>
      </p:sp>
      <p:sp>
        <p:nvSpPr>
          <p:cNvPr id="185" name="p19_rect_185">
            <a:extLst>
              <a:ext uri="{FF2B5EF4-FFF2-40B4-BE49-F238E27FC236}">
                <a16:creationId xmlns:a16="http://schemas.microsoft.com/office/drawing/2014/main" id="{D461A499-2591-4357-9DA6-B0E1B3134DD8}"/>
              </a:ext>
            </a:extLst>
          </p:cNvPr>
          <p:cNvSpPr>
            <a:spLocks/>
          </p:cNvSpPr>
          <p:nvPr/>
        </p:nvSpPr>
        <p:spPr>
          <a:xfrm>
            <a:off x="8366614" y="4372795"/>
            <a:ext cx="3709588" cy="1464886"/>
          </a:xfrm>
          <a:prstGeom prst="roundRect">
            <a:avLst>
              <a:gd name="adj" fmla="val 6965"/>
            </a:avLst>
          </a:prstGeom>
          <a:gradFill>
            <a:gsLst>
              <a:gs pos="0">
                <a:srgbClr val="FEFEFF"/>
              </a:gs>
              <a:gs pos="100000">
                <a:srgbClr val="EDF0F8"/>
              </a:gs>
            </a:gsLst>
            <a:lin ang="5400000"/>
          </a:gradFill>
          <a:ln w="12390">
            <a:solidFill>
              <a:srgbClr val="172956"/>
            </a:solidFill>
            <a:prstDash val="solid"/>
          </a:ln>
        </p:spPr>
      </p:sp>
      <p:sp>
        <p:nvSpPr>
          <p:cNvPr id="186" name="p19_rect_186">
            <a:extLst>
              <a:ext uri="{FF2B5EF4-FFF2-40B4-BE49-F238E27FC236}">
                <a16:creationId xmlns:a16="http://schemas.microsoft.com/office/drawing/2014/main" id="{38F5EECD-C6A9-4082-9BB4-E2E1B4B227A0}"/>
              </a:ext>
            </a:extLst>
          </p:cNvPr>
          <p:cNvSpPr>
            <a:spLocks/>
          </p:cNvSpPr>
          <p:nvPr/>
        </p:nvSpPr>
        <p:spPr>
          <a:xfrm>
            <a:off x="8468646" y="4948546"/>
            <a:ext cx="2113518" cy="787103"/>
          </a:xfrm>
          <a:prstGeom prst="roundRect">
            <a:avLst>
              <a:gd name="adj" fmla="val 6481"/>
            </a:avLst>
          </a:prstGeom>
          <a:solidFill>
            <a:srgbClr val="FFFFFF"/>
          </a:solidFill>
          <a:ln w="7288">
            <a:solidFill>
              <a:srgbClr val="C3CFE7"/>
            </a:solidFill>
            <a:prstDash val="solid"/>
          </a:ln>
        </p:spPr>
      </p:sp>
      <p:sp>
        <p:nvSpPr>
          <p:cNvPr id="187" name="p19_path_187">
            <a:extLst>
              <a:ext uri="{FF2B5EF4-FFF2-40B4-BE49-F238E27FC236}">
                <a16:creationId xmlns:a16="http://schemas.microsoft.com/office/drawing/2014/main" id="{CD39447C-1DC5-44FD-8F01-5CC01E24C80D}"/>
              </a:ext>
            </a:extLst>
          </p:cNvPr>
          <p:cNvSpPr>
            <a:spLocks/>
          </p:cNvSpPr>
          <p:nvPr/>
        </p:nvSpPr>
        <p:spPr>
          <a:xfrm>
            <a:off x="8614406" y="5232778"/>
            <a:ext cx="729" cy="371688"/>
          </a:xfrm>
          <a:custGeom>
            <a:avLst/>
            <a:gdLst/>
            <a:ahLst/>
            <a:cxnLst/>
            <a:rect l="0" t="0" r="0" b="0"/>
            <a:pathLst>
              <a:path w="953" h="485775">
                <a:moveTo>
                  <a:pt x="0" y="0"/>
                </a:moveTo>
                <a:lnTo>
                  <a:pt x="0" y="485775"/>
                </a:lnTo>
              </a:path>
            </a:pathLst>
          </a:custGeom>
          <a:noFill/>
          <a:ln w="8746">
            <a:solidFill>
              <a:srgbClr val="8599C3"/>
            </a:solidFill>
            <a:prstDash val="solid"/>
          </a:ln>
        </p:spPr>
      </p:sp>
      <p:sp>
        <p:nvSpPr>
          <p:cNvPr id="188" name="p19_path_188">
            <a:extLst>
              <a:ext uri="{FF2B5EF4-FFF2-40B4-BE49-F238E27FC236}">
                <a16:creationId xmlns:a16="http://schemas.microsoft.com/office/drawing/2014/main" id="{65DF1287-B27E-41A7-8012-E702F0090980}"/>
              </a:ext>
            </a:extLst>
          </p:cNvPr>
          <p:cNvSpPr>
            <a:spLocks/>
          </p:cNvSpPr>
          <p:nvPr/>
        </p:nvSpPr>
        <p:spPr>
          <a:xfrm>
            <a:off x="8614406" y="5604465"/>
            <a:ext cx="1821998" cy="729"/>
          </a:xfrm>
          <a:custGeom>
            <a:avLst/>
            <a:gdLst/>
            <a:ahLst/>
            <a:cxnLst/>
            <a:rect l="0" t="0" r="0" b="0"/>
            <a:pathLst>
              <a:path w="2381250" h="953">
                <a:moveTo>
                  <a:pt x="0" y="0"/>
                </a:moveTo>
                <a:lnTo>
                  <a:pt x="2381250" y="0"/>
                </a:lnTo>
              </a:path>
            </a:pathLst>
          </a:custGeom>
          <a:noFill/>
          <a:ln w="8746">
            <a:solidFill>
              <a:srgbClr val="8599C3"/>
            </a:solidFill>
            <a:prstDash val="solid"/>
          </a:ln>
        </p:spPr>
      </p:sp>
      <p:sp>
        <p:nvSpPr>
          <p:cNvPr id="189" name="p19_rect_189">
            <a:extLst>
              <a:ext uri="{FF2B5EF4-FFF2-40B4-BE49-F238E27FC236}">
                <a16:creationId xmlns:a16="http://schemas.microsoft.com/office/drawing/2014/main" id="{6DB5576D-4C24-40E2-9539-83D3FEDFF58D}"/>
              </a:ext>
            </a:extLst>
          </p:cNvPr>
          <p:cNvSpPr>
            <a:spLocks/>
          </p:cNvSpPr>
          <p:nvPr/>
        </p:nvSpPr>
        <p:spPr>
          <a:xfrm>
            <a:off x="9853365" y="5232778"/>
            <a:ext cx="583039" cy="371688"/>
          </a:xfrm>
          <a:prstGeom prst="rect">
            <a:avLst/>
          </a:prstGeom>
          <a:solidFill>
            <a:srgbClr val="E9EDF8"/>
          </a:solidFill>
          <a:ln w="0">
            <a:noFill/>
            <a:prstDash val="solid"/>
          </a:ln>
        </p:spPr>
      </p:sp>
      <p:sp>
        <p:nvSpPr>
          <p:cNvPr id="190" name="p19_path_190">
            <a:extLst>
              <a:ext uri="{FF2B5EF4-FFF2-40B4-BE49-F238E27FC236}">
                <a16:creationId xmlns:a16="http://schemas.microsoft.com/office/drawing/2014/main" id="{9D526E93-71A4-44C2-8CEC-E0FC8654374C}"/>
              </a:ext>
            </a:extLst>
          </p:cNvPr>
          <p:cNvSpPr>
            <a:spLocks/>
          </p:cNvSpPr>
          <p:nvPr/>
        </p:nvSpPr>
        <p:spPr>
          <a:xfrm>
            <a:off x="8614406" y="5318985"/>
            <a:ext cx="1821998" cy="214572"/>
          </a:xfrm>
          <a:custGeom>
            <a:avLst/>
            <a:gdLst/>
            <a:ahLst/>
            <a:cxnLst/>
            <a:rect l="0" t="0" r="0" b="0"/>
            <a:pathLst>
              <a:path w="2381250" h="280433">
                <a:moveTo>
                  <a:pt x="0" y="105500"/>
                </a:moveTo>
                <a:lnTo>
                  <a:pt x="24053" y="175509"/>
                </a:lnTo>
                <a:lnTo>
                  <a:pt x="48106" y="139545"/>
                </a:lnTo>
                <a:lnTo>
                  <a:pt x="72159" y="140384"/>
                </a:lnTo>
                <a:lnTo>
                  <a:pt x="96212" y="141393"/>
                </a:lnTo>
                <a:lnTo>
                  <a:pt x="120265" y="224657"/>
                </a:lnTo>
                <a:lnTo>
                  <a:pt x="144318" y="187373"/>
                </a:lnTo>
                <a:lnTo>
                  <a:pt x="168371" y="73500"/>
                </a:lnTo>
                <a:lnTo>
                  <a:pt x="192424" y="161412"/>
                </a:lnTo>
                <a:lnTo>
                  <a:pt x="216477" y="135966"/>
                </a:lnTo>
                <a:lnTo>
                  <a:pt x="240530" y="9592"/>
                </a:lnTo>
                <a:lnTo>
                  <a:pt x="264583" y="283"/>
                </a:lnTo>
                <a:lnTo>
                  <a:pt x="288636" y="77215"/>
                </a:lnTo>
                <a:lnTo>
                  <a:pt x="312689" y="96690"/>
                </a:lnTo>
                <a:lnTo>
                  <a:pt x="336742" y="168129"/>
                </a:lnTo>
                <a:lnTo>
                  <a:pt x="360795" y="221352"/>
                </a:lnTo>
                <a:lnTo>
                  <a:pt x="384848" y="206773"/>
                </a:lnTo>
                <a:lnTo>
                  <a:pt x="408902" y="234246"/>
                </a:lnTo>
                <a:lnTo>
                  <a:pt x="432955" y="221064"/>
                </a:lnTo>
                <a:lnTo>
                  <a:pt x="457008" y="183256"/>
                </a:lnTo>
                <a:lnTo>
                  <a:pt x="481061" y="175970"/>
                </a:lnTo>
                <a:lnTo>
                  <a:pt x="505114" y="200739"/>
                </a:lnTo>
                <a:lnTo>
                  <a:pt x="529167" y="114092"/>
                </a:lnTo>
                <a:lnTo>
                  <a:pt x="553220" y="141984"/>
                </a:lnTo>
                <a:lnTo>
                  <a:pt x="577273" y="108098"/>
                </a:lnTo>
                <a:lnTo>
                  <a:pt x="601326" y="63271"/>
                </a:lnTo>
                <a:lnTo>
                  <a:pt x="625379" y="73627"/>
                </a:lnTo>
                <a:lnTo>
                  <a:pt x="649432" y="73082"/>
                </a:lnTo>
                <a:lnTo>
                  <a:pt x="673485" y="58492"/>
                </a:lnTo>
                <a:lnTo>
                  <a:pt x="697538" y="113328"/>
                </a:lnTo>
                <a:lnTo>
                  <a:pt x="721591" y="219982"/>
                </a:lnTo>
                <a:lnTo>
                  <a:pt x="745644" y="142464"/>
                </a:lnTo>
                <a:lnTo>
                  <a:pt x="769697" y="140309"/>
                </a:lnTo>
                <a:lnTo>
                  <a:pt x="793750" y="220223"/>
                </a:lnTo>
                <a:lnTo>
                  <a:pt x="817803" y="146422"/>
                </a:lnTo>
                <a:lnTo>
                  <a:pt x="841856" y="189624"/>
                </a:lnTo>
                <a:lnTo>
                  <a:pt x="865909" y="153849"/>
                </a:lnTo>
                <a:lnTo>
                  <a:pt x="889962" y="185529"/>
                </a:lnTo>
                <a:lnTo>
                  <a:pt x="914015" y="123240"/>
                </a:lnTo>
                <a:lnTo>
                  <a:pt x="938068" y="131155"/>
                </a:lnTo>
                <a:lnTo>
                  <a:pt x="962121" y="125052"/>
                </a:lnTo>
                <a:lnTo>
                  <a:pt x="986174" y="8001"/>
                </a:lnTo>
                <a:lnTo>
                  <a:pt x="1010227" y="101010"/>
                </a:lnTo>
                <a:lnTo>
                  <a:pt x="1034280" y="121905"/>
                </a:lnTo>
                <a:lnTo>
                  <a:pt x="1058333" y="89513"/>
                </a:lnTo>
                <a:lnTo>
                  <a:pt x="1082386" y="123901"/>
                </a:lnTo>
                <a:lnTo>
                  <a:pt x="1106439" y="163866"/>
                </a:lnTo>
                <a:lnTo>
                  <a:pt x="1130492" y="280433"/>
                </a:lnTo>
                <a:lnTo>
                  <a:pt x="1154545" y="191182"/>
                </a:lnTo>
                <a:lnTo>
                  <a:pt x="1178598" y="223434"/>
                </a:lnTo>
                <a:lnTo>
                  <a:pt x="1202652" y="180651"/>
                </a:lnTo>
                <a:lnTo>
                  <a:pt x="1226705" y="113774"/>
                </a:lnTo>
                <a:lnTo>
                  <a:pt x="1250758" y="97698"/>
                </a:lnTo>
                <a:lnTo>
                  <a:pt x="1274811" y="89278"/>
                </a:lnTo>
                <a:lnTo>
                  <a:pt x="1298864" y="19050"/>
                </a:lnTo>
                <a:lnTo>
                  <a:pt x="1322917" y="0"/>
                </a:lnTo>
                <a:lnTo>
                  <a:pt x="1346970" y="49426"/>
                </a:lnTo>
                <a:lnTo>
                  <a:pt x="1371023" y="166684"/>
                </a:lnTo>
                <a:lnTo>
                  <a:pt x="1395076" y="195616"/>
                </a:lnTo>
                <a:lnTo>
                  <a:pt x="1419129" y="128481"/>
                </a:lnTo>
                <a:lnTo>
                  <a:pt x="1443182" y="128942"/>
                </a:lnTo>
                <a:lnTo>
                  <a:pt x="1467235" y="239884"/>
                </a:lnTo>
                <a:lnTo>
                  <a:pt x="1491288" y="151906"/>
                </a:lnTo>
                <a:lnTo>
                  <a:pt x="1515341" y="211302"/>
                </a:lnTo>
                <a:lnTo>
                  <a:pt x="1539394" y="99330"/>
                </a:lnTo>
                <a:lnTo>
                  <a:pt x="1563447" y="94156"/>
                </a:lnTo>
                <a:lnTo>
                  <a:pt x="1587500" y="99107"/>
                </a:lnTo>
                <a:lnTo>
                  <a:pt x="1611553" y="111896"/>
                </a:lnTo>
                <a:lnTo>
                  <a:pt x="1635606" y="87167"/>
                </a:lnTo>
                <a:lnTo>
                  <a:pt x="1659659" y="18832"/>
                </a:lnTo>
                <a:lnTo>
                  <a:pt x="1683712" y="29901"/>
                </a:lnTo>
                <a:lnTo>
                  <a:pt x="1707765" y="137441"/>
                </a:lnTo>
                <a:lnTo>
                  <a:pt x="1731818" y="111723"/>
                </a:lnTo>
                <a:lnTo>
                  <a:pt x="1755871" y="212715"/>
                </a:lnTo>
                <a:lnTo>
                  <a:pt x="1779924" y="202680"/>
                </a:lnTo>
                <a:lnTo>
                  <a:pt x="1803977" y="197098"/>
                </a:lnTo>
                <a:lnTo>
                  <a:pt x="1828030" y="180804"/>
                </a:lnTo>
                <a:lnTo>
                  <a:pt x="1852083" y="147325"/>
                </a:lnTo>
                <a:lnTo>
                  <a:pt x="1876136" y="203144"/>
                </a:lnTo>
                <a:lnTo>
                  <a:pt x="1900189" y="122247"/>
                </a:lnTo>
                <a:lnTo>
                  <a:pt x="1924242" y="84623"/>
                </a:lnTo>
                <a:lnTo>
                  <a:pt x="1948295" y="125610"/>
                </a:lnTo>
                <a:lnTo>
                  <a:pt x="1972348" y="130905"/>
                </a:lnTo>
                <a:lnTo>
                  <a:pt x="1996402" y="91137"/>
                </a:lnTo>
                <a:lnTo>
                  <a:pt x="2020455" y="71641"/>
                </a:lnTo>
                <a:lnTo>
                  <a:pt x="2044508" y="54463"/>
                </a:lnTo>
                <a:lnTo>
                  <a:pt x="2068561" y="98702"/>
                </a:lnTo>
                <a:lnTo>
                  <a:pt x="2092614" y="166967"/>
                </a:lnTo>
                <a:lnTo>
                  <a:pt x="2116667" y="158228"/>
                </a:lnTo>
                <a:lnTo>
                  <a:pt x="2140720" y="140632"/>
                </a:lnTo>
                <a:lnTo>
                  <a:pt x="2164773" y="216025"/>
                </a:lnTo>
                <a:lnTo>
                  <a:pt x="2188826" y="271451"/>
                </a:lnTo>
                <a:lnTo>
                  <a:pt x="2212879" y="122884"/>
                </a:lnTo>
                <a:lnTo>
                  <a:pt x="2236932" y="99591"/>
                </a:lnTo>
                <a:lnTo>
                  <a:pt x="2260985" y="100934"/>
                </a:lnTo>
                <a:lnTo>
                  <a:pt x="2285038" y="65241"/>
                </a:lnTo>
                <a:lnTo>
                  <a:pt x="2309091" y="59658"/>
                </a:lnTo>
                <a:lnTo>
                  <a:pt x="2333144" y="76425"/>
                </a:lnTo>
                <a:lnTo>
                  <a:pt x="2357197" y="93734"/>
                </a:lnTo>
                <a:lnTo>
                  <a:pt x="2381250" y="12511"/>
                </a:lnTo>
              </a:path>
            </a:pathLst>
          </a:custGeom>
          <a:noFill/>
          <a:ln w="13847">
            <a:solidFill>
              <a:srgbClr val="394D93"/>
            </a:solidFill>
            <a:prstDash val="solid"/>
          </a:ln>
        </p:spPr>
      </p:sp>
      <p:sp>
        <p:nvSpPr>
          <p:cNvPr id="191" name="p19_path_191">
            <a:extLst>
              <a:ext uri="{FF2B5EF4-FFF2-40B4-BE49-F238E27FC236}">
                <a16:creationId xmlns:a16="http://schemas.microsoft.com/office/drawing/2014/main" id="{A6551605-C13E-44F3-9859-00B1F760D063}"/>
              </a:ext>
            </a:extLst>
          </p:cNvPr>
          <p:cNvSpPr>
            <a:spLocks/>
          </p:cNvSpPr>
          <p:nvPr/>
        </p:nvSpPr>
        <p:spPr>
          <a:xfrm>
            <a:off x="8614406" y="5344065"/>
            <a:ext cx="1821998" cy="206681"/>
          </a:xfrm>
          <a:custGeom>
            <a:avLst/>
            <a:gdLst/>
            <a:ahLst/>
            <a:cxnLst/>
            <a:rect l="0" t="0" r="0" b="0"/>
            <a:pathLst>
              <a:path w="2381250" h="270121">
                <a:moveTo>
                  <a:pt x="0" y="101472"/>
                </a:moveTo>
                <a:lnTo>
                  <a:pt x="24053" y="212283"/>
                </a:lnTo>
                <a:lnTo>
                  <a:pt x="48106" y="143493"/>
                </a:lnTo>
                <a:lnTo>
                  <a:pt x="72159" y="152904"/>
                </a:lnTo>
                <a:lnTo>
                  <a:pt x="96212" y="137099"/>
                </a:lnTo>
                <a:lnTo>
                  <a:pt x="120265" y="257067"/>
                </a:lnTo>
                <a:lnTo>
                  <a:pt x="144318" y="227309"/>
                </a:lnTo>
                <a:lnTo>
                  <a:pt x="168371" y="182007"/>
                </a:lnTo>
                <a:lnTo>
                  <a:pt x="192424" y="85850"/>
                </a:lnTo>
                <a:lnTo>
                  <a:pt x="216477" y="157716"/>
                </a:lnTo>
                <a:lnTo>
                  <a:pt x="240530" y="59778"/>
                </a:lnTo>
                <a:lnTo>
                  <a:pt x="264583" y="4277"/>
                </a:lnTo>
                <a:lnTo>
                  <a:pt x="288636" y="62558"/>
                </a:lnTo>
                <a:lnTo>
                  <a:pt x="312689" y="70719"/>
                </a:lnTo>
                <a:lnTo>
                  <a:pt x="336742" y="116486"/>
                </a:lnTo>
                <a:lnTo>
                  <a:pt x="360795" y="126536"/>
                </a:lnTo>
                <a:lnTo>
                  <a:pt x="384848" y="121170"/>
                </a:lnTo>
                <a:lnTo>
                  <a:pt x="408902" y="236910"/>
                </a:lnTo>
                <a:lnTo>
                  <a:pt x="432955" y="201162"/>
                </a:lnTo>
                <a:lnTo>
                  <a:pt x="457008" y="127903"/>
                </a:lnTo>
                <a:lnTo>
                  <a:pt x="481061" y="182799"/>
                </a:lnTo>
                <a:lnTo>
                  <a:pt x="505114" y="149625"/>
                </a:lnTo>
                <a:lnTo>
                  <a:pt x="529167" y="111499"/>
                </a:lnTo>
                <a:lnTo>
                  <a:pt x="553220" y="170177"/>
                </a:lnTo>
                <a:lnTo>
                  <a:pt x="577273" y="6341"/>
                </a:lnTo>
                <a:lnTo>
                  <a:pt x="601326" y="108074"/>
                </a:lnTo>
                <a:lnTo>
                  <a:pt x="625379" y="39002"/>
                </a:lnTo>
                <a:lnTo>
                  <a:pt x="649432" y="114240"/>
                </a:lnTo>
                <a:lnTo>
                  <a:pt x="673485" y="118976"/>
                </a:lnTo>
                <a:lnTo>
                  <a:pt x="697538" y="86828"/>
                </a:lnTo>
                <a:lnTo>
                  <a:pt x="721591" y="180060"/>
                </a:lnTo>
                <a:lnTo>
                  <a:pt x="745644" y="208340"/>
                </a:lnTo>
                <a:lnTo>
                  <a:pt x="769697" y="270121"/>
                </a:lnTo>
                <a:lnTo>
                  <a:pt x="793750" y="188789"/>
                </a:lnTo>
                <a:lnTo>
                  <a:pt x="817803" y="171150"/>
                </a:lnTo>
                <a:lnTo>
                  <a:pt x="841856" y="150521"/>
                </a:lnTo>
                <a:lnTo>
                  <a:pt x="865909" y="84850"/>
                </a:lnTo>
                <a:lnTo>
                  <a:pt x="889962" y="100911"/>
                </a:lnTo>
                <a:lnTo>
                  <a:pt x="914015" y="73157"/>
                </a:lnTo>
                <a:lnTo>
                  <a:pt x="938068" y="42553"/>
                </a:lnTo>
                <a:lnTo>
                  <a:pt x="962121" y="0"/>
                </a:lnTo>
                <a:lnTo>
                  <a:pt x="986174" y="104525"/>
                </a:lnTo>
                <a:lnTo>
                  <a:pt x="1010227" y="48430"/>
                </a:lnTo>
                <a:lnTo>
                  <a:pt x="1034280" y="67963"/>
                </a:lnTo>
                <a:lnTo>
                  <a:pt x="1058333" y="207558"/>
                </a:lnTo>
                <a:lnTo>
                  <a:pt x="1082386" y="119295"/>
                </a:lnTo>
                <a:lnTo>
                  <a:pt x="1106439" y="188420"/>
                </a:lnTo>
                <a:lnTo>
                  <a:pt x="1130492" y="159649"/>
                </a:lnTo>
                <a:lnTo>
                  <a:pt x="1154545" y="170955"/>
                </a:lnTo>
                <a:lnTo>
                  <a:pt x="1178598" y="228606"/>
                </a:lnTo>
                <a:lnTo>
                  <a:pt x="1202652" y="112742"/>
                </a:lnTo>
                <a:lnTo>
                  <a:pt x="1226705" y="196834"/>
                </a:lnTo>
                <a:lnTo>
                  <a:pt x="1250758" y="116281"/>
                </a:lnTo>
                <a:lnTo>
                  <a:pt x="1274811" y="137015"/>
                </a:lnTo>
                <a:lnTo>
                  <a:pt x="1298864" y="71804"/>
                </a:lnTo>
                <a:lnTo>
                  <a:pt x="1322917" y="30950"/>
                </a:lnTo>
                <a:lnTo>
                  <a:pt x="1346970" y="29487"/>
                </a:lnTo>
                <a:lnTo>
                  <a:pt x="1371023" y="116341"/>
                </a:lnTo>
                <a:lnTo>
                  <a:pt x="1395076" y="178841"/>
                </a:lnTo>
                <a:lnTo>
                  <a:pt x="1419129" y="114557"/>
                </a:lnTo>
                <a:lnTo>
                  <a:pt x="1443182" y="266444"/>
                </a:lnTo>
                <a:lnTo>
                  <a:pt x="1467235" y="186901"/>
                </a:lnTo>
                <a:lnTo>
                  <a:pt x="1491288" y="147505"/>
                </a:lnTo>
                <a:lnTo>
                  <a:pt x="1515341" y="126687"/>
                </a:lnTo>
                <a:lnTo>
                  <a:pt x="1539394" y="241772"/>
                </a:lnTo>
                <a:lnTo>
                  <a:pt x="1563447" y="86149"/>
                </a:lnTo>
                <a:lnTo>
                  <a:pt x="1587500" y="122023"/>
                </a:lnTo>
                <a:lnTo>
                  <a:pt x="1611553" y="60703"/>
                </a:lnTo>
                <a:lnTo>
                  <a:pt x="1635606" y="131217"/>
                </a:lnTo>
                <a:lnTo>
                  <a:pt x="1659659" y="16496"/>
                </a:lnTo>
                <a:lnTo>
                  <a:pt x="1683712" y="29333"/>
                </a:lnTo>
                <a:lnTo>
                  <a:pt x="1707765" y="64750"/>
                </a:lnTo>
                <a:lnTo>
                  <a:pt x="1731818" y="116103"/>
                </a:lnTo>
                <a:lnTo>
                  <a:pt x="1755871" y="207904"/>
                </a:lnTo>
                <a:lnTo>
                  <a:pt x="1779924" y="167666"/>
                </a:lnTo>
                <a:lnTo>
                  <a:pt x="1803977" y="147455"/>
                </a:lnTo>
                <a:lnTo>
                  <a:pt x="1828030" y="236194"/>
                </a:lnTo>
                <a:lnTo>
                  <a:pt x="1852083" y="228300"/>
                </a:lnTo>
                <a:lnTo>
                  <a:pt x="1876136" y="202524"/>
                </a:lnTo>
                <a:lnTo>
                  <a:pt x="1900189" y="190921"/>
                </a:lnTo>
                <a:lnTo>
                  <a:pt x="1924242" y="123528"/>
                </a:lnTo>
                <a:lnTo>
                  <a:pt x="1948295" y="157095"/>
                </a:lnTo>
                <a:lnTo>
                  <a:pt x="1972348" y="32948"/>
                </a:lnTo>
                <a:lnTo>
                  <a:pt x="1996402" y="69897"/>
                </a:lnTo>
                <a:lnTo>
                  <a:pt x="2020455" y="92929"/>
                </a:lnTo>
                <a:lnTo>
                  <a:pt x="2044508" y="23702"/>
                </a:lnTo>
                <a:lnTo>
                  <a:pt x="2068561" y="136883"/>
                </a:lnTo>
                <a:lnTo>
                  <a:pt x="2092614" y="194389"/>
                </a:lnTo>
                <a:lnTo>
                  <a:pt x="2116667" y="126932"/>
                </a:lnTo>
                <a:lnTo>
                  <a:pt x="2140720" y="140619"/>
                </a:lnTo>
                <a:lnTo>
                  <a:pt x="2164773" y="169747"/>
                </a:lnTo>
                <a:lnTo>
                  <a:pt x="2188826" y="136555"/>
                </a:lnTo>
                <a:lnTo>
                  <a:pt x="2212879" y="151717"/>
                </a:lnTo>
                <a:lnTo>
                  <a:pt x="2236932" y="153572"/>
                </a:lnTo>
                <a:lnTo>
                  <a:pt x="2260985" y="196529"/>
                </a:lnTo>
                <a:lnTo>
                  <a:pt x="2285038" y="36848"/>
                </a:lnTo>
                <a:lnTo>
                  <a:pt x="2309091" y="114034"/>
                </a:lnTo>
                <a:lnTo>
                  <a:pt x="2333144" y="36052"/>
                </a:lnTo>
                <a:lnTo>
                  <a:pt x="2357197" y="20407"/>
                </a:lnTo>
                <a:lnTo>
                  <a:pt x="2381250" y="146633"/>
                </a:lnTo>
              </a:path>
            </a:pathLst>
          </a:custGeom>
          <a:noFill/>
          <a:ln w="13847">
            <a:solidFill>
              <a:srgbClr val="9C3E76"/>
            </a:solidFill>
            <a:prstDash val="dash"/>
          </a:ln>
        </p:spPr>
      </p:sp>
      <p:sp>
        <p:nvSpPr>
          <p:cNvPr id="192" name="p19_path_192">
            <a:extLst>
              <a:ext uri="{FF2B5EF4-FFF2-40B4-BE49-F238E27FC236}">
                <a16:creationId xmlns:a16="http://schemas.microsoft.com/office/drawing/2014/main" id="{0B772597-8AE3-436E-B7F6-597CCDE6ADED}"/>
              </a:ext>
            </a:extLst>
          </p:cNvPr>
          <p:cNvSpPr>
            <a:spLocks/>
          </p:cNvSpPr>
          <p:nvPr/>
        </p:nvSpPr>
        <p:spPr>
          <a:xfrm>
            <a:off x="8556102" y="5072442"/>
            <a:ext cx="182200" cy="729"/>
          </a:xfrm>
          <a:custGeom>
            <a:avLst/>
            <a:gdLst/>
            <a:ahLst/>
            <a:cxnLst/>
            <a:rect l="0" t="0" r="0" b="0"/>
            <a:pathLst>
              <a:path w="238125" h="953">
                <a:moveTo>
                  <a:pt x="0" y="0"/>
                </a:moveTo>
                <a:lnTo>
                  <a:pt x="238125" y="0"/>
                </a:lnTo>
              </a:path>
            </a:pathLst>
          </a:custGeom>
          <a:noFill/>
          <a:ln w="14576">
            <a:solidFill>
              <a:srgbClr val="394D93"/>
            </a:solidFill>
            <a:prstDash val="solid"/>
          </a:ln>
        </p:spPr>
      </p:sp>
      <p:sp>
        <p:nvSpPr>
          <p:cNvPr id="193" name="p19_path_193">
            <a:extLst>
              <a:ext uri="{FF2B5EF4-FFF2-40B4-BE49-F238E27FC236}">
                <a16:creationId xmlns:a16="http://schemas.microsoft.com/office/drawing/2014/main" id="{FDB8BDEB-A26A-476B-BBB8-CE9364C0282C}"/>
              </a:ext>
            </a:extLst>
          </p:cNvPr>
          <p:cNvSpPr>
            <a:spLocks/>
          </p:cNvSpPr>
          <p:nvPr/>
        </p:nvSpPr>
        <p:spPr>
          <a:xfrm>
            <a:off x="9525405" y="5072442"/>
            <a:ext cx="196776" cy="729"/>
          </a:xfrm>
          <a:custGeom>
            <a:avLst/>
            <a:gdLst/>
            <a:ahLst/>
            <a:cxnLst/>
            <a:rect l="0" t="0" r="0" b="0"/>
            <a:pathLst>
              <a:path w="257175" h="953">
                <a:moveTo>
                  <a:pt x="0" y="0"/>
                </a:moveTo>
                <a:lnTo>
                  <a:pt x="257175" y="0"/>
                </a:lnTo>
              </a:path>
            </a:pathLst>
          </a:custGeom>
          <a:noFill/>
          <a:ln w="14576">
            <a:solidFill>
              <a:srgbClr val="9C3E76"/>
            </a:solidFill>
            <a:prstDash val="dash"/>
          </a:ln>
        </p:spPr>
      </p:sp>
      <p:sp>
        <p:nvSpPr>
          <p:cNvPr id="194" name="p19_rect_194">
            <a:extLst>
              <a:ext uri="{FF2B5EF4-FFF2-40B4-BE49-F238E27FC236}">
                <a16:creationId xmlns:a16="http://schemas.microsoft.com/office/drawing/2014/main" id="{9FA058B1-4AFF-4AF5-B056-099355CD2508}"/>
              </a:ext>
            </a:extLst>
          </p:cNvPr>
          <p:cNvSpPr>
            <a:spLocks/>
          </p:cNvSpPr>
          <p:nvPr/>
        </p:nvSpPr>
        <p:spPr>
          <a:xfrm>
            <a:off x="10669620" y="4948546"/>
            <a:ext cx="1311838" cy="787103"/>
          </a:xfrm>
          <a:prstGeom prst="roundRect">
            <a:avLst>
              <a:gd name="adj" fmla="val 5556"/>
            </a:avLst>
          </a:prstGeom>
          <a:solidFill>
            <a:srgbClr val="FFFFFF"/>
          </a:solidFill>
          <a:ln w="7288">
            <a:solidFill>
              <a:srgbClr val="CAD3E9"/>
            </a:solidFill>
            <a:prstDash val="solid"/>
          </a:ln>
        </p:spPr>
      </p:sp>
      <p:sp>
        <p:nvSpPr>
          <p:cNvPr id="195" name="p19_path_195">
            <a:extLst>
              <a:ext uri="{FF2B5EF4-FFF2-40B4-BE49-F238E27FC236}">
                <a16:creationId xmlns:a16="http://schemas.microsoft.com/office/drawing/2014/main" id="{65EF0EE4-0BD1-4446-9829-6D5ED5265DE1}"/>
              </a:ext>
            </a:extLst>
          </p:cNvPr>
          <p:cNvSpPr>
            <a:spLocks/>
          </p:cNvSpPr>
          <p:nvPr/>
        </p:nvSpPr>
        <p:spPr>
          <a:xfrm>
            <a:off x="10764363" y="5254642"/>
            <a:ext cx="729" cy="393552"/>
          </a:xfrm>
          <a:custGeom>
            <a:avLst/>
            <a:gdLst/>
            <a:ahLst/>
            <a:cxnLst/>
            <a:rect l="0" t="0" r="0" b="0"/>
            <a:pathLst>
              <a:path w="953" h="514350">
                <a:moveTo>
                  <a:pt x="0" y="0"/>
                </a:moveTo>
                <a:lnTo>
                  <a:pt x="0" y="514350"/>
                </a:lnTo>
              </a:path>
            </a:pathLst>
          </a:custGeom>
          <a:noFill/>
          <a:ln w="8746">
            <a:solidFill>
              <a:srgbClr val="8599C3"/>
            </a:solidFill>
            <a:prstDash val="solid"/>
          </a:ln>
        </p:spPr>
      </p:sp>
      <p:sp>
        <p:nvSpPr>
          <p:cNvPr id="196" name="p19_path_196">
            <a:extLst>
              <a:ext uri="{FF2B5EF4-FFF2-40B4-BE49-F238E27FC236}">
                <a16:creationId xmlns:a16="http://schemas.microsoft.com/office/drawing/2014/main" id="{A8C3FC09-DF36-4FB2-AD37-8D8ECF872375}"/>
              </a:ext>
            </a:extLst>
          </p:cNvPr>
          <p:cNvSpPr>
            <a:spLocks/>
          </p:cNvSpPr>
          <p:nvPr/>
        </p:nvSpPr>
        <p:spPr>
          <a:xfrm>
            <a:off x="10764363" y="5648193"/>
            <a:ext cx="1093199" cy="729"/>
          </a:xfrm>
          <a:custGeom>
            <a:avLst/>
            <a:gdLst/>
            <a:ahLst/>
            <a:cxnLst/>
            <a:rect l="0" t="0" r="0" b="0"/>
            <a:pathLst>
              <a:path w="1428750" h="953">
                <a:moveTo>
                  <a:pt x="0" y="0"/>
                </a:moveTo>
                <a:lnTo>
                  <a:pt x="1428750" y="0"/>
                </a:lnTo>
              </a:path>
            </a:pathLst>
          </a:custGeom>
          <a:noFill/>
          <a:ln w="8746">
            <a:solidFill>
              <a:srgbClr val="8599C3"/>
            </a:solidFill>
            <a:prstDash val="solid"/>
          </a:ln>
        </p:spPr>
      </p:sp>
      <p:sp>
        <p:nvSpPr>
          <p:cNvPr id="197" name="p19_path_197">
            <a:extLst>
              <a:ext uri="{FF2B5EF4-FFF2-40B4-BE49-F238E27FC236}">
                <a16:creationId xmlns:a16="http://schemas.microsoft.com/office/drawing/2014/main" id="{BD361E6D-BDB1-4A75-ACD0-4A9B36B44015}"/>
              </a:ext>
            </a:extLst>
          </p:cNvPr>
          <p:cNvSpPr>
            <a:spLocks/>
          </p:cNvSpPr>
          <p:nvPr/>
        </p:nvSpPr>
        <p:spPr>
          <a:xfrm>
            <a:off x="10808091" y="5301868"/>
            <a:ext cx="729" cy="346325"/>
          </a:xfrm>
          <a:custGeom>
            <a:avLst/>
            <a:gdLst/>
            <a:ahLst/>
            <a:cxnLst/>
            <a:rect l="0" t="0" r="0" b="0"/>
            <a:pathLst>
              <a:path w="953" h="452628">
                <a:moveTo>
                  <a:pt x="0" y="452628"/>
                </a:moveTo>
                <a:lnTo>
                  <a:pt x="0" y="0"/>
                </a:lnTo>
              </a:path>
            </a:pathLst>
          </a:custGeom>
          <a:noFill/>
          <a:ln w="29152">
            <a:solidFill>
              <a:srgbClr val="394D93"/>
            </a:solidFill>
            <a:prstDash val="solid"/>
          </a:ln>
        </p:spPr>
      </p:sp>
      <p:sp>
        <p:nvSpPr>
          <p:cNvPr id="198" name="p19_path_198">
            <a:extLst>
              <a:ext uri="{FF2B5EF4-FFF2-40B4-BE49-F238E27FC236}">
                <a16:creationId xmlns:a16="http://schemas.microsoft.com/office/drawing/2014/main" id="{08AB11D9-41A3-4DD7-B2CC-0591D8C3F8ED}"/>
              </a:ext>
            </a:extLst>
          </p:cNvPr>
          <p:cNvSpPr>
            <a:spLocks/>
          </p:cNvSpPr>
          <p:nvPr/>
        </p:nvSpPr>
        <p:spPr>
          <a:xfrm>
            <a:off x="10876416" y="5360998"/>
            <a:ext cx="729" cy="287195"/>
          </a:xfrm>
          <a:custGeom>
            <a:avLst/>
            <a:gdLst/>
            <a:ahLst/>
            <a:cxnLst/>
            <a:rect l="0" t="0" r="0" b="0"/>
            <a:pathLst>
              <a:path w="953" h="375348">
                <a:moveTo>
                  <a:pt x="0" y="375348"/>
                </a:moveTo>
                <a:lnTo>
                  <a:pt x="0" y="0"/>
                </a:lnTo>
              </a:path>
            </a:pathLst>
          </a:custGeom>
          <a:noFill/>
          <a:ln w="29152">
            <a:solidFill>
              <a:srgbClr val="394D93"/>
            </a:solidFill>
            <a:prstDash val="solid"/>
          </a:ln>
        </p:spPr>
      </p:sp>
      <p:sp>
        <p:nvSpPr>
          <p:cNvPr id="199" name="p19_path_199">
            <a:extLst>
              <a:ext uri="{FF2B5EF4-FFF2-40B4-BE49-F238E27FC236}">
                <a16:creationId xmlns:a16="http://schemas.microsoft.com/office/drawing/2014/main" id="{04A53D0B-BB58-4CD7-B565-DAA089C1A12F}"/>
              </a:ext>
            </a:extLst>
          </p:cNvPr>
          <p:cNvSpPr>
            <a:spLocks/>
          </p:cNvSpPr>
          <p:nvPr/>
        </p:nvSpPr>
        <p:spPr>
          <a:xfrm>
            <a:off x="10944741" y="5413496"/>
            <a:ext cx="729" cy="234698"/>
          </a:xfrm>
          <a:custGeom>
            <a:avLst/>
            <a:gdLst/>
            <a:ahLst/>
            <a:cxnLst/>
            <a:rect l="0" t="0" r="0" b="0"/>
            <a:pathLst>
              <a:path w="953" h="306737">
                <a:moveTo>
                  <a:pt x="0" y="306737"/>
                </a:moveTo>
                <a:lnTo>
                  <a:pt x="0" y="0"/>
                </a:lnTo>
              </a:path>
            </a:pathLst>
          </a:custGeom>
          <a:noFill/>
          <a:ln w="29152">
            <a:solidFill>
              <a:srgbClr val="394D93"/>
            </a:solidFill>
            <a:prstDash val="solid"/>
          </a:ln>
        </p:spPr>
      </p:sp>
      <p:sp>
        <p:nvSpPr>
          <p:cNvPr id="200" name="p19_path_200">
            <a:extLst>
              <a:ext uri="{FF2B5EF4-FFF2-40B4-BE49-F238E27FC236}">
                <a16:creationId xmlns:a16="http://schemas.microsoft.com/office/drawing/2014/main" id="{FDB942F3-1AC1-41CA-A63D-6A710D1F389B}"/>
              </a:ext>
            </a:extLst>
          </p:cNvPr>
          <p:cNvSpPr>
            <a:spLocks/>
          </p:cNvSpPr>
          <p:nvPr/>
        </p:nvSpPr>
        <p:spPr>
          <a:xfrm>
            <a:off x="11013066" y="5459310"/>
            <a:ext cx="729" cy="188883"/>
          </a:xfrm>
          <a:custGeom>
            <a:avLst/>
            <a:gdLst/>
            <a:ahLst/>
            <a:cxnLst/>
            <a:rect l="0" t="0" r="0" b="0"/>
            <a:pathLst>
              <a:path w="953" h="246860">
                <a:moveTo>
                  <a:pt x="0" y="246860"/>
                </a:moveTo>
                <a:lnTo>
                  <a:pt x="0" y="0"/>
                </a:lnTo>
              </a:path>
            </a:pathLst>
          </a:custGeom>
          <a:noFill/>
          <a:ln w="29152">
            <a:solidFill>
              <a:srgbClr val="394D93"/>
            </a:solidFill>
            <a:prstDash val="solid"/>
          </a:ln>
        </p:spPr>
      </p:sp>
      <p:sp>
        <p:nvSpPr>
          <p:cNvPr id="201" name="p19_path_201">
            <a:extLst>
              <a:ext uri="{FF2B5EF4-FFF2-40B4-BE49-F238E27FC236}">
                <a16:creationId xmlns:a16="http://schemas.microsoft.com/office/drawing/2014/main" id="{CACAEBFD-A71A-44B8-8D2E-719FE1510642}"/>
              </a:ext>
            </a:extLst>
          </p:cNvPr>
          <p:cNvSpPr>
            <a:spLocks/>
          </p:cNvSpPr>
          <p:nvPr/>
        </p:nvSpPr>
        <p:spPr>
          <a:xfrm>
            <a:off x="11081391" y="5498669"/>
            <a:ext cx="729" cy="149525"/>
          </a:xfrm>
          <a:custGeom>
            <a:avLst/>
            <a:gdLst/>
            <a:ahLst/>
            <a:cxnLst/>
            <a:rect l="0" t="0" r="0" b="0"/>
            <a:pathLst>
              <a:path w="953" h="195421">
                <a:moveTo>
                  <a:pt x="0" y="195421"/>
                </a:moveTo>
                <a:lnTo>
                  <a:pt x="0" y="0"/>
                </a:lnTo>
              </a:path>
            </a:pathLst>
          </a:custGeom>
          <a:noFill/>
          <a:ln w="29152">
            <a:solidFill>
              <a:srgbClr val="394D93"/>
            </a:solidFill>
            <a:prstDash val="solid"/>
          </a:ln>
        </p:spPr>
      </p:sp>
      <p:sp>
        <p:nvSpPr>
          <p:cNvPr id="202" name="p19_path_202">
            <a:extLst>
              <a:ext uri="{FF2B5EF4-FFF2-40B4-BE49-F238E27FC236}">
                <a16:creationId xmlns:a16="http://schemas.microsoft.com/office/drawing/2014/main" id="{5BA23F20-1A6D-4D1C-81D8-AA69A67090F0}"/>
              </a:ext>
            </a:extLst>
          </p:cNvPr>
          <p:cNvSpPr>
            <a:spLocks/>
          </p:cNvSpPr>
          <p:nvPr/>
        </p:nvSpPr>
        <p:spPr>
          <a:xfrm>
            <a:off x="11149716" y="5531982"/>
            <a:ext cx="729" cy="116212"/>
          </a:xfrm>
          <a:custGeom>
            <a:avLst/>
            <a:gdLst/>
            <a:ahLst/>
            <a:cxnLst/>
            <a:rect l="0" t="0" r="0" b="0"/>
            <a:pathLst>
              <a:path w="953" h="151882">
                <a:moveTo>
                  <a:pt x="0" y="151882"/>
                </a:moveTo>
                <a:lnTo>
                  <a:pt x="0" y="0"/>
                </a:lnTo>
              </a:path>
            </a:pathLst>
          </a:custGeom>
          <a:noFill/>
          <a:ln w="29152">
            <a:solidFill>
              <a:srgbClr val="394D93"/>
            </a:solidFill>
            <a:prstDash val="solid"/>
          </a:ln>
        </p:spPr>
      </p:sp>
      <p:sp>
        <p:nvSpPr>
          <p:cNvPr id="203" name="p19_path_203">
            <a:extLst>
              <a:ext uri="{FF2B5EF4-FFF2-40B4-BE49-F238E27FC236}">
                <a16:creationId xmlns:a16="http://schemas.microsoft.com/office/drawing/2014/main" id="{D03C648A-3E49-4E2B-B856-BF071698B9DE}"/>
              </a:ext>
            </a:extLst>
          </p:cNvPr>
          <p:cNvSpPr>
            <a:spLocks/>
          </p:cNvSpPr>
          <p:nvPr/>
        </p:nvSpPr>
        <p:spPr>
          <a:xfrm>
            <a:off x="11218041" y="5559773"/>
            <a:ext cx="729" cy="88420"/>
          </a:xfrm>
          <a:custGeom>
            <a:avLst/>
            <a:gdLst/>
            <a:ahLst/>
            <a:cxnLst/>
            <a:rect l="0" t="0" r="0" b="0"/>
            <a:pathLst>
              <a:path w="953" h="115560">
                <a:moveTo>
                  <a:pt x="0" y="115560"/>
                </a:moveTo>
                <a:lnTo>
                  <a:pt x="0" y="0"/>
                </a:lnTo>
              </a:path>
            </a:pathLst>
          </a:custGeom>
          <a:noFill/>
          <a:ln w="29152">
            <a:solidFill>
              <a:srgbClr val="394D93"/>
            </a:solidFill>
            <a:prstDash val="solid"/>
          </a:ln>
        </p:spPr>
      </p:sp>
      <p:sp>
        <p:nvSpPr>
          <p:cNvPr id="204" name="p19_path_204">
            <a:extLst>
              <a:ext uri="{FF2B5EF4-FFF2-40B4-BE49-F238E27FC236}">
                <a16:creationId xmlns:a16="http://schemas.microsoft.com/office/drawing/2014/main" id="{68A24069-CEF5-4F6A-AE39-5C6570DCBA74}"/>
              </a:ext>
            </a:extLst>
          </p:cNvPr>
          <p:cNvSpPr>
            <a:spLocks/>
          </p:cNvSpPr>
          <p:nvPr/>
        </p:nvSpPr>
        <p:spPr>
          <a:xfrm>
            <a:off x="11286366" y="5582624"/>
            <a:ext cx="729" cy="65569"/>
          </a:xfrm>
          <a:custGeom>
            <a:avLst/>
            <a:gdLst/>
            <a:ahLst/>
            <a:cxnLst/>
            <a:rect l="0" t="0" r="0" b="0"/>
            <a:pathLst>
              <a:path w="953" h="85695">
                <a:moveTo>
                  <a:pt x="0" y="85695"/>
                </a:moveTo>
                <a:lnTo>
                  <a:pt x="0" y="0"/>
                </a:lnTo>
              </a:path>
            </a:pathLst>
          </a:custGeom>
          <a:noFill/>
          <a:ln w="29152">
            <a:solidFill>
              <a:srgbClr val="394D93"/>
            </a:solidFill>
            <a:prstDash val="solid"/>
          </a:ln>
        </p:spPr>
      </p:sp>
      <p:sp>
        <p:nvSpPr>
          <p:cNvPr id="205" name="p19_path_205">
            <a:extLst>
              <a:ext uri="{FF2B5EF4-FFF2-40B4-BE49-F238E27FC236}">
                <a16:creationId xmlns:a16="http://schemas.microsoft.com/office/drawing/2014/main" id="{D726230F-0C6F-4708-A801-5535F1D8F84E}"/>
              </a:ext>
            </a:extLst>
          </p:cNvPr>
          <p:cNvSpPr>
            <a:spLocks/>
          </p:cNvSpPr>
          <p:nvPr/>
        </p:nvSpPr>
        <p:spPr>
          <a:xfrm>
            <a:off x="11354691" y="5601134"/>
            <a:ext cx="729" cy="47060"/>
          </a:xfrm>
          <a:custGeom>
            <a:avLst/>
            <a:gdLst/>
            <a:ahLst/>
            <a:cxnLst/>
            <a:rect l="0" t="0" r="0" b="0"/>
            <a:pathLst>
              <a:path w="953" h="61504">
                <a:moveTo>
                  <a:pt x="0" y="61504"/>
                </a:moveTo>
                <a:lnTo>
                  <a:pt x="0" y="0"/>
                </a:lnTo>
              </a:path>
            </a:pathLst>
          </a:custGeom>
          <a:noFill/>
          <a:ln w="29152">
            <a:solidFill>
              <a:srgbClr val="394D93"/>
            </a:solidFill>
            <a:prstDash val="solid"/>
          </a:ln>
        </p:spPr>
      </p:sp>
      <p:sp>
        <p:nvSpPr>
          <p:cNvPr id="206" name="p19_path_206">
            <a:extLst>
              <a:ext uri="{FF2B5EF4-FFF2-40B4-BE49-F238E27FC236}">
                <a16:creationId xmlns:a16="http://schemas.microsoft.com/office/drawing/2014/main" id="{50CC08FC-55FE-46D2-82F5-41821B776C36}"/>
              </a:ext>
            </a:extLst>
          </p:cNvPr>
          <p:cNvSpPr>
            <a:spLocks/>
          </p:cNvSpPr>
          <p:nvPr/>
        </p:nvSpPr>
        <p:spPr>
          <a:xfrm>
            <a:off x="11423016" y="5615890"/>
            <a:ext cx="729" cy="32304"/>
          </a:xfrm>
          <a:custGeom>
            <a:avLst/>
            <a:gdLst/>
            <a:ahLst/>
            <a:cxnLst/>
            <a:rect l="0" t="0" r="0" b="0"/>
            <a:pathLst>
              <a:path w="953" h="42219">
                <a:moveTo>
                  <a:pt x="0" y="42219"/>
                </a:moveTo>
                <a:lnTo>
                  <a:pt x="0" y="0"/>
                </a:lnTo>
              </a:path>
            </a:pathLst>
          </a:custGeom>
          <a:noFill/>
          <a:ln w="29152">
            <a:solidFill>
              <a:srgbClr val="394D93"/>
            </a:solidFill>
            <a:prstDash val="solid"/>
          </a:ln>
        </p:spPr>
      </p:sp>
      <p:sp>
        <p:nvSpPr>
          <p:cNvPr id="207" name="p19_path_207">
            <a:extLst>
              <a:ext uri="{FF2B5EF4-FFF2-40B4-BE49-F238E27FC236}">
                <a16:creationId xmlns:a16="http://schemas.microsoft.com/office/drawing/2014/main" id="{615BCEA5-2C05-4CBF-9AA6-07FAF47A03CD}"/>
              </a:ext>
            </a:extLst>
          </p:cNvPr>
          <p:cNvSpPr>
            <a:spLocks/>
          </p:cNvSpPr>
          <p:nvPr/>
        </p:nvSpPr>
        <p:spPr>
          <a:xfrm>
            <a:off x="11491341" y="5627449"/>
            <a:ext cx="729" cy="20744"/>
          </a:xfrm>
          <a:custGeom>
            <a:avLst/>
            <a:gdLst/>
            <a:ahLst/>
            <a:cxnLst/>
            <a:rect l="0" t="0" r="0" b="0"/>
            <a:pathLst>
              <a:path w="953" h="27111">
                <a:moveTo>
                  <a:pt x="0" y="27111"/>
                </a:moveTo>
                <a:lnTo>
                  <a:pt x="0" y="0"/>
                </a:lnTo>
              </a:path>
            </a:pathLst>
          </a:custGeom>
          <a:noFill/>
          <a:ln w="29152">
            <a:solidFill>
              <a:srgbClr val="394D93"/>
            </a:solidFill>
            <a:prstDash val="solid"/>
          </a:ln>
        </p:spPr>
      </p:sp>
      <p:sp>
        <p:nvSpPr>
          <p:cNvPr id="208" name="p19_path_208">
            <a:extLst>
              <a:ext uri="{FF2B5EF4-FFF2-40B4-BE49-F238E27FC236}">
                <a16:creationId xmlns:a16="http://schemas.microsoft.com/office/drawing/2014/main" id="{2F64480F-92DD-4CA4-809D-434214B177CE}"/>
              </a:ext>
            </a:extLst>
          </p:cNvPr>
          <p:cNvSpPr>
            <a:spLocks/>
          </p:cNvSpPr>
          <p:nvPr/>
        </p:nvSpPr>
        <p:spPr>
          <a:xfrm>
            <a:off x="11559666" y="5636326"/>
            <a:ext cx="729" cy="11867"/>
          </a:xfrm>
          <a:custGeom>
            <a:avLst/>
            <a:gdLst/>
            <a:ahLst/>
            <a:cxnLst/>
            <a:rect l="0" t="0" r="0" b="0"/>
            <a:pathLst>
              <a:path w="953" h="15509">
                <a:moveTo>
                  <a:pt x="0" y="15509"/>
                </a:moveTo>
                <a:lnTo>
                  <a:pt x="0" y="0"/>
                </a:lnTo>
              </a:path>
            </a:pathLst>
          </a:custGeom>
          <a:noFill/>
          <a:ln w="29152">
            <a:solidFill>
              <a:srgbClr val="394D93"/>
            </a:solidFill>
            <a:prstDash val="solid"/>
          </a:ln>
        </p:spPr>
      </p:sp>
      <p:sp>
        <p:nvSpPr>
          <p:cNvPr id="209" name="p19_path_209">
            <a:extLst>
              <a:ext uri="{FF2B5EF4-FFF2-40B4-BE49-F238E27FC236}">
                <a16:creationId xmlns:a16="http://schemas.microsoft.com/office/drawing/2014/main" id="{92751358-A5B8-4E58-80FC-874FE3C0FA2D}"/>
              </a:ext>
            </a:extLst>
          </p:cNvPr>
          <p:cNvSpPr>
            <a:spLocks/>
          </p:cNvSpPr>
          <p:nvPr/>
        </p:nvSpPr>
        <p:spPr>
          <a:xfrm>
            <a:off x="11627990" y="5642984"/>
            <a:ext cx="729" cy="5209"/>
          </a:xfrm>
          <a:custGeom>
            <a:avLst/>
            <a:gdLst/>
            <a:ahLst/>
            <a:cxnLst/>
            <a:rect l="0" t="0" r="0" b="0"/>
            <a:pathLst>
              <a:path w="953" h="6808">
                <a:moveTo>
                  <a:pt x="0" y="6808"/>
                </a:moveTo>
                <a:lnTo>
                  <a:pt x="0" y="0"/>
                </a:lnTo>
              </a:path>
            </a:pathLst>
          </a:custGeom>
          <a:noFill/>
          <a:ln w="29152">
            <a:solidFill>
              <a:srgbClr val="394D93"/>
            </a:solidFill>
            <a:prstDash val="solid"/>
          </a:ln>
        </p:spPr>
      </p:sp>
      <p:sp>
        <p:nvSpPr>
          <p:cNvPr id="210" name="p19_path_210">
            <a:extLst>
              <a:ext uri="{FF2B5EF4-FFF2-40B4-BE49-F238E27FC236}">
                <a16:creationId xmlns:a16="http://schemas.microsoft.com/office/drawing/2014/main" id="{A063044C-E9CE-4CFF-8C7E-D0775F1F878A}"/>
              </a:ext>
            </a:extLst>
          </p:cNvPr>
          <p:cNvSpPr>
            <a:spLocks/>
          </p:cNvSpPr>
          <p:nvPr/>
        </p:nvSpPr>
        <p:spPr>
          <a:xfrm>
            <a:off x="11696315" y="5647833"/>
            <a:ext cx="729" cy="360"/>
          </a:xfrm>
          <a:custGeom>
            <a:avLst/>
            <a:gdLst/>
            <a:ahLst/>
            <a:cxnLst/>
            <a:rect l="0" t="0" r="0" b="0"/>
            <a:pathLst>
              <a:path w="953" h="471">
                <a:moveTo>
                  <a:pt x="0" y="471"/>
                </a:moveTo>
                <a:lnTo>
                  <a:pt x="0" y="0"/>
                </a:lnTo>
              </a:path>
            </a:pathLst>
          </a:custGeom>
          <a:noFill/>
          <a:ln w="29152">
            <a:solidFill>
              <a:srgbClr val="394D93"/>
            </a:solidFill>
            <a:prstDash val="solid"/>
          </a:ln>
        </p:spPr>
      </p:sp>
      <p:sp>
        <p:nvSpPr>
          <p:cNvPr id="211" name="p19_path_211">
            <a:extLst>
              <a:ext uri="{FF2B5EF4-FFF2-40B4-BE49-F238E27FC236}">
                <a16:creationId xmlns:a16="http://schemas.microsoft.com/office/drawing/2014/main" id="{B130D42C-67C9-4CFB-8D73-2C785468E4D1}"/>
              </a:ext>
            </a:extLst>
          </p:cNvPr>
          <p:cNvSpPr>
            <a:spLocks/>
          </p:cNvSpPr>
          <p:nvPr/>
        </p:nvSpPr>
        <p:spPr>
          <a:xfrm>
            <a:off x="11764640" y="5648193"/>
            <a:ext cx="729" cy="3037"/>
          </a:xfrm>
          <a:custGeom>
            <a:avLst/>
            <a:gdLst/>
            <a:ahLst/>
            <a:cxnLst/>
            <a:rect l="0" t="0" r="0" b="0"/>
            <a:pathLst>
              <a:path w="953" h="3969">
                <a:moveTo>
                  <a:pt x="0" y="0"/>
                </a:moveTo>
                <a:lnTo>
                  <a:pt x="0" y="3969"/>
                </a:lnTo>
              </a:path>
            </a:pathLst>
          </a:custGeom>
          <a:noFill/>
          <a:ln w="29152">
            <a:solidFill>
              <a:srgbClr val="394D93"/>
            </a:solidFill>
            <a:prstDash val="solid"/>
          </a:ln>
        </p:spPr>
      </p:sp>
      <p:sp>
        <p:nvSpPr>
          <p:cNvPr id="212" name="p19_path_212">
            <a:extLst>
              <a:ext uri="{FF2B5EF4-FFF2-40B4-BE49-F238E27FC236}">
                <a16:creationId xmlns:a16="http://schemas.microsoft.com/office/drawing/2014/main" id="{D48D8903-2CDF-4018-9E08-23929AEEE785}"/>
              </a:ext>
            </a:extLst>
          </p:cNvPr>
          <p:cNvSpPr>
            <a:spLocks/>
          </p:cNvSpPr>
          <p:nvPr/>
        </p:nvSpPr>
        <p:spPr>
          <a:xfrm>
            <a:off x="10764363" y="5585225"/>
            <a:ext cx="1093199" cy="729"/>
          </a:xfrm>
          <a:custGeom>
            <a:avLst/>
            <a:gdLst/>
            <a:ahLst/>
            <a:cxnLst/>
            <a:rect l="0" t="0" r="0" b="0"/>
            <a:pathLst>
              <a:path w="1428750" h="953">
                <a:moveTo>
                  <a:pt x="0" y="0"/>
                </a:moveTo>
                <a:lnTo>
                  <a:pt x="1428750" y="0"/>
                </a:lnTo>
              </a:path>
            </a:pathLst>
          </a:custGeom>
          <a:noFill/>
          <a:ln w="5830">
            <a:solidFill>
              <a:srgbClr val="8599C3"/>
            </a:solidFill>
            <a:prstDash val="dash"/>
          </a:ln>
        </p:spPr>
      </p:sp>
      <p:sp>
        <p:nvSpPr>
          <p:cNvPr id="213" name="p19_rect_213">
            <a:extLst>
              <a:ext uri="{FF2B5EF4-FFF2-40B4-BE49-F238E27FC236}">
                <a16:creationId xmlns:a16="http://schemas.microsoft.com/office/drawing/2014/main" id="{A208C1EE-6676-4E07-AEF1-5826716D62FE}"/>
              </a:ext>
            </a:extLst>
          </p:cNvPr>
          <p:cNvSpPr>
            <a:spLocks/>
          </p:cNvSpPr>
          <p:nvPr/>
        </p:nvSpPr>
        <p:spPr>
          <a:xfrm>
            <a:off x="5721073" y="5859545"/>
            <a:ext cx="2390461" cy="845407"/>
          </a:xfrm>
          <a:prstGeom prst="roundRect">
            <a:avLst>
              <a:gd name="adj" fmla="val 12069"/>
            </a:avLst>
          </a:prstGeom>
          <a:gradFill>
            <a:gsLst>
              <a:gs pos="0">
                <a:srgbClr val="FEFEFF"/>
              </a:gs>
              <a:gs pos="100000">
                <a:srgbClr val="EDF0F8"/>
              </a:gs>
            </a:gsLst>
            <a:lin ang="5400000"/>
          </a:gradFill>
          <a:ln w="12390">
            <a:solidFill>
              <a:srgbClr val="9C3E76"/>
            </a:solidFill>
            <a:prstDash val="solid"/>
          </a:ln>
        </p:spPr>
      </p:sp>
      <p:sp>
        <p:nvSpPr>
          <p:cNvPr id="214" name="p19_rect_214">
            <a:extLst>
              <a:ext uri="{FF2B5EF4-FFF2-40B4-BE49-F238E27FC236}">
                <a16:creationId xmlns:a16="http://schemas.microsoft.com/office/drawing/2014/main" id="{A1243993-99F3-4740-BA40-37B0CC7DD725}"/>
              </a:ext>
            </a:extLst>
          </p:cNvPr>
          <p:cNvSpPr>
            <a:spLocks/>
          </p:cNvSpPr>
          <p:nvPr/>
        </p:nvSpPr>
        <p:spPr>
          <a:xfrm>
            <a:off x="5852257" y="6238521"/>
            <a:ext cx="378976" cy="276944"/>
          </a:xfrm>
          <a:prstGeom prst="rect">
            <a:avLst/>
          </a:prstGeom>
          <a:gradFill>
            <a:gsLst>
              <a:gs pos="0">
                <a:srgbClr val="FEFEFF"/>
              </a:gs>
              <a:gs pos="100000">
                <a:srgbClr val="EDF0F8"/>
              </a:gs>
            </a:gsLst>
            <a:lin ang="5400000"/>
          </a:gradFill>
          <a:ln w="12390">
            <a:solidFill>
              <a:srgbClr val="394D93"/>
            </a:solidFill>
            <a:prstDash val="solid"/>
          </a:ln>
        </p:spPr>
      </p:sp>
      <p:sp>
        <p:nvSpPr>
          <p:cNvPr id="215" name="p19_ellipse_215">
            <a:extLst>
              <a:ext uri="{FF2B5EF4-FFF2-40B4-BE49-F238E27FC236}">
                <a16:creationId xmlns:a16="http://schemas.microsoft.com/office/drawing/2014/main" id="{1EC6AEC9-25FE-4420-B5C2-A460CA1CA255}"/>
              </a:ext>
            </a:extLst>
          </p:cNvPr>
          <p:cNvSpPr>
            <a:spLocks/>
          </p:cNvSpPr>
          <p:nvPr/>
        </p:nvSpPr>
        <p:spPr>
          <a:xfrm>
            <a:off x="5852257" y="6428009"/>
            <a:ext cx="378976" cy="174912"/>
          </a:xfrm>
          <a:prstGeom prst="ellipse">
            <a:avLst/>
          </a:prstGeom>
          <a:gradFill>
            <a:gsLst>
              <a:gs pos="0">
                <a:srgbClr val="FEFEFF"/>
              </a:gs>
              <a:gs pos="100000">
                <a:srgbClr val="EDF0F8"/>
              </a:gs>
            </a:gsLst>
            <a:lin ang="5400000"/>
          </a:gradFill>
          <a:ln w="10932">
            <a:solidFill>
              <a:srgbClr val="394D93"/>
            </a:solidFill>
            <a:prstDash val="solid"/>
          </a:ln>
        </p:spPr>
      </p:sp>
      <p:sp>
        <p:nvSpPr>
          <p:cNvPr id="216" name="p19_path_216">
            <a:extLst>
              <a:ext uri="{FF2B5EF4-FFF2-40B4-BE49-F238E27FC236}">
                <a16:creationId xmlns:a16="http://schemas.microsoft.com/office/drawing/2014/main" id="{C6A6842C-54B2-493B-9358-615BCB3BFB3D}"/>
              </a:ext>
            </a:extLst>
          </p:cNvPr>
          <p:cNvSpPr>
            <a:spLocks/>
          </p:cNvSpPr>
          <p:nvPr/>
        </p:nvSpPr>
        <p:spPr>
          <a:xfrm>
            <a:off x="5852257" y="6335694"/>
            <a:ext cx="378976" cy="87456"/>
          </a:xfrm>
          <a:custGeom>
            <a:avLst/>
            <a:gdLst/>
            <a:ahLst/>
            <a:cxnLst/>
            <a:rect l="0" t="0" r="0" b="0"/>
            <a:pathLst>
              <a:path w="495300" h="114300">
                <a:moveTo>
                  <a:pt x="0" y="0"/>
                </a:moveTo>
                <a:cubicBezTo>
                  <a:pt x="84201" y="114300"/>
                  <a:pt x="411099" y="114300"/>
                  <a:pt x="495300" y="0"/>
                </a:cubicBezTo>
              </a:path>
            </a:pathLst>
          </a:custGeom>
          <a:noFill/>
          <a:ln w="10203">
            <a:solidFill>
              <a:srgbClr val="394D93"/>
            </a:solidFill>
            <a:prstDash val="solid"/>
          </a:ln>
        </p:spPr>
      </p:sp>
      <p:sp>
        <p:nvSpPr>
          <p:cNvPr id="217" name="p19_path_217">
            <a:extLst>
              <a:ext uri="{FF2B5EF4-FFF2-40B4-BE49-F238E27FC236}">
                <a16:creationId xmlns:a16="http://schemas.microsoft.com/office/drawing/2014/main" id="{F0CD6C69-711C-4048-91FC-361D06CCC575}"/>
              </a:ext>
            </a:extLst>
          </p:cNvPr>
          <p:cNvSpPr>
            <a:spLocks/>
          </p:cNvSpPr>
          <p:nvPr/>
        </p:nvSpPr>
        <p:spPr>
          <a:xfrm>
            <a:off x="5852257" y="6425579"/>
            <a:ext cx="378976" cy="87456"/>
          </a:xfrm>
          <a:custGeom>
            <a:avLst/>
            <a:gdLst/>
            <a:ahLst/>
            <a:cxnLst/>
            <a:rect l="0" t="0" r="0" b="0"/>
            <a:pathLst>
              <a:path w="495300" h="114300">
                <a:moveTo>
                  <a:pt x="0" y="0"/>
                </a:moveTo>
                <a:cubicBezTo>
                  <a:pt x="84201" y="114300"/>
                  <a:pt x="411099" y="114300"/>
                  <a:pt x="495300" y="0"/>
                </a:cubicBezTo>
              </a:path>
            </a:pathLst>
          </a:custGeom>
          <a:noFill/>
          <a:ln w="10203">
            <a:solidFill>
              <a:srgbClr val="394D93"/>
            </a:solidFill>
            <a:prstDash val="solid"/>
          </a:ln>
        </p:spPr>
      </p:sp>
      <p:sp>
        <p:nvSpPr>
          <p:cNvPr id="218" name="p19_ellipse_218">
            <a:extLst>
              <a:ext uri="{FF2B5EF4-FFF2-40B4-BE49-F238E27FC236}">
                <a16:creationId xmlns:a16="http://schemas.microsoft.com/office/drawing/2014/main" id="{838BECEA-D22F-4E30-B7EC-DF2D065545F3}"/>
              </a:ext>
            </a:extLst>
          </p:cNvPr>
          <p:cNvSpPr>
            <a:spLocks/>
          </p:cNvSpPr>
          <p:nvPr/>
        </p:nvSpPr>
        <p:spPr>
          <a:xfrm>
            <a:off x="5852257" y="6151065"/>
            <a:ext cx="378976" cy="174912"/>
          </a:xfrm>
          <a:prstGeom prst="ellipse">
            <a:avLst/>
          </a:prstGeom>
          <a:gradFill>
            <a:gsLst>
              <a:gs pos="0">
                <a:srgbClr val="FEFEFF"/>
              </a:gs>
              <a:gs pos="100000">
                <a:srgbClr val="EDF0F8"/>
              </a:gs>
            </a:gsLst>
            <a:lin ang="5400000"/>
          </a:gradFill>
          <a:ln w="10932">
            <a:solidFill>
              <a:srgbClr val="394D93"/>
            </a:solidFill>
            <a:prstDash val="solid"/>
          </a:ln>
        </p:spPr>
      </p:sp>
      <p:sp>
        <p:nvSpPr>
          <p:cNvPr id="219" name="p19_path_219">
            <a:extLst>
              <a:ext uri="{FF2B5EF4-FFF2-40B4-BE49-F238E27FC236}">
                <a16:creationId xmlns:a16="http://schemas.microsoft.com/office/drawing/2014/main" id="{464DD105-0EE8-473C-84A8-E73597454CEA}"/>
              </a:ext>
            </a:extLst>
          </p:cNvPr>
          <p:cNvSpPr>
            <a:spLocks/>
          </p:cNvSpPr>
          <p:nvPr/>
        </p:nvSpPr>
        <p:spPr>
          <a:xfrm>
            <a:off x="8177126" y="5844969"/>
            <a:ext cx="2886045" cy="459143"/>
          </a:xfrm>
          <a:custGeom>
            <a:avLst/>
            <a:gdLst/>
            <a:ahLst/>
            <a:cxnLst/>
            <a:rect l="0" t="0" r="0" b="0"/>
            <a:pathLst>
              <a:path w="3771900" h="600075">
                <a:moveTo>
                  <a:pt x="3771900" y="0"/>
                </a:moveTo>
                <a:cubicBezTo>
                  <a:pt x="3771900" y="600075"/>
                  <a:pt x="3771900" y="600075"/>
                  <a:pt x="0" y="600075"/>
                </a:cubicBezTo>
              </a:path>
            </a:pathLst>
          </a:custGeom>
          <a:noFill/>
          <a:ln w="20406">
            <a:solidFill>
              <a:srgbClr val="9C3E76"/>
            </a:solidFill>
            <a:prstDash val="solid"/>
          </a:ln>
        </p:spPr>
      </p:sp>
      <p:sp>
        <p:nvSpPr>
          <p:cNvPr id="220" name="p19_path_220">
            <a:extLst>
              <a:ext uri="{FF2B5EF4-FFF2-40B4-BE49-F238E27FC236}">
                <a16:creationId xmlns:a16="http://schemas.microsoft.com/office/drawing/2014/main" id="{17EE54E5-62A6-4B16-9522-1E96E3BFDDE7}"/>
              </a:ext>
            </a:extLst>
          </p:cNvPr>
          <p:cNvSpPr>
            <a:spLocks/>
          </p:cNvSpPr>
          <p:nvPr/>
        </p:nvSpPr>
        <p:spPr>
          <a:xfrm>
            <a:off x="8177126" y="6265632"/>
            <a:ext cx="87456" cy="76961"/>
          </a:xfrm>
          <a:custGeom>
            <a:avLst/>
            <a:gdLst/>
            <a:ahLst/>
            <a:cxnLst/>
            <a:rect l="0" t="0" r="0" b="0"/>
            <a:pathLst>
              <a:path w="114300" h="100584">
                <a:moveTo>
                  <a:pt x="0" y="50292"/>
                </a:moveTo>
                <a:lnTo>
                  <a:pt x="114300" y="0"/>
                </a:lnTo>
                <a:lnTo>
                  <a:pt x="114300" y="100584"/>
                </a:lnTo>
                <a:close/>
              </a:path>
            </a:pathLst>
          </a:custGeom>
          <a:solidFill>
            <a:srgbClr val="9C3E76"/>
          </a:solidFill>
          <a:ln w="0">
            <a:noFill/>
            <a:prstDash val="solid"/>
          </a:ln>
        </p:spPr>
      </p:sp>
      <p:sp>
        <p:nvSpPr>
          <p:cNvPr id="221" name="p19_path_221">
            <a:extLst>
              <a:ext uri="{FF2B5EF4-FFF2-40B4-BE49-F238E27FC236}">
                <a16:creationId xmlns:a16="http://schemas.microsoft.com/office/drawing/2014/main" id="{F45EED8A-1D7C-423B-8DEC-5A9EA443474F}"/>
              </a:ext>
            </a:extLst>
          </p:cNvPr>
          <p:cNvSpPr>
            <a:spLocks/>
          </p:cNvSpPr>
          <p:nvPr/>
        </p:nvSpPr>
        <p:spPr>
          <a:xfrm>
            <a:off x="4503979" y="5670057"/>
            <a:ext cx="1217095" cy="626767"/>
          </a:xfrm>
          <a:custGeom>
            <a:avLst/>
            <a:gdLst/>
            <a:ahLst/>
            <a:cxnLst/>
            <a:rect l="0" t="0" r="0" b="0"/>
            <a:pathLst>
              <a:path w="1590675" h="819150">
                <a:moveTo>
                  <a:pt x="1590675" y="819150"/>
                </a:moveTo>
                <a:cubicBezTo>
                  <a:pt x="9525" y="819150"/>
                  <a:pt x="0" y="819150"/>
                  <a:pt x="0" y="0"/>
                </a:cubicBezTo>
              </a:path>
            </a:pathLst>
          </a:custGeom>
          <a:noFill/>
          <a:ln w="20406">
            <a:solidFill>
              <a:srgbClr val="9C3E76"/>
            </a:solidFill>
            <a:prstDash val="solid"/>
          </a:ln>
        </p:spPr>
      </p:sp>
      <p:sp>
        <p:nvSpPr>
          <p:cNvPr id="222" name="p19_path_222">
            <a:extLst>
              <a:ext uri="{FF2B5EF4-FFF2-40B4-BE49-F238E27FC236}">
                <a16:creationId xmlns:a16="http://schemas.microsoft.com/office/drawing/2014/main" id="{4F3DB693-3450-4E75-A16D-679FC4DB88D7}"/>
              </a:ext>
            </a:extLst>
          </p:cNvPr>
          <p:cNvSpPr>
            <a:spLocks/>
          </p:cNvSpPr>
          <p:nvPr/>
        </p:nvSpPr>
        <p:spPr>
          <a:xfrm>
            <a:off x="4465498" y="5670057"/>
            <a:ext cx="76961" cy="87456"/>
          </a:xfrm>
          <a:custGeom>
            <a:avLst/>
            <a:gdLst/>
            <a:ahLst/>
            <a:cxnLst/>
            <a:rect l="0" t="0" r="0" b="0"/>
            <a:pathLst>
              <a:path w="100584" h="114300">
                <a:moveTo>
                  <a:pt x="50292" y="0"/>
                </a:moveTo>
                <a:lnTo>
                  <a:pt x="100584" y="114300"/>
                </a:lnTo>
                <a:lnTo>
                  <a:pt x="0" y="114300"/>
                </a:lnTo>
                <a:close/>
              </a:path>
            </a:pathLst>
          </a:custGeom>
          <a:solidFill>
            <a:srgbClr val="9C3E76"/>
          </a:solidFill>
          <a:ln w="0">
            <a:noFill/>
            <a:prstDash val="solid"/>
          </a:ln>
        </p:spPr>
      </p:sp>
      <p:sp>
        <p:nvSpPr>
          <p:cNvPr id="223" name="p19_path_223">
            <a:extLst>
              <a:ext uri="{FF2B5EF4-FFF2-40B4-BE49-F238E27FC236}">
                <a16:creationId xmlns:a16="http://schemas.microsoft.com/office/drawing/2014/main" id="{28925367-67AA-404D-A3CD-2595F379F9B0}"/>
              </a:ext>
            </a:extLst>
          </p:cNvPr>
          <p:cNvSpPr>
            <a:spLocks/>
          </p:cNvSpPr>
          <p:nvPr/>
        </p:nvSpPr>
        <p:spPr>
          <a:xfrm>
            <a:off x="204064" y="6391569"/>
            <a:ext cx="604903" cy="729"/>
          </a:xfrm>
          <a:custGeom>
            <a:avLst/>
            <a:gdLst/>
            <a:ahLst/>
            <a:cxnLst/>
            <a:rect l="0" t="0" r="0" b="0"/>
            <a:pathLst>
              <a:path w="790575" h="953">
                <a:moveTo>
                  <a:pt x="0" y="0"/>
                </a:moveTo>
                <a:lnTo>
                  <a:pt x="790575" y="0"/>
                </a:lnTo>
              </a:path>
            </a:pathLst>
          </a:custGeom>
          <a:noFill/>
          <a:ln w="14576">
            <a:solidFill>
              <a:srgbClr val="394D93"/>
            </a:solidFill>
            <a:prstDash val="dash"/>
          </a:ln>
        </p:spPr>
      </p:sp>
      <p:sp>
        <p:nvSpPr>
          <p:cNvPr id="224" name="p19_path_224">
            <a:extLst>
              <a:ext uri="{FF2B5EF4-FFF2-40B4-BE49-F238E27FC236}">
                <a16:creationId xmlns:a16="http://schemas.microsoft.com/office/drawing/2014/main" id="{2B9886D2-811B-4BC9-A246-1D95E09F8159}"/>
              </a:ext>
            </a:extLst>
          </p:cNvPr>
          <p:cNvSpPr>
            <a:spLocks/>
          </p:cNvSpPr>
          <p:nvPr/>
        </p:nvSpPr>
        <p:spPr>
          <a:xfrm>
            <a:off x="721511" y="6353088"/>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225" name="p19_path_225">
            <a:extLst>
              <a:ext uri="{FF2B5EF4-FFF2-40B4-BE49-F238E27FC236}">
                <a16:creationId xmlns:a16="http://schemas.microsoft.com/office/drawing/2014/main" id="{ADD01429-8B25-4D71-A696-236D8096C03E}"/>
              </a:ext>
            </a:extLst>
          </p:cNvPr>
          <p:cNvSpPr>
            <a:spLocks/>
          </p:cNvSpPr>
          <p:nvPr/>
        </p:nvSpPr>
        <p:spPr>
          <a:xfrm>
            <a:off x="204064" y="6559192"/>
            <a:ext cx="604903" cy="729"/>
          </a:xfrm>
          <a:custGeom>
            <a:avLst/>
            <a:gdLst/>
            <a:ahLst/>
            <a:cxnLst/>
            <a:rect l="0" t="0" r="0" b="0"/>
            <a:pathLst>
              <a:path w="790575" h="953">
                <a:moveTo>
                  <a:pt x="0" y="0"/>
                </a:moveTo>
                <a:lnTo>
                  <a:pt x="790575" y="0"/>
                </a:lnTo>
              </a:path>
            </a:pathLst>
          </a:custGeom>
          <a:noFill/>
          <a:ln w="14576">
            <a:solidFill>
              <a:srgbClr val="394D93"/>
            </a:solidFill>
            <a:prstDash val="solid"/>
          </a:ln>
        </p:spPr>
      </p:sp>
      <p:sp>
        <p:nvSpPr>
          <p:cNvPr id="226" name="p19_path_226">
            <a:extLst>
              <a:ext uri="{FF2B5EF4-FFF2-40B4-BE49-F238E27FC236}">
                <a16:creationId xmlns:a16="http://schemas.microsoft.com/office/drawing/2014/main" id="{8615D08B-FC63-416F-876E-A535D64ECA78}"/>
              </a:ext>
            </a:extLst>
          </p:cNvPr>
          <p:cNvSpPr>
            <a:spLocks/>
          </p:cNvSpPr>
          <p:nvPr/>
        </p:nvSpPr>
        <p:spPr>
          <a:xfrm>
            <a:off x="721511" y="6520712"/>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227" name="p19_path_227">
            <a:extLst>
              <a:ext uri="{FF2B5EF4-FFF2-40B4-BE49-F238E27FC236}">
                <a16:creationId xmlns:a16="http://schemas.microsoft.com/office/drawing/2014/main" id="{116C87AE-D003-4C8F-A143-A75BFDB32949}"/>
              </a:ext>
            </a:extLst>
          </p:cNvPr>
          <p:cNvSpPr>
            <a:spLocks/>
          </p:cNvSpPr>
          <p:nvPr/>
        </p:nvSpPr>
        <p:spPr>
          <a:xfrm>
            <a:off x="204064" y="6726816"/>
            <a:ext cx="604903" cy="729"/>
          </a:xfrm>
          <a:custGeom>
            <a:avLst/>
            <a:gdLst/>
            <a:ahLst/>
            <a:cxnLst/>
            <a:rect l="0" t="0" r="0" b="0"/>
            <a:pathLst>
              <a:path w="790575" h="953">
                <a:moveTo>
                  <a:pt x="0" y="0"/>
                </a:moveTo>
                <a:lnTo>
                  <a:pt x="790575" y="0"/>
                </a:lnTo>
              </a:path>
            </a:pathLst>
          </a:custGeom>
          <a:noFill/>
          <a:ln w="14576">
            <a:solidFill>
              <a:srgbClr val="9C3E76"/>
            </a:solidFill>
            <a:prstDash val="solid"/>
          </a:ln>
        </p:spPr>
      </p:sp>
      <p:sp>
        <p:nvSpPr>
          <p:cNvPr id="228" name="p19_path_228">
            <a:extLst>
              <a:ext uri="{FF2B5EF4-FFF2-40B4-BE49-F238E27FC236}">
                <a16:creationId xmlns:a16="http://schemas.microsoft.com/office/drawing/2014/main" id="{73DD40C8-323B-423C-93A8-9A86D56FE209}"/>
              </a:ext>
            </a:extLst>
          </p:cNvPr>
          <p:cNvSpPr>
            <a:spLocks/>
          </p:cNvSpPr>
          <p:nvPr/>
        </p:nvSpPr>
        <p:spPr>
          <a:xfrm>
            <a:off x="721511" y="6688336"/>
            <a:ext cx="87456" cy="76961"/>
          </a:xfrm>
          <a:custGeom>
            <a:avLst/>
            <a:gdLst/>
            <a:ahLst/>
            <a:cxnLst/>
            <a:rect l="0" t="0" r="0" b="0"/>
            <a:pathLst>
              <a:path w="114300" h="100584">
                <a:moveTo>
                  <a:pt x="114300" y="50292"/>
                </a:moveTo>
                <a:lnTo>
                  <a:pt x="0" y="100584"/>
                </a:lnTo>
                <a:lnTo>
                  <a:pt x="0" y="0"/>
                </a:lnTo>
                <a:close/>
              </a:path>
            </a:pathLst>
          </a:custGeom>
          <a:solidFill>
            <a:srgbClr val="9C3E76"/>
          </a:solidFill>
          <a:ln w="0">
            <a:noFill/>
            <a:prstDash val="solid"/>
          </a:ln>
        </p:spPr>
      </p:sp>
      <p:sp>
        <p:nvSpPr>
          <p:cNvPr id="229" name="p19_label_1">
            <a:extLst>
              <a:ext uri="{FF2B5EF4-FFF2-40B4-BE49-F238E27FC236}">
                <a16:creationId xmlns:a16="http://schemas.microsoft.com/office/drawing/2014/main" id="{EF6A84B7-B716-4462-AC33-CD188DA17805}"/>
              </a:ext>
            </a:extLst>
          </p:cNvPr>
          <p:cNvSpPr>
            <a:spLocks/>
          </p:cNvSpPr>
          <p:nvPr/>
        </p:nvSpPr>
        <p:spPr>
          <a:xfrm>
            <a:off x="174912" y="58304"/>
            <a:ext cx="7688831" cy="473719"/>
          </a:xfrm>
          <a:prstGeom prst="rect">
            <a:avLst/>
          </a:prstGeom>
          <a:noFill/>
          <a:ln w="0">
            <a:noFill/>
          </a:ln>
        </p:spPr>
        <p:txBody>
          <a:bodyPr wrap="square" lIns="0" tIns="0" rIns="0" bIns="0" anchor="t">
            <a:noAutofit/>
          </a:bodyPr>
          <a:lstStyle>
            <a:defPPr algn="l">
              <a:defRPr sz="2525" b="1">
                <a:solidFill>
                  <a:srgbClr val="172956"/>
                </a:solidFill>
                <a:latin typeface="Source Han Serif SC Heavy"/>
                <a:ea typeface="Source Han Serif SC Heavy"/>
                <a:cs typeface="Source Han Serif SC Heavy"/>
              </a:defRPr>
            </a:defPPr>
          </a:lstStyle>
          <a:p>
            <a:pPr algn="l">
              <a:defRPr sz="2525" b="1">
                <a:solidFill>
                  <a:srgbClr val="172956"/>
                </a:solidFill>
                <a:latin typeface="Source Han Serif SC Heavy"/>
                <a:ea typeface="Source Han Serif SC Heavy"/>
                <a:cs typeface="Source Han Serif SC Heavy"/>
              </a:defRPr>
            </a:pPr>
            <a:r>
              <a:rPr sz="2525" b="1">
                <a:solidFill>
                  <a:srgbClr val="172956"/>
                </a:solidFill>
                <a:latin typeface="Source Han Serif SC Heavy"/>
                <a:ea typeface="Source Han Serif SC Heavy"/>
                <a:cs typeface="Source Han Serif SC Heavy"/>
              </a:rPr>
              <a:t>总体研究框架：依据反馈选择下一轮实验</a:t>
            </a:r>
          </a:p>
        </p:txBody>
      </p:sp>
      <p:sp>
        <p:nvSpPr>
          <p:cNvPr id="230" name="p19_label_2">
            <a:extLst>
              <a:ext uri="{FF2B5EF4-FFF2-40B4-BE49-F238E27FC236}">
                <a16:creationId xmlns:a16="http://schemas.microsoft.com/office/drawing/2014/main" id="{B94E9E1B-8546-4DE6-B58E-3BA08269264F}"/>
              </a:ext>
            </a:extLst>
          </p:cNvPr>
          <p:cNvSpPr>
            <a:spLocks/>
          </p:cNvSpPr>
          <p:nvPr/>
        </p:nvSpPr>
        <p:spPr>
          <a:xfrm>
            <a:off x="247792" y="940151"/>
            <a:ext cx="2317581"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实验档案库</a:t>
            </a:r>
          </a:p>
        </p:txBody>
      </p:sp>
      <p:sp>
        <p:nvSpPr>
          <p:cNvPr id="231" name="p19_label_3">
            <a:extLst>
              <a:ext uri="{FF2B5EF4-FFF2-40B4-BE49-F238E27FC236}">
                <a16:creationId xmlns:a16="http://schemas.microsoft.com/office/drawing/2014/main" id="{E9DE1DD1-0295-4856-899C-ADFCE8AA35CE}"/>
              </a:ext>
            </a:extLst>
          </p:cNvPr>
          <p:cNvSpPr>
            <a:spLocks/>
          </p:cNvSpPr>
          <p:nvPr/>
        </p:nvSpPr>
        <p:spPr>
          <a:xfrm>
            <a:off x="247792" y="1246247"/>
            <a:ext cx="2317581"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历史任务与模型实验记录</a:t>
            </a:r>
          </a:p>
        </p:txBody>
      </p:sp>
      <p:sp>
        <p:nvSpPr>
          <p:cNvPr id="232" name="p19_label_4">
            <a:extLst>
              <a:ext uri="{FF2B5EF4-FFF2-40B4-BE49-F238E27FC236}">
                <a16:creationId xmlns:a16="http://schemas.microsoft.com/office/drawing/2014/main" id="{B52718F8-E27C-4A9D-BFE8-6EDE7DA68699}"/>
              </a:ext>
            </a:extLst>
          </p:cNvPr>
          <p:cNvSpPr>
            <a:spLocks/>
          </p:cNvSpPr>
          <p:nvPr/>
        </p:nvSpPr>
        <p:spPr>
          <a:xfrm>
            <a:off x="306096" y="1537766"/>
            <a:ext cx="2186397"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ETTh1</a:t>
            </a:r>
          </a:p>
        </p:txBody>
      </p:sp>
      <p:sp>
        <p:nvSpPr>
          <p:cNvPr id="233" name="p19_label_5">
            <a:extLst>
              <a:ext uri="{FF2B5EF4-FFF2-40B4-BE49-F238E27FC236}">
                <a16:creationId xmlns:a16="http://schemas.microsoft.com/office/drawing/2014/main" id="{519517D7-998D-4E22-8B70-8A9126D97AF7}"/>
              </a:ext>
            </a:extLst>
          </p:cNvPr>
          <p:cNvSpPr>
            <a:spLocks/>
          </p:cNvSpPr>
          <p:nvPr/>
        </p:nvSpPr>
        <p:spPr>
          <a:xfrm>
            <a:off x="306096" y="2113518"/>
            <a:ext cx="2186397"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电力负荷</a:t>
            </a:r>
          </a:p>
        </p:txBody>
      </p:sp>
      <p:sp>
        <p:nvSpPr>
          <p:cNvPr id="234" name="p19_label_6">
            <a:extLst>
              <a:ext uri="{FF2B5EF4-FFF2-40B4-BE49-F238E27FC236}">
                <a16:creationId xmlns:a16="http://schemas.microsoft.com/office/drawing/2014/main" id="{7518638B-7E75-49A3-B7AE-B1FCA5485F2F}"/>
              </a:ext>
            </a:extLst>
          </p:cNvPr>
          <p:cNvSpPr>
            <a:spLocks/>
          </p:cNvSpPr>
          <p:nvPr/>
        </p:nvSpPr>
        <p:spPr>
          <a:xfrm>
            <a:off x="306096" y="2689269"/>
            <a:ext cx="2186397"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交通流量</a:t>
            </a:r>
          </a:p>
        </p:txBody>
      </p:sp>
      <p:sp>
        <p:nvSpPr>
          <p:cNvPr id="235" name="p19_label_7">
            <a:extLst>
              <a:ext uri="{FF2B5EF4-FFF2-40B4-BE49-F238E27FC236}">
                <a16:creationId xmlns:a16="http://schemas.microsoft.com/office/drawing/2014/main" id="{F0B21090-F9CC-4A0F-AB95-514873C972A1}"/>
              </a:ext>
            </a:extLst>
          </p:cNvPr>
          <p:cNvSpPr>
            <a:spLocks/>
          </p:cNvSpPr>
          <p:nvPr/>
        </p:nvSpPr>
        <p:spPr>
          <a:xfrm>
            <a:off x="306096" y="3265020"/>
            <a:ext cx="2186397" cy="196776"/>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气象序列</a:t>
            </a:r>
          </a:p>
        </p:txBody>
      </p:sp>
      <p:sp>
        <p:nvSpPr>
          <p:cNvPr id="236" name="p19_label_8">
            <a:extLst>
              <a:ext uri="{FF2B5EF4-FFF2-40B4-BE49-F238E27FC236}">
                <a16:creationId xmlns:a16="http://schemas.microsoft.com/office/drawing/2014/main" id="{D190814D-70D2-42E4-AAB2-FF833FFD4705}"/>
              </a:ext>
            </a:extLst>
          </p:cNvPr>
          <p:cNvSpPr>
            <a:spLocks/>
          </p:cNvSpPr>
          <p:nvPr/>
        </p:nvSpPr>
        <p:spPr>
          <a:xfrm>
            <a:off x="247792" y="4219747"/>
            <a:ext cx="2696557"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当前任务的训练序列</a:t>
            </a:r>
          </a:p>
        </p:txBody>
      </p:sp>
      <p:sp>
        <p:nvSpPr>
          <p:cNvPr id="237" name="p19_label_9">
            <a:extLst>
              <a:ext uri="{FF2B5EF4-FFF2-40B4-BE49-F238E27FC236}">
                <a16:creationId xmlns:a16="http://schemas.microsoft.com/office/drawing/2014/main" id="{484DA68C-1E57-482D-930D-539194E0C5B5}"/>
              </a:ext>
            </a:extLst>
          </p:cNvPr>
          <p:cNvSpPr>
            <a:spLocks/>
          </p:cNvSpPr>
          <p:nvPr/>
        </p:nvSpPr>
        <p:spPr>
          <a:xfrm>
            <a:off x="247792" y="4525843"/>
            <a:ext cx="2696557"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仅从当前可用的训练段提取特征</a:t>
            </a:r>
          </a:p>
        </p:txBody>
      </p:sp>
      <p:sp>
        <p:nvSpPr>
          <p:cNvPr id="238" name="p19_label_10">
            <a:extLst>
              <a:ext uri="{FF2B5EF4-FFF2-40B4-BE49-F238E27FC236}">
                <a16:creationId xmlns:a16="http://schemas.microsoft.com/office/drawing/2014/main" id="{DEE0E94E-114B-4D7C-B5D9-11CD5345155B}"/>
              </a:ext>
            </a:extLst>
          </p:cNvPr>
          <p:cNvSpPr>
            <a:spLocks/>
          </p:cNvSpPr>
          <p:nvPr/>
        </p:nvSpPr>
        <p:spPr>
          <a:xfrm>
            <a:off x="269656" y="5305658"/>
            <a:ext cx="2550797" cy="218640"/>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提取任务特征 z</a:t>
            </a:r>
          </a:p>
        </p:txBody>
      </p:sp>
      <p:sp>
        <p:nvSpPr>
          <p:cNvPr id="239" name="p19_label_11">
            <a:extLst>
              <a:ext uri="{FF2B5EF4-FFF2-40B4-BE49-F238E27FC236}">
                <a16:creationId xmlns:a16="http://schemas.microsoft.com/office/drawing/2014/main" id="{4C4B1F1D-82F7-45AD-B019-6DFCD36BA7E4}"/>
              </a:ext>
            </a:extLst>
          </p:cNvPr>
          <p:cNvSpPr>
            <a:spLocks/>
          </p:cNvSpPr>
          <p:nvPr/>
        </p:nvSpPr>
        <p:spPr>
          <a:xfrm>
            <a:off x="298808" y="5619041"/>
            <a:ext cx="1209807" cy="196776"/>
          </a:xfrm>
          <a:prstGeom prst="rect">
            <a:avLst/>
          </a:prstGeom>
          <a:noFill/>
          <a:ln w="0">
            <a:noFill/>
          </a:ln>
        </p:spPr>
        <p:txBody>
          <a:bodyPr wrap="square" lIns="0" tIns="0" rIns="0" bIns="0" anchor="t">
            <a:noAutofit/>
          </a:bodyPr>
          <a:lstStyle>
            <a:defPPr algn="l">
              <a:defRPr sz="918" b="0">
                <a:solidFill>
                  <a:srgbClr val="172956"/>
                </a:solidFill>
                <a:latin typeface="Noto Sans SC"/>
                <a:ea typeface="Noto Sans SC"/>
                <a:cs typeface="Noto Sans SC"/>
              </a:defRPr>
            </a:defPPr>
          </a:lstStyle>
          <a:p>
            <a:pPr algn="l">
              <a:defRPr sz="918" b="0">
                <a:solidFill>
                  <a:srgbClr val="172956"/>
                </a:solidFill>
                <a:latin typeface="Noto Sans SC"/>
                <a:ea typeface="Noto Sans SC"/>
                <a:cs typeface="Noto Sans SC"/>
              </a:defRPr>
            </a:pPr>
            <a:r>
              <a:rPr sz="918" b="0">
                <a:solidFill>
                  <a:srgbClr val="172956"/>
                </a:solidFill>
                <a:latin typeface="Noto Sans SC"/>
                <a:ea typeface="Noto Sans SC"/>
                <a:cs typeface="Noto Sans SC"/>
              </a:rPr>
              <a:t>统计：趋势、周期</a:t>
            </a:r>
          </a:p>
        </p:txBody>
      </p:sp>
      <p:sp>
        <p:nvSpPr>
          <p:cNvPr id="240" name="p19_label_12">
            <a:extLst>
              <a:ext uri="{FF2B5EF4-FFF2-40B4-BE49-F238E27FC236}">
                <a16:creationId xmlns:a16="http://schemas.microsoft.com/office/drawing/2014/main" id="{90E2A0FE-408E-41A2-810B-5EF58DC18319}"/>
              </a:ext>
            </a:extLst>
          </p:cNvPr>
          <p:cNvSpPr>
            <a:spLocks/>
          </p:cNvSpPr>
          <p:nvPr/>
        </p:nvSpPr>
        <p:spPr>
          <a:xfrm>
            <a:off x="1683526" y="5619041"/>
            <a:ext cx="1209807" cy="196776"/>
          </a:xfrm>
          <a:prstGeom prst="rect">
            <a:avLst/>
          </a:prstGeom>
          <a:noFill/>
          <a:ln w="0">
            <a:noFill/>
          </a:ln>
        </p:spPr>
        <p:txBody>
          <a:bodyPr wrap="square" lIns="0" tIns="0" rIns="0" bIns="0" anchor="t">
            <a:noAutofit/>
          </a:bodyPr>
          <a:lstStyle>
            <a:defPPr algn="l">
              <a:defRPr sz="918" b="0">
                <a:solidFill>
                  <a:srgbClr val="172956"/>
                </a:solidFill>
                <a:latin typeface="Noto Sans SC"/>
                <a:ea typeface="Noto Sans SC"/>
                <a:cs typeface="Noto Sans SC"/>
              </a:defRPr>
            </a:defPPr>
          </a:lstStyle>
          <a:p>
            <a:pPr algn="l">
              <a:defRPr sz="918" b="0">
                <a:solidFill>
                  <a:srgbClr val="172956"/>
                </a:solidFill>
                <a:latin typeface="Noto Sans SC"/>
                <a:ea typeface="Noto Sans SC"/>
                <a:cs typeface="Noto Sans SC"/>
              </a:defRPr>
            </a:pPr>
            <a:r>
              <a:rPr sz="918" b="0">
                <a:solidFill>
                  <a:srgbClr val="172956"/>
                </a:solidFill>
                <a:latin typeface="Noto Sans SC"/>
                <a:ea typeface="Noto Sans SC"/>
                <a:cs typeface="Noto Sans SC"/>
              </a:rPr>
              <a:t>频域：自相关、谱</a:t>
            </a:r>
          </a:p>
        </p:txBody>
      </p:sp>
      <p:sp>
        <p:nvSpPr>
          <p:cNvPr id="241" name="p19_label_13">
            <a:extLst>
              <a:ext uri="{FF2B5EF4-FFF2-40B4-BE49-F238E27FC236}">
                <a16:creationId xmlns:a16="http://schemas.microsoft.com/office/drawing/2014/main" id="{72ABB337-0064-490B-BF1F-C371DB591276}"/>
              </a:ext>
            </a:extLst>
          </p:cNvPr>
          <p:cNvSpPr>
            <a:spLocks/>
          </p:cNvSpPr>
          <p:nvPr/>
        </p:nvSpPr>
        <p:spPr>
          <a:xfrm>
            <a:off x="298808" y="5903273"/>
            <a:ext cx="1209807" cy="196776"/>
          </a:xfrm>
          <a:prstGeom prst="rect">
            <a:avLst/>
          </a:prstGeom>
          <a:noFill/>
          <a:ln w="0">
            <a:noFill/>
          </a:ln>
        </p:spPr>
        <p:txBody>
          <a:bodyPr wrap="square" lIns="0" tIns="0" rIns="0" bIns="0" anchor="t">
            <a:noAutofit/>
          </a:bodyPr>
          <a:lstStyle>
            <a:defPPr algn="l">
              <a:defRPr sz="918" b="0">
                <a:solidFill>
                  <a:srgbClr val="172956"/>
                </a:solidFill>
                <a:latin typeface="Noto Sans SC"/>
                <a:ea typeface="Noto Sans SC"/>
                <a:cs typeface="Noto Sans SC"/>
              </a:defRPr>
            </a:defPPr>
          </a:lstStyle>
          <a:p>
            <a:pPr algn="l">
              <a:defRPr sz="918" b="0">
                <a:solidFill>
                  <a:srgbClr val="172956"/>
                </a:solidFill>
                <a:latin typeface="Noto Sans SC"/>
                <a:ea typeface="Noto Sans SC"/>
                <a:cs typeface="Noto Sans SC"/>
              </a:defRPr>
            </a:pPr>
            <a:r>
              <a:rPr sz="918" b="0">
                <a:solidFill>
                  <a:srgbClr val="172956"/>
                </a:solidFill>
                <a:latin typeface="Noto Sans SC"/>
                <a:ea typeface="Noto Sans SC"/>
                <a:cs typeface="Noto Sans SC"/>
              </a:rPr>
              <a:t>属性：长度、维数</a:t>
            </a:r>
          </a:p>
        </p:txBody>
      </p:sp>
      <p:sp>
        <p:nvSpPr>
          <p:cNvPr id="242" name="p19_label_14">
            <a:extLst>
              <a:ext uri="{FF2B5EF4-FFF2-40B4-BE49-F238E27FC236}">
                <a16:creationId xmlns:a16="http://schemas.microsoft.com/office/drawing/2014/main" id="{B021DEA4-7E00-4F42-9A69-9F84876B203D}"/>
              </a:ext>
            </a:extLst>
          </p:cNvPr>
          <p:cNvSpPr>
            <a:spLocks/>
          </p:cNvSpPr>
          <p:nvPr/>
        </p:nvSpPr>
        <p:spPr>
          <a:xfrm>
            <a:off x="1683526" y="5903273"/>
            <a:ext cx="1209807" cy="196776"/>
          </a:xfrm>
          <a:prstGeom prst="rect">
            <a:avLst/>
          </a:prstGeom>
          <a:noFill/>
          <a:ln w="0">
            <a:noFill/>
          </a:ln>
        </p:spPr>
        <p:txBody>
          <a:bodyPr wrap="square" lIns="0" tIns="0" rIns="0" bIns="0" anchor="t">
            <a:noAutofit/>
          </a:bodyPr>
          <a:lstStyle>
            <a:defPPr algn="l">
              <a:defRPr sz="918" b="0">
                <a:solidFill>
                  <a:srgbClr val="172956"/>
                </a:solidFill>
                <a:latin typeface="Noto Sans SC"/>
                <a:ea typeface="Noto Sans SC"/>
                <a:cs typeface="Noto Sans SC"/>
              </a:defRPr>
            </a:defPPr>
          </a:lstStyle>
          <a:p>
            <a:pPr algn="l">
              <a:defRPr sz="918" b="0">
                <a:solidFill>
                  <a:srgbClr val="172956"/>
                </a:solidFill>
                <a:latin typeface="Noto Sans SC"/>
                <a:ea typeface="Noto Sans SC"/>
                <a:cs typeface="Noto Sans SC"/>
              </a:defRPr>
            </a:pPr>
            <a:r>
              <a:rPr sz="918" b="0">
                <a:solidFill>
                  <a:srgbClr val="172956"/>
                </a:solidFill>
                <a:latin typeface="Noto Sans SC"/>
                <a:ea typeface="Noto Sans SC"/>
                <a:cs typeface="Noto Sans SC"/>
              </a:rPr>
              <a:t>任务：输入、步长</a:t>
            </a:r>
          </a:p>
        </p:txBody>
      </p:sp>
      <p:sp>
        <p:nvSpPr>
          <p:cNvPr id="243" name="p19_label_15">
            <a:extLst>
              <a:ext uri="{FF2B5EF4-FFF2-40B4-BE49-F238E27FC236}">
                <a16:creationId xmlns:a16="http://schemas.microsoft.com/office/drawing/2014/main" id="{19D0D25B-65AC-4FE0-8C0C-214F069D5CA5}"/>
              </a:ext>
            </a:extLst>
          </p:cNvPr>
          <p:cNvSpPr>
            <a:spLocks/>
          </p:cNvSpPr>
          <p:nvPr/>
        </p:nvSpPr>
        <p:spPr>
          <a:xfrm>
            <a:off x="4037547" y="808967"/>
            <a:ext cx="3337900" cy="313384"/>
          </a:xfrm>
          <a:prstGeom prst="rect">
            <a:avLst/>
          </a:prstGeom>
          <a:noFill/>
          <a:ln w="0">
            <a:noFill/>
          </a:ln>
        </p:spPr>
        <p:txBody>
          <a:bodyPr wrap="square" lIns="0" tIns="0" rIns="0" bIns="0" anchor="t">
            <a:noAutofit/>
          </a:bodyPr>
          <a:lstStyle>
            <a:defPPr algn="l">
              <a:defRPr sz="1719" b="1">
                <a:solidFill>
                  <a:srgbClr val="172956"/>
                </a:solidFill>
                <a:latin typeface="Noto Sans SC"/>
                <a:ea typeface="Noto Sans SC"/>
                <a:cs typeface="Noto Sans SC"/>
              </a:defRPr>
            </a:defPPr>
          </a:lstStyle>
          <a:p>
            <a:pPr algn="l">
              <a:defRPr sz="1719" b="1">
                <a:solidFill>
                  <a:srgbClr val="172956"/>
                </a:solidFill>
                <a:latin typeface="Noto Sans SC"/>
                <a:ea typeface="Noto Sans SC"/>
                <a:cs typeface="Noto Sans SC"/>
              </a:defRPr>
            </a:pPr>
            <a:r>
              <a:rPr sz="1719" b="1">
                <a:solidFill>
                  <a:srgbClr val="172956"/>
                </a:solidFill>
                <a:latin typeface="Noto Sans SC"/>
                <a:ea typeface="Noto Sans SC"/>
                <a:cs typeface="Noto Sans SC"/>
              </a:rPr>
              <a:t>离线性能估计器 RandomForest</a:t>
            </a:r>
          </a:p>
        </p:txBody>
      </p:sp>
      <p:sp>
        <p:nvSpPr>
          <p:cNvPr id="244" name="p19_label_16">
            <a:extLst>
              <a:ext uri="{FF2B5EF4-FFF2-40B4-BE49-F238E27FC236}">
                <a16:creationId xmlns:a16="http://schemas.microsoft.com/office/drawing/2014/main" id="{F53B5D65-318B-495A-A79A-103E13562425}"/>
              </a:ext>
            </a:extLst>
          </p:cNvPr>
          <p:cNvSpPr>
            <a:spLocks/>
          </p:cNvSpPr>
          <p:nvPr/>
        </p:nvSpPr>
        <p:spPr>
          <a:xfrm>
            <a:off x="4037547" y="1115063"/>
            <a:ext cx="3337900"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从历史任务中学习候选配置与表现的关系</a:t>
            </a:r>
          </a:p>
        </p:txBody>
      </p:sp>
      <p:sp>
        <p:nvSpPr>
          <p:cNvPr id="245" name="p19_label_17">
            <a:extLst>
              <a:ext uri="{FF2B5EF4-FFF2-40B4-BE49-F238E27FC236}">
                <a16:creationId xmlns:a16="http://schemas.microsoft.com/office/drawing/2014/main" id="{42E37F63-7C90-411E-A435-C5B4F4094EA9}"/>
              </a:ext>
            </a:extLst>
          </p:cNvPr>
          <p:cNvSpPr>
            <a:spLocks/>
          </p:cNvSpPr>
          <p:nvPr/>
        </p:nvSpPr>
        <p:spPr>
          <a:xfrm>
            <a:off x="4110427" y="1698102"/>
            <a:ext cx="429991" cy="313384"/>
          </a:xfrm>
          <a:prstGeom prst="rect">
            <a:avLst/>
          </a:prstGeom>
          <a:noFill/>
          <a:ln w="0">
            <a:noFill/>
          </a:ln>
        </p:spPr>
        <p:txBody>
          <a:bodyPr wrap="square" lIns="0" tIns="0" rIns="0" bIns="0" anchor="t">
            <a:noAutofit/>
          </a:bodyPr>
          <a:lstStyle>
            <a:defPPr algn="l">
              <a:defRPr sz="964" b="0">
                <a:solidFill>
                  <a:srgbClr val="172956"/>
                </a:solidFill>
                <a:latin typeface="Noto Sans SC"/>
                <a:ea typeface="Noto Sans SC"/>
                <a:cs typeface="Noto Sans SC"/>
              </a:defRPr>
            </a:defPPr>
          </a:lstStyle>
          <a:p>
            <a:pPr algn="l">
              <a:defRPr sz="964" b="0">
                <a:solidFill>
                  <a:srgbClr val="172956"/>
                </a:solidFill>
                <a:latin typeface="Noto Sans SC"/>
                <a:ea typeface="Noto Sans SC"/>
                <a:cs typeface="Noto Sans SC"/>
              </a:defRPr>
            </a:pPr>
            <a:r>
              <a:rPr sz="964" b="0">
                <a:solidFill>
                  <a:srgbClr val="172956"/>
                </a:solidFill>
                <a:latin typeface="Noto Sans SC"/>
                <a:ea typeface="Noto Sans SC"/>
                <a:cs typeface="Noto Sans SC"/>
              </a:rPr>
              <a:t>历史</a:t>
            </a:r>
          </a:p>
          <a:p>
            <a:pPr algn="l">
              <a:defRPr sz="964" b="0">
                <a:solidFill>
                  <a:srgbClr val="172956"/>
                </a:solidFill>
                <a:latin typeface="Noto Sans SC"/>
                <a:ea typeface="Noto Sans SC"/>
                <a:cs typeface="Noto Sans SC"/>
              </a:defRPr>
            </a:pPr>
            <a:r>
              <a:rPr sz="964" b="0">
                <a:solidFill>
                  <a:srgbClr val="172956"/>
                </a:solidFill>
                <a:latin typeface="Noto Sans SC"/>
                <a:ea typeface="Noto Sans SC"/>
                <a:cs typeface="Noto Sans SC"/>
              </a:rPr>
              <a:t>记录</a:t>
            </a:r>
          </a:p>
        </p:txBody>
      </p:sp>
      <p:sp>
        <p:nvSpPr>
          <p:cNvPr id="246" name="p19_label_18">
            <a:extLst>
              <a:ext uri="{FF2B5EF4-FFF2-40B4-BE49-F238E27FC236}">
                <a16:creationId xmlns:a16="http://schemas.microsoft.com/office/drawing/2014/main" id="{120805C1-8141-471D-9EAF-217804FB19D5}"/>
              </a:ext>
            </a:extLst>
          </p:cNvPr>
          <p:cNvSpPr>
            <a:spLocks/>
          </p:cNvSpPr>
          <p:nvPr/>
        </p:nvSpPr>
        <p:spPr>
          <a:xfrm>
            <a:off x="4810074" y="1333702"/>
            <a:ext cx="969303"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特征编码</a:t>
            </a:r>
          </a:p>
        </p:txBody>
      </p:sp>
      <p:sp>
        <p:nvSpPr>
          <p:cNvPr id="247" name="p19_label_19">
            <a:extLst>
              <a:ext uri="{FF2B5EF4-FFF2-40B4-BE49-F238E27FC236}">
                <a16:creationId xmlns:a16="http://schemas.microsoft.com/office/drawing/2014/main" id="{EA194D7E-4C79-4A6F-89B9-18BBF4BCC10B}"/>
              </a:ext>
            </a:extLst>
          </p:cNvPr>
          <p:cNvSpPr>
            <a:spLocks/>
          </p:cNvSpPr>
          <p:nvPr/>
        </p:nvSpPr>
        <p:spPr>
          <a:xfrm>
            <a:off x="5779377" y="1333702"/>
            <a:ext cx="1034895" cy="218640"/>
          </a:xfrm>
          <a:prstGeom prst="rect">
            <a:avLst/>
          </a:prstGeom>
          <a:noFill/>
          <a:ln w="0">
            <a:noFill/>
          </a:ln>
        </p:spPr>
        <p:txBody>
          <a:bodyPr wrap="square" lIns="0" tIns="0" rIns="0" bIns="0" anchor="t">
            <a:noAutofit/>
          </a:bodyPr>
          <a:lstStyle>
            <a:defPPr algn="l">
              <a:defRPr sz="1205" b="1">
                <a:solidFill>
                  <a:srgbClr val="172956"/>
                </a:solidFill>
                <a:latin typeface="Noto Sans SC"/>
                <a:ea typeface="Noto Sans SC"/>
                <a:cs typeface="Noto Sans SC"/>
              </a:defRPr>
            </a:defPPr>
          </a:lstStyle>
          <a:p>
            <a:pPr algn="l">
              <a:defRPr sz="1205" b="1">
                <a:solidFill>
                  <a:srgbClr val="172956"/>
                </a:solidFill>
                <a:latin typeface="Noto Sans SC"/>
                <a:ea typeface="Noto Sans SC"/>
                <a:cs typeface="Noto Sans SC"/>
              </a:defRPr>
            </a:pPr>
            <a:r>
              <a:rPr sz="1205" b="1">
                <a:solidFill>
                  <a:srgbClr val="172956"/>
                </a:solidFill>
                <a:latin typeface="Noto Sans SC"/>
                <a:ea typeface="Noto Sans SC"/>
                <a:cs typeface="Noto Sans SC"/>
              </a:rPr>
              <a:t>树模型集成</a:t>
            </a:r>
          </a:p>
        </p:txBody>
      </p:sp>
      <p:sp>
        <p:nvSpPr>
          <p:cNvPr id="248" name="p19_label_20">
            <a:extLst>
              <a:ext uri="{FF2B5EF4-FFF2-40B4-BE49-F238E27FC236}">
                <a16:creationId xmlns:a16="http://schemas.microsoft.com/office/drawing/2014/main" id="{C48FBDB7-B362-49A4-8456-564D3B8DF518}"/>
              </a:ext>
            </a:extLst>
          </p:cNvPr>
          <p:cNvSpPr>
            <a:spLocks/>
          </p:cNvSpPr>
          <p:nvPr/>
        </p:nvSpPr>
        <p:spPr>
          <a:xfrm>
            <a:off x="6872576" y="1333702"/>
            <a:ext cx="575751" cy="218640"/>
          </a:xfrm>
          <a:prstGeom prst="rect">
            <a:avLst/>
          </a:prstGeom>
          <a:noFill/>
          <a:ln w="0">
            <a:noFill/>
          </a:ln>
        </p:spPr>
        <p:txBody>
          <a:bodyPr wrap="square" lIns="0" tIns="0" rIns="0" bIns="0" anchor="t">
            <a:noAutofit/>
          </a:bodyPr>
          <a:lstStyle>
            <a:defPPr algn="l">
              <a:defRPr sz="1065" b="1">
                <a:solidFill>
                  <a:srgbClr val="172956"/>
                </a:solidFill>
                <a:latin typeface="Noto Sans SC"/>
                <a:ea typeface="Noto Sans SC"/>
                <a:cs typeface="Noto Sans SC"/>
              </a:defRPr>
            </a:defPPr>
          </a:lstStyle>
          <a:p>
            <a:pPr algn="l">
              <a:defRPr sz="1065" b="1">
                <a:solidFill>
                  <a:srgbClr val="172956"/>
                </a:solidFill>
                <a:latin typeface="Noto Sans SC"/>
                <a:ea typeface="Noto Sans SC"/>
                <a:cs typeface="Noto Sans SC"/>
              </a:defRPr>
            </a:pPr>
            <a:r>
              <a:rPr sz="1065" b="1">
                <a:solidFill>
                  <a:srgbClr val="172956"/>
                </a:solidFill>
                <a:latin typeface="Noto Sans SC"/>
                <a:ea typeface="Noto Sans SC"/>
                <a:cs typeface="Noto Sans SC"/>
              </a:rPr>
              <a:t>表现估计</a:t>
            </a:r>
          </a:p>
        </p:txBody>
      </p:sp>
      <p:sp>
        <p:nvSpPr>
          <p:cNvPr id="249" name="p19_label_21">
            <a:extLst>
              <a:ext uri="{FF2B5EF4-FFF2-40B4-BE49-F238E27FC236}">
                <a16:creationId xmlns:a16="http://schemas.microsoft.com/office/drawing/2014/main" id="{06F1CE27-6F27-4826-B373-2FAF1C233CB7}"/>
              </a:ext>
            </a:extLst>
          </p:cNvPr>
          <p:cNvSpPr>
            <a:spLocks/>
          </p:cNvSpPr>
          <p:nvPr/>
        </p:nvSpPr>
        <p:spPr>
          <a:xfrm>
            <a:off x="3177564" y="918287"/>
            <a:ext cx="685071" cy="225928"/>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历史记录</a:t>
            </a:r>
          </a:p>
        </p:txBody>
      </p:sp>
      <p:sp>
        <p:nvSpPr>
          <p:cNvPr id="250" name="p19_label_22">
            <a:extLst>
              <a:ext uri="{FF2B5EF4-FFF2-40B4-BE49-F238E27FC236}">
                <a16:creationId xmlns:a16="http://schemas.microsoft.com/office/drawing/2014/main" id="{CAF07A7F-F585-40CA-866A-1A5D0C25C6F2}"/>
              </a:ext>
            </a:extLst>
          </p:cNvPr>
          <p:cNvSpPr>
            <a:spLocks/>
          </p:cNvSpPr>
          <p:nvPr/>
        </p:nvSpPr>
        <p:spPr>
          <a:xfrm>
            <a:off x="3177564" y="1100487"/>
            <a:ext cx="685071" cy="225928"/>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任务·模型</a:t>
            </a:r>
          </a:p>
        </p:txBody>
      </p:sp>
      <p:sp>
        <p:nvSpPr>
          <p:cNvPr id="251" name="p19_label_23">
            <a:extLst>
              <a:ext uri="{FF2B5EF4-FFF2-40B4-BE49-F238E27FC236}">
                <a16:creationId xmlns:a16="http://schemas.microsoft.com/office/drawing/2014/main" id="{05C7EC33-797D-484D-8640-EAA739CED23A}"/>
              </a:ext>
            </a:extLst>
          </p:cNvPr>
          <p:cNvSpPr>
            <a:spLocks/>
          </p:cNvSpPr>
          <p:nvPr/>
        </p:nvSpPr>
        <p:spPr>
          <a:xfrm>
            <a:off x="3177564" y="1282687"/>
            <a:ext cx="685071" cy="225928"/>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表现·残差</a:t>
            </a:r>
          </a:p>
        </p:txBody>
      </p:sp>
      <p:sp>
        <p:nvSpPr>
          <p:cNvPr id="252" name="p19_label_24">
            <a:extLst>
              <a:ext uri="{FF2B5EF4-FFF2-40B4-BE49-F238E27FC236}">
                <a16:creationId xmlns:a16="http://schemas.microsoft.com/office/drawing/2014/main" id="{A9134EF1-F20E-4F73-A24C-0D2A97669D6F}"/>
              </a:ext>
            </a:extLst>
          </p:cNvPr>
          <p:cNvSpPr>
            <a:spLocks/>
          </p:cNvSpPr>
          <p:nvPr/>
        </p:nvSpPr>
        <p:spPr>
          <a:xfrm>
            <a:off x="8118823" y="378976"/>
            <a:ext cx="3848060"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统一候选模型池</a:t>
            </a:r>
          </a:p>
        </p:txBody>
      </p:sp>
      <p:sp>
        <p:nvSpPr>
          <p:cNvPr id="253" name="p19_label_25">
            <a:extLst>
              <a:ext uri="{FF2B5EF4-FFF2-40B4-BE49-F238E27FC236}">
                <a16:creationId xmlns:a16="http://schemas.microsoft.com/office/drawing/2014/main" id="{2F1D020C-0E08-449A-8510-0F30E4FABD47}"/>
              </a:ext>
            </a:extLst>
          </p:cNvPr>
          <p:cNvSpPr>
            <a:spLocks/>
          </p:cNvSpPr>
          <p:nvPr/>
        </p:nvSpPr>
        <p:spPr>
          <a:xfrm>
            <a:off x="8118823" y="685071"/>
            <a:ext cx="3848060"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模型与关键配置共同构成候选</a:t>
            </a:r>
          </a:p>
        </p:txBody>
      </p:sp>
      <p:sp>
        <p:nvSpPr>
          <p:cNvPr id="254" name="p19_label_26">
            <a:extLst>
              <a:ext uri="{FF2B5EF4-FFF2-40B4-BE49-F238E27FC236}">
                <a16:creationId xmlns:a16="http://schemas.microsoft.com/office/drawing/2014/main" id="{9A47DB21-DF0F-48EA-8D25-37694DB32CF1}"/>
              </a:ext>
            </a:extLst>
          </p:cNvPr>
          <p:cNvSpPr>
            <a:spLocks/>
          </p:cNvSpPr>
          <p:nvPr/>
        </p:nvSpPr>
        <p:spPr>
          <a:xfrm>
            <a:off x="8169838" y="954727"/>
            <a:ext cx="3760604" cy="225928"/>
          </a:xfrm>
          <a:prstGeom prst="rect">
            <a:avLst/>
          </a:prstGeom>
          <a:noFill/>
          <a:ln w="0">
            <a:noFill/>
          </a:ln>
        </p:spPr>
        <p:txBody>
          <a:bodyPr wrap="square" lIns="0" tIns="0" rIns="0" bIns="0" anchor="t">
            <a:noAutofit/>
          </a:bodyPr>
          <a:lstStyle>
            <a:defPPr algn="l">
              <a:defRPr sz="1377" b="1">
                <a:solidFill>
                  <a:srgbClr val="172956"/>
                </a:solidFill>
                <a:latin typeface="Noto Sans SC"/>
                <a:ea typeface="Noto Sans SC"/>
                <a:cs typeface="Noto Sans SC"/>
              </a:defRPr>
            </a:defPPr>
          </a:lstStyle>
          <a:p>
            <a:pPr algn="l">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DLinear：趋势与余项线性映射</a:t>
            </a:r>
          </a:p>
        </p:txBody>
      </p:sp>
      <p:sp>
        <p:nvSpPr>
          <p:cNvPr id="255" name="p19_label_27">
            <a:extLst>
              <a:ext uri="{FF2B5EF4-FFF2-40B4-BE49-F238E27FC236}">
                <a16:creationId xmlns:a16="http://schemas.microsoft.com/office/drawing/2014/main" id="{0FCA018C-47CF-41D3-8CBD-8461F8586F2F}"/>
              </a:ext>
            </a:extLst>
          </p:cNvPr>
          <p:cNvSpPr>
            <a:spLocks/>
          </p:cNvSpPr>
          <p:nvPr/>
        </p:nvSpPr>
        <p:spPr>
          <a:xfrm>
            <a:off x="8984636" y="1268111"/>
            <a:ext cx="606361" cy="211352"/>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Trend</a:t>
            </a:r>
          </a:p>
        </p:txBody>
      </p:sp>
      <p:sp>
        <p:nvSpPr>
          <p:cNvPr id="256" name="p19_label_28">
            <a:extLst>
              <a:ext uri="{FF2B5EF4-FFF2-40B4-BE49-F238E27FC236}">
                <a16:creationId xmlns:a16="http://schemas.microsoft.com/office/drawing/2014/main" id="{4AD32140-24E6-4F2B-A748-08FFDB708DE8}"/>
              </a:ext>
            </a:extLst>
          </p:cNvPr>
          <p:cNvSpPr>
            <a:spLocks/>
          </p:cNvSpPr>
          <p:nvPr/>
        </p:nvSpPr>
        <p:spPr>
          <a:xfrm>
            <a:off x="8984636" y="1629595"/>
            <a:ext cx="606361" cy="211352"/>
          </a:xfrm>
          <a:prstGeom prst="rect">
            <a:avLst/>
          </a:prstGeom>
          <a:noFill/>
          <a:ln w="0">
            <a:noFill/>
          </a:ln>
        </p:spPr>
        <p:txBody>
          <a:bodyPr wrap="square" lIns="0" tIns="0" rIns="0" bIns="0" anchor="t">
            <a:noAutofit/>
          </a:bodyPr>
          <a:lstStyle>
            <a:defPPr algn="l">
              <a:defRPr sz="803" b="0">
                <a:solidFill>
                  <a:srgbClr val="172956"/>
                </a:solidFill>
                <a:latin typeface="Noto Sans SC"/>
                <a:ea typeface="Noto Sans SC"/>
                <a:cs typeface="Noto Sans SC"/>
              </a:defRPr>
            </a:defPPr>
          </a:lstStyle>
          <a:p>
            <a:pPr algn="l">
              <a:defRPr sz="803" b="0">
                <a:solidFill>
                  <a:srgbClr val="172956"/>
                </a:solidFill>
                <a:latin typeface="Noto Sans SC"/>
                <a:ea typeface="Noto Sans SC"/>
                <a:cs typeface="Noto Sans SC"/>
              </a:defRPr>
            </a:pPr>
            <a:r>
              <a:rPr sz="803" b="0">
                <a:solidFill>
                  <a:srgbClr val="172956"/>
                </a:solidFill>
                <a:latin typeface="Noto Sans SC"/>
                <a:ea typeface="Noto Sans SC"/>
                <a:cs typeface="Noto Sans SC"/>
              </a:rPr>
              <a:t>Remainder</a:t>
            </a:r>
          </a:p>
        </p:txBody>
      </p:sp>
      <p:sp>
        <p:nvSpPr>
          <p:cNvPr id="257" name="p19_label_29">
            <a:extLst>
              <a:ext uri="{FF2B5EF4-FFF2-40B4-BE49-F238E27FC236}">
                <a16:creationId xmlns:a16="http://schemas.microsoft.com/office/drawing/2014/main" id="{E5C5C4F3-F447-4EB3-9122-0A7972AF1837}"/>
              </a:ext>
            </a:extLst>
          </p:cNvPr>
          <p:cNvSpPr>
            <a:spLocks/>
          </p:cNvSpPr>
          <p:nvPr/>
        </p:nvSpPr>
        <p:spPr>
          <a:xfrm>
            <a:off x="10715817" y="1502840"/>
            <a:ext cx="131184" cy="160336"/>
          </a:xfrm>
          <a:prstGeom prst="rect">
            <a:avLst/>
          </a:prstGeom>
          <a:noFill/>
          <a:ln w="0">
            <a:noFill/>
          </a:ln>
        </p:spPr>
        <p:txBody>
          <a:bodyPr wrap="square" lIns="0" tIns="0" rIns="0" bIns="0" anchor="t">
            <a:noAutofit/>
          </a:bodyPr>
          <a:lstStyle>
            <a:defPPr algn="l">
              <a:defRPr sz="976" b="0">
                <a:solidFill>
                  <a:srgbClr val="172956"/>
                </a:solidFill>
                <a:latin typeface="Noto Sans SC"/>
                <a:ea typeface="Noto Sans SC"/>
                <a:cs typeface="Noto Sans SC"/>
              </a:defRPr>
            </a:defPPr>
          </a:lstStyle>
          <a:p>
            <a:pPr algn="l">
              <a:defRPr sz="976" b="0">
                <a:solidFill>
                  <a:srgbClr val="172956"/>
                </a:solidFill>
                <a:latin typeface="Noto Sans SC"/>
                <a:ea typeface="Noto Sans SC"/>
                <a:cs typeface="Noto Sans SC"/>
              </a:defRPr>
            </a:pPr>
            <a:r>
              <a:rPr sz="976" b="0" dirty="0">
                <a:solidFill>
                  <a:srgbClr val="172956"/>
                </a:solidFill>
                <a:latin typeface="Noto Sans SC"/>
                <a:ea typeface="Noto Sans SC"/>
                <a:cs typeface="Noto Sans SC"/>
              </a:rPr>
              <a:t>+</a:t>
            </a:r>
          </a:p>
        </p:txBody>
      </p:sp>
      <p:sp>
        <p:nvSpPr>
          <p:cNvPr id="258" name="p19_label_30">
            <a:extLst>
              <a:ext uri="{FF2B5EF4-FFF2-40B4-BE49-F238E27FC236}">
                <a16:creationId xmlns:a16="http://schemas.microsoft.com/office/drawing/2014/main" id="{A2D5B65A-BF59-4020-A376-5CC1A4B4C4A8}"/>
              </a:ext>
            </a:extLst>
          </p:cNvPr>
          <p:cNvSpPr>
            <a:spLocks/>
          </p:cNvSpPr>
          <p:nvPr/>
        </p:nvSpPr>
        <p:spPr>
          <a:xfrm>
            <a:off x="10879514" y="1464303"/>
            <a:ext cx="387721" cy="196776"/>
          </a:xfrm>
          <a:prstGeom prst="rect">
            <a:avLst/>
          </a:prstGeom>
          <a:noFill/>
          <a:ln w="0">
            <a:noFill/>
          </a:ln>
        </p:spPr>
        <p:txBody>
          <a:bodyPr wrap="square" lIns="0" tIns="0" rIns="0" bIns="0" anchor="t">
            <a:noAutofit/>
          </a:bodyPr>
          <a:lstStyle>
            <a:defPPr algn="ctr">
              <a:defRPr sz="976" b="0">
                <a:solidFill>
                  <a:srgbClr val="172956"/>
                </a:solidFill>
                <a:latin typeface="Noto Sans SC"/>
                <a:ea typeface="Noto Sans SC"/>
                <a:cs typeface="Noto Sans SC"/>
              </a:defRPr>
            </a:defPPr>
          </a:lstStyle>
          <a:p>
            <a:pPr algn="ctr">
              <a:defRPr sz="976" b="0">
                <a:solidFill>
                  <a:srgbClr val="172956"/>
                </a:solidFill>
                <a:latin typeface="Noto Sans SC"/>
                <a:ea typeface="Noto Sans SC"/>
                <a:cs typeface="Noto Sans SC"/>
              </a:defRPr>
            </a:pPr>
            <a:r>
              <a:rPr sz="976" b="0">
                <a:solidFill>
                  <a:srgbClr val="172956"/>
                </a:solidFill>
                <a:latin typeface="Noto Sans SC"/>
                <a:ea typeface="Noto Sans SC"/>
                <a:cs typeface="Noto Sans SC"/>
              </a:rPr>
              <a:t>合并</a:t>
            </a:r>
          </a:p>
        </p:txBody>
      </p:sp>
      <p:sp>
        <p:nvSpPr>
          <p:cNvPr id="259" name="p19_label_31">
            <a:extLst>
              <a:ext uri="{FF2B5EF4-FFF2-40B4-BE49-F238E27FC236}">
                <a16:creationId xmlns:a16="http://schemas.microsoft.com/office/drawing/2014/main" id="{550C8918-EC50-4668-AC5A-F6692EBE372D}"/>
              </a:ext>
            </a:extLst>
          </p:cNvPr>
          <p:cNvSpPr>
            <a:spLocks/>
          </p:cNvSpPr>
          <p:nvPr/>
        </p:nvSpPr>
        <p:spPr>
          <a:xfrm>
            <a:off x="8169838" y="2033350"/>
            <a:ext cx="3760604" cy="225928"/>
          </a:xfrm>
          <a:prstGeom prst="rect">
            <a:avLst/>
          </a:prstGeom>
          <a:noFill/>
          <a:ln w="0">
            <a:noFill/>
          </a:ln>
        </p:spPr>
        <p:txBody>
          <a:bodyPr wrap="square" lIns="0" tIns="0" rIns="0" bIns="0" anchor="t">
            <a:noAutofit/>
          </a:bodyPr>
          <a:lstStyle>
            <a:defPPr algn="l">
              <a:defRPr sz="1377" b="1">
                <a:solidFill>
                  <a:srgbClr val="172956"/>
                </a:solidFill>
                <a:latin typeface="Noto Sans SC"/>
                <a:ea typeface="Noto Sans SC"/>
                <a:cs typeface="Noto Sans SC"/>
              </a:defRPr>
            </a:defPPr>
          </a:lstStyle>
          <a:p>
            <a:pPr algn="l">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PatchTST：分块与 Transformer</a:t>
            </a:r>
          </a:p>
        </p:txBody>
      </p:sp>
      <p:sp>
        <p:nvSpPr>
          <p:cNvPr id="260" name="p19_label_32">
            <a:extLst>
              <a:ext uri="{FF2B5EF4-FFF2-40B4-BE49-F238E27FC236}">
                <a16:creationId xmlns:a16="http://schemas.microsoft.com/office/drawing/2014/main" id="{164ECF8E-F7CA-483C-9AD3-A20540026D7B}"/>
              </a:ext>
            </a:extLst>
          </p:cNvPr>
          <p:cNvSpPr>
            <a:spLocks/>
          </p:cNvSpPr>
          <p:nvPr/>
        </p:nvSpPr>
        <p:spPr>
          <a:xfrm>
            <a:off x="10646881" y="2419613"/>
            <a:ext cx="673410" cy="189488"/>
          </a:xfrm>
          <a:prstGeom prst="rect">
            <a:avLst/>
          </a:prstGeom>
          <a:noFill/>
          <a:ln w="0">
            <a:noFill/>
          </a:ln>
        </p:spPr>
        <p:txBody>
          <a:bodyPr wrap="square" lIns="0" tIns="0" rIns="0" bIns="0" anchor="t">
            <a:noAutofit/>
          </a:bodyPr>
          <a:lstStyle>
            <a:defPPr algn="l">
              <a:defRPr sz="767" b="0">
                <a:solidFill>
                  <a:srgbClr val="172956"/>
                </a:solidFill>
                <a:latin typeface="Arial"/>
                <a:ea typeface="Arial"/>
                <a:cs typeface="Arial"/>
              </a:defRPr>
            </a:defPPr>
          </a:lstStyle>
          <a:p>
            <a:pPr algn="l">
              <a:defRPr sz="767" b="0">
                <a:solidFill>
                  <a:srgbClr val="172956"/>
                </a:solidFill>
                <a:latin typeface="Arial"/>
                <a:ea typeface="Arial"/>
                <a:cs typeface="Arial"/>
              </a:defRPr>
            </a:pPr>
            <a:r>
              <a:rPr sz="767" b="0">
                <a:solidFill>
                  <a:srgbClr val="172956"/>
                </a:solidFill>
                <a:latin typeface="Arial"/>
                <a:ea typeface="Arial"/>
                <a:cs typeface="Arial"/>
              </a:rPr>
              <a:t>Transformer</a:t>
            </a:r>
          </a:p>
        </p:txBody>
      </p:sp>
      <p:sp>
        <p:nvSpPr>
          <p:cNvPr id="261" name="p19_label_33">
            <a:extLst>
              <a:ext uri="{FF2B5EF4-FFF2-40B4-BE49-F238E27FC236}">
                <a16:creationId xmlns:a16="http://schemas.microsoft.com/office/drawing/2014/main" id="{240D5BA9-2DFA-4A15-A763-CA185277DE2F}"/>
              </a:ext>
            </a:extLst>
          </p:cNvPr>
          <p:cNvSpPr>
            <a:spLocks/>
          </p:cNvSpPr>
          <p:nvPr/>
        </p:nvSpPr>
        <p:spPr>
          <a:xfrm>
            <a:off x="10646881" y="2594525"/>
            <a:ext cx="673410" cy="189488"/>
          </a:xfrm>
          <a:prstGeom prst="rect">
            <a:avLst/>
          </a:prstGeom>
          <a:noFill/>
          <a:ln w="0">
            <a:noFill/>
          </a:ln>
        </p:spPr>
        <p:txBody>
          <a:bodyPr wrap="square" lIns="0" tIns="0" rIns="0" bIns="0" anchor="t">
            <a:noAutofit/>
          </a:bodyPr>
          <a:lstStyle>
            <a:defPPr algn="l">
              <a:defRPr sz="918" b="0">
                <a:solidFill>
                  <a:srgbClr val="172956"/>
                </a:solidFill>
                <a:latin typeface="Arial"/>
                <a:ea typeface="Arial"/>
                <a:cs typeface="Arial"/>
              </a:defRPr>
            </a:defPPr>
          </a:lstStyle>
          <a:p>
            <a:pPr algn="l">
              <a:defRPr sz="918" b="0">
                <a:solidFill>
                  <a:srgbClr val="172956"/>
                </a:solidFill>
                <a:latin typeface="Arial"/>
                <a:ea typeface="Arial"/>
                <a:cs typeface="Arial"/>
              </a:defRPr>
            </a:pPr>
            <a:r>
              <a:rPr sz="918" b="0">
                <a:solidFill>
                  <a:srgbClr val="172956"/>
                </a:solidFill>
                <a:latin typeface="Arial"/>
                <a:ea typeface="Arial"/>
                <a:cs typeface="Arial"/>
              </a:rPr>
              <a:t>encoder</a:t>
            </a:r>
          </a:p>
        </p:txBody>
      </p:sp>
      <p:sp>
        <p:nvSpPr>
          <p:cNvPr id="262" name="p19_label_34">
            <a:extLst>
              <a:ext uri="{FF2B5EF4-FFF2-40B4-BE49-F238E27FC236}">
                <a16:creationId xmlns:a16="http://schemas.microsoft.com/office/drawing/2014/main" id="{2E5D7CB7-32A3-4BAE-AE2B-3506FCAE3498}"/>
              </a:ext>
            </a:extLst>
          </p:cNvPr>
          <p:cNvSpPr>
            <a:spLocks/>
          </p:cNvSpPr>
          <p:nvPr/>
        </p:nvSpPr>
        <p:spPr>
          <a:xfrm>
            <a:off x="8169838" y="3111972"/>
            <a:ext cx="3760604" cy="225928"/>
          </a:xfrm>
          <a:prstGeom prst="rect">
            <a:avLst/>
          </a:prstGeom>
          <a:noFill/>
          <a:ln w="0">
            <a:noFill/>
          </a:ln>
        </p:spPr>
        <p:txBody>
          <a:bodyPr wrap="square" lIns="0" tIns="0" rIns="0" bIns="0" anchor="t">
            <a:noAutofit/>
          </a:bodyPr>
          <a:lstStyle>
            <a:defPPr algn="l">
              <a:defRPr sz="1377" b="1">
                <a:solidFill>
                  <a:srgbClr val="172956"/>
                </a:solidFill>
                <a:latin typeface="Noto Sans SC"/>
                <a:ea typeface="Noto Sans SC"/>
                <a:cs typeface="Noto Sans SC"/>
              </a:defRPr>
            </a:defPPr>
          </a:lstStyle>
          <a:p>
            <a:pPr algn="l">
              <a:defRPr sz="1377" b="1">
                <a:solidFill>
                  <a:srgbClr val="172956"/>
                </a:solidFill>
                <a:latin typeface="Noto Sans SC"/>
                <a:ea typeface="Noto Sans SC"/>
                <a:cs typeface="Noto Sans SC"/>
              </a:defRPr>
            </a:pPr>
            <a:r>
              <a:rPr sz="1377" b="1">
                <a:solidFill>
                  <a:srgbClr val="172956"/>
                </a:solidFill>
                <a:latin typeface="Noto Sans SC"/>
                <a:ea typeface="Noto Sans SC"/>
                <a:cs typeface="Noto Sans SC"/>
              </a:rPr>
              <a:t>TimesNet：周期重排与二维建模</a:t>
            </a:r>
          </a:p>
        </p:txBody>
      </p:sp>
      <p:sp>
        <p:nvSpPr>
          <p:cNvPr id="263" name="p19_label_35">
            <a:extLst>
              <a:ext uri="{FF2B5EF4-FFF2-40B4-BE49-F238E27FC236}">
                <a16:creationId xmlns:a16="http://schemas.microsoft.com/office/drawing/2014/main" id="{5D8CD115-FDC9-40ED-B071-FA1F31FC8923}"/>
              </a:ext>
            </a:extLst>
          </p:cNvPr>
          <p:cNvSpPr>
            <a:spLocks/>
          </p:cNvSpPr>
          <p:nvPr/>
        </p:nvSpPr>
        <p:spPr>
          <a:xfrm>
            <a:off x="10736669" y="3534676"/>
            <a:ext cx="530566" cy="218640"/>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2D CNN</a:t>
            </a:r>
          </a:p>
        </p:txBody>
      </p:sp>
      <p:sp>
        <p:nvSpPr>
          <p:cNvPr id="264" name="p19_label_36">
            <a:extLst>
              <a:ext uri="{FF2B5EF4-FFF2-40B4-BE49-F238E27FC236}">
                <a16:creationId xmlns:a16="http://schemas.microsoft.com/office/drawing/2014/main" id="{147310A7-69D2-494C-A38F-9AC2F64CA157}"/>
              </a:ext>
            </a:extLst>
          </p:cNvPr>
          <p:cNvSpPr>
            <a:spLocks/>
          </p:cNvSpPr>
          <p:nvPr/>
        </p:nvSpPr>
        <p:spPr>
          <a:xfrm>
            <a:off x="10736669" y="3709588"/>
            <a:ext cx="530566" cy="218640"/>
          </a:xfrm>
          <a:prstGeom prst="rect">
            <a:avLst/>
          </a:prstGeom>
          <a:noFill/>
          <a:ln w="0">
            <a:noFill/>
          </a:ln>
        </p:spPr>
        <p:txBody>
          <a:bodyPr wrap="square" lIns="0" tIns="0" rIns="0" bIns="0" anchor="t">
            <a:noAutofit/>
          </a:bodyPr>
          <a:lstStyle>
            <a:defPPr algn="l">
              <a:defRPr sz="1033" b="0">
                <a:solidFill>
                  <a:srgbClr val="172956"/>
                </a:solidFill>
                <a:latin typeface="Noto Sans SC"/>
                <a:ea typeface="Noto Sans SC"/>
                <a:cs typeface="Noto Sans SC"/>
              </a:defRPr>
            </a:defPPr>
          </a:lstStyle>
          <a:p>
            <a:pPr algn="l">
              <a:defRPr sz="1033" b="0">
                <a:solidFill>
                  <a:srgbClr val="172956"/>
                </a:solidFill>
                <a:latin typeface="Noto Sans SC"/>
                <a:ea typeface="Noto Sans SC"/>
                <a:cs typeface="Noto Sans SC"/>
              </a:defRPr>
            </a:pPr>
            <a:r>
              <a:rPr sz="1033" b="0">
                <a:solidFill>
                  <a:srgbClr val="172956"/>
                </a:solidFill>
                <a:latin typeface="Noto Sans SC"/>
                <a:ea typeface="Noto Sans SC"/>
                <a:cs typeface="Noto Sans SC"/>
              </a:rPr>
              <a:t>blocks</a:t>
            </a:r>
          </a:p>
        </p:txBody>
      </p:sp>
      <p:sp>
        <p:nvSpPr>
          <p:cNvPr id="265" name="p19_label_37">
            <a:extLst>
              <a:ext uri="{FF2B5EF4-FFF2-40B4-BE49-F238E27FC236}">
                <a16:creationId xmlns:a16="http://schemas.microsoft.com/office/drawing/2014/main" id="{99B481A7-F4EF-4DEA-AF85-CF4DA35CB26E}"/>
              </a:ext>
            </a:extLst>
          </p:cNvPr>
          <p:cNvSpPr>
            <a:spLocks/>
          </p:cNvSpPr>
          <p:nvPr/>
        </p:nvSpPr>
        <p:spPr>
          <a:xfrm>
            <a:off x="4052123" y="3323324"/>
            <a:ext cx="3308748"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候选模型选择器</a:t>
            </a:r>
          </a:p>
        </p:txBody>
      </p:sp>
      <p:sp>
        <p:nvSpPr>
          <p:cNvPr id="266" name="p19_label_38">
            <a:extLst>
              <a:ext uri="{FF2B5EF4-FFF2-40B4-BE49-F238E27FC236}">
                <a16:creationId xmlns:a16="http://schemas.microsoft.com/office/drawing/2014/main" id="{33C45A40-94EC-4A51-8640-627D6B3ECA3D}"/>
              </a:ext>
            </a:extLst>
          </p:cNvPr>
          <p:cNvSpPr>
            <a:spLocks/>
          </p:cNvSpPr>
          <p:nvPr/>
        </p:nvSpPr>
        <p:spPr>
          <a:xfrm>
            <a:off x="4052123" y="3629420"/>
            <a:ext cx="3308748"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只对尚未执行候选进行排序与选择</a:t>
            </a:r>
          </a:p>
        </p:txBody>
      </p:sp>
      <p:sp>
        <p:nvSpPr>
          <p:cNvPr id="267" name="p19_label_39">
            <a:extLst>
              <a:ext uri="{FF2B5EF4-FFF2-40B4-BE49-F238E27FC236}">
                <a16:creationId xmlns:a16="http://schemas.microsoft.com/office/drawing/2014/main" id="{FFAA61AA-F12B-4269-A6DA-DDF8566FEEDA}"/>
              </a:ext>
            </a:extLst>
          </p:cNvPr>
          <p:cNvSpPr>
            <a:spLocks/>
          </p:cNvSpPr>
          <p:nvPr/>
        </p:nvSpPr>
        <p:spPr>
          <a:xfrm>
            <a:off x="4125003" y="4037547"/>
            <a:ext cx="932863" cy="174912"/>
          </a:xfrm>
          <a:prstGeom prst="rect">
            <a:avLst/>
          </a:prstGeom>
          <a:noFill/>
          <a:ln w="0">
            <a:noFill/>
          </a:ln>
        </p:spPr>
        <p:txBody>
          <a:bodyPr wrap="square" lIns="0" tIns="0" rIns="0" bIns="0" anchor="t">
            <a:noAutofit/>
          </a:bodyPr>
          <a:lstStyle>
            <a:defPPr algn="l">
              <a:defRPr sz="1090" b="1">
                <a:solidFill>
                  <a:srgbClr val="172956"/>
                </a:solidFill>
                <a:latin typeface="Noto Sans SC"/>
                <a:ea typeface="Noto Sans SC"/>
                <a:cs typeface="Noto Sans SC"/>
              </a:defRPr>
            </a:defPPr>
          </a:lstStyle>
          <a:p>
            <a:pPr algn="l">
              <a:defRPr sz="1090" b="1">
                <a:solidFill>
                  <a:srgbClr val="172956"/>
                </a:solidFill>
                <a:latin typeface="Noto Sans SC"/>
                <a:ea typeface="Noto Sans SC"/>
                <a:cs typeface="Noto Sans SC"/>
              </a:defRPr>
            </a:pPr>
            <a:r>
              <a:rPr sz="1090" b="1">
                <a:solidFill>
                  <a:srgbClr val="172956"/>
                </a:solidFill>
                <a:latin typeface="Noto Sans SC"/>
                <a:ea typeface="Noto Sans SC"/>
                <a:cs typeface="Noto Sans SC"/>
              </a:rPr>
              <a:t>任务特征 z</a:t>
            </a:r>
          </a:p>
        </p:txBody>
      </p:sp>
      <p:sp>
        <p:nvSpPr>
          <p:cNvPr id="268" name="p19_label_40">
            <a:extLst>
              <a:ext uri="{FF2B5EF4-FFF2-40B4-BE49-F238E27FC236}">
                <a16:creationId xmlns:a16="http://schemas.microsoft.com/office/drawing/2014/main" id="{DC5320FC-926E-4D9D-8F2A-518752B5E3D9}"/>
              </a:ext>
            </a:extLst>
          </p:cNvPr>
          <p:cNvSpPr>
            <a:spLocks/>
          </p:cNvSpPr>
          <p:nvPr/>
        </p:nvSpPr>
        <p:spPr>
          <a:xfrm>
            <a:off x="4125003" y="4219747"/>
            <a:ext cx="932863" cy="160336"/>
          </a:xfrm>
          <a:prstGeom prst="rect">
            <a:avLst/>
          </a:prstGeom>
          <a:noFill/>
          <a:ln w="0">
            <a:noFill/>
          </a:ln>
        </p:spPr>
        <p:txBody>
          <a:bodyPr wrap="square" lIns="0" tIns="0" rIns="0" bIns="0" anchor="t">
            <a:noAutofit/>
          </a:bodyPr>
          <a:lstStyle>
            <a:defPPr algn="l">
              <a:defRPr sz="861" b="0">
                <a:solidFill>
                  <a:srgbClr val="52617D"/>
                </a:solidFill>
                <a:latin typeface="Noto Sans SC"/>
                <a:ea typeface="Noto Sans SC"/>
                <a:cs typeface="Noto Sans SC"/>
              </a:defRPr>
            </a:defPPr>
          </a:lstStyle>
          <a:p>
            <a:pPr algn="l">
              <a:defRPr sz="861" b="0">
                <a:solidFill>
                  <a:srgbClr val="52617D"/>
                </a:solidFill>
                <a:latin typeface="Noto Sans SC"/>
                <a:ea typeface="Noto Sans SC"/>
                <a:cs typeface="Noto Sans SC"/>
              </a:defRPr>
            </a:pPr>
            <a:r>
              <a:rPr sz="861" b="0">
                <a:solidFill>
                  <a:srgbClr val="52617D"/>
                </a:solidFill>
                <a:latin typeface="Noto Sans SC"/>
                <a:ea typeface="Noto Sans SC"/>
                <a:cs typeface="Noto Sans SC"/>
              </a:rPr>
              <a:t>当前训练序列</a:t>
            </a:r>
          </a:p>
        </p:txBody>
      </p:sp>
      <p:sp>
        <p:nvSpPr>
          <p:cNvPr id="269" name="p19_label_41">
            <a:extLst>
              <a:ext uri="{FF2B5EF4-FFF2-40B4-BE49-F238E27FC236}">
                <a16:creationId xmlns:a16="http://schemas.microsoft.com/office/drawing/2014/main" id="{BC397A08-ACC2-4175-953F-4EC457877061}"/>
              </a:ext>
            </a:extLst>
          </p:cNvPr>
          <p:cNvSpPr>
            <a:spLocks/>
          </p:cNvSpPr>
          <p:nvPr/>
        </p:nvSpPr>
        <p:spPr>
          <a:xfrm>
            <a:off x="4125003" y="4460251"/>
            <a:ext cx="932863" cy="174912"/>
          </a:xfrm>
          <a:prstGeom prst="rect">
            <a:avLst/>
          </a:prstGeom>
          <a:noFill/>
          <a:ln w="0">
            <a:noFill/>
          </a:ln>
        </p:spPr>
        <p:txBody>
          <a:bodyPr wrap="square" lIns="0" tIns="0" rIns="0" bIns="0" anchor="t">
            <a:noAutofit/>
          </a:bodyPr>
          <a:lstStyle>
            <a:defPPr algn="l">
              <a:defRPr sz="1090" b="1">
                <a:solidFill>
                  <a:srgbClr val="172956"/>
                </a:solidFill>
                <a:latin typeface="Noto Sans SC"/>
                <a:ea typeface="Noto Sans SC"/>
                <a:cs typeface="Noto Sans SC"/>
              </a:defRPr>
            </a:defPPr>
          </a:lstStyle>
          <a:p>
            <a:pPr algn="l">
              <a:defRPr sz="1090" b="1">
                <a:solidFill>
                  <a:srgbClr val="172956"/>
                </a:solidFill>
                <a:latin typeface="Noto Sans SC"/>
                <a:ea typeface="Noto Sans SC"/>
                <a:cs typeface="Noto Sans SC"/>
              </a:defRPr>
            </a:pPr>
            <a:r>
              <a:rPr sz="1090" b="1">
                <a:solidFill>
                  <a:srgbClr val="172956"/>
                </a:solidFill>
                <a:latin typeface="Noto Sans SC"/>
                <a:ea typeface="Noto Sans SC"/>
                <a:cs typeface="Noto Sans SC"/>
              </a:rPr>
              <a:t>离线性能估计</a:t>
            </a:r>
          </a:p>
        </p:txBody>
      </p:sp>
      <p:sp>
        <p:nvSpPr>
          <p:cNvPr id="270" name="p19_label_42">
            <a:extLst>
              <a:ext uri="{FF2B5EF4-FFF2-40B4-BE49-F238E27FC236}">
                <a16:creationId xmlns:a16="http://schemas.microsoft.com/office/drawing/2014/main" id="{FEED34AD-BE1E-4287-A990-49679682F491}"/>
              </a:ext>
            </a:extLst>
          </p:cNvPr>
          <p:cNvSpPr>
            <a:spLocks/>
          </p:cNvSpPr>
          <p:nvPr/>
        </p:nvSpPr>
        <p:spPr>
          <a:xfrm>
            <a:off x="4125003" y="4642451"/>
            <a:ext cx="932863" cy="160336"/>
          </a:xfrm>
          <a:prstGeom prst="rect">
            <a:avLst/>
          </a:prstGeom>
          <a:noFill/>
          <a:ln w="0">
            <a:noFill/>
          </a:ln>
        </p:spPr>
        <p:txBody>
          <a:bodyPr wrap="square" lIns="0" tIns="0" rIns="0" bIns="0" anchor="t">
            <a:noAutofit/>
          </a:bodyPr>
          <a:lstStyle>
            <a:defPPr algn="l">
              <a:defRPr sz="861" b="0">
                <a:solidFill>
                  <a:srgbClr val="52617D"/>
                </a:solidFill>
                <a:latin typeface="Noto Sans SC"/>
                <a:ea typeface="Noto Sans SC"/>
                <a:cs typeface="Noto Sans SC"/>
              </a:defRPr>
            </a:defPPr>
          </a:lstStyle>
          <a:p>
            <a:pPr algn="l">
              <a:defRPr sz="861" b="0">
                <a:solidFill>
                  <a:srgbClr val="52617D"/>
                </a:solidFill>
                <a:latin typeface="Noto Sans SC"/>
                <a:ea typeface="Noto Sans SC"/>
                <a:cs typeface="Noto Sans SC"/>
              </a:defRPr>
            </a:pPr>
            <a:r>
              <a:rPr sz="861" b="0">
                <a:solidFill>
                  <a:srgbClr val="52617D"/>
                </a:solidFill>
                <a:latin typeface="Noto Sans SC"/>
                <a:ea typeface="Noto Sans SC"/>
                <a:cs typeface="Noto Sans SC"/>
              </a:rPr>
              <a:t>历史元模型</a:t>
            </a:r>
          </a:p>
        </p:txBody>
      </p:sp>
      <p:sp>
        <p:nvSpPr>
          <p:cNvPr id="271" name="p19_label_43">
            <a:extLst>
              <a:ext uri="{FF2B5EF4-FFF2-40B4-BE49-F238E27FC236}">
                <a16:creationId xmlns:a16="http://schemas.microsoft.com/office/drawing/2014/main" id="{A965FEDD-92DA-44BF-AE5B-7B4FE18AEF8E}"/>
              </a:ext>
            </a:extLst>
          </p:cNvPr>
          <p:cNvSpPr>
            <a:spLocks/>
          </p:cNvSpPr>
          <p:nvPr/>
        </p:nvSpPr>
        <p:spPr>
          <a:xfrm>
            <a:off x="4125003" y="4882954"/>
            <a:ext cx="932863" cy="174912"/>
          </a:xfrm>
          <a:prstGeom prst="rect">
            <a:avLst/>
          </a:prstGeom>
          <a:noFill/>
          <a:ln w="0">
            <a:noFill/>
          </a:ln>
        </p:spPr>
        <p:txBody>
          <a:bodyPr wrap="square" lIns="0" tIns="0" rIns="0" bIns="0" anchor="t">
            <a:noAutofit/>
          </a:bodyPr>
          <a:lstStyle>
            <a:defPPr algn="l">
              <a:defRPr sz="1090" b="1">
                <a:solidFill>
                  <a:srgbClr val="172956"/>
                </a:solidFill>
                <a:latin typeface="Noto Sans SC"/>
                <a:ea typeface="Noto Sans SC"/>
                <a:cs typeface="Noto Sans SC"/>
              </a:defRPr>
            </a:defPPr>
          </a:lstStyle>
          <a:p>
            <a:pPr algn="l">
              <a:defRPr sz="1090" b="1">
                <a:solidFill>
                  <a:srgbClr val="172956"/>
                </a:solidFill>
                <a:latin typeface="Noto Sans SC"/>
                <a:ea typeface="Noto Sans SC"/>
                <a:cs typeface="Noto Sans SC"/>
              </a:defRPr>
            </a:pPr>
            <a:r>
              <a:rPr sz="1090" b="1">
                <a:solidFill>
                  <a:srgbClr val="172956"/>
                </a:solidFill>
                <a:latin typeface="Noto Sans SC"/>
                <a:ea typeface="Noto Sans SC"/>
                <a:cs typeface="Noto Sans SC"/>
              </a:rPr>
              <a:t>历史与预算</a:t>
            </a:r>
          </a:p>
        </p:txBody>
      </p:sp>
      <p:sp>
        <p:nvSpPr>
          <p:cNvPr id="272" name="p19_label_44">
            <a:extLst>
              <a:ext uri="{FF2B5EF4-FFF2-40B4-BE49-F238E27FC236}">
                <a16:creationId xmlns:a16="http://schemas.microsoft.com/office/drawing/2014/main" id="{B65BF692-0C8B-4105-8FCB-55E323378A43}"/>
              </a:ext>
            </a:extLst>
          </p:cNvPr>
          <p:cNvSpPr>
            <a:spLocks/>
          </p:cNvSpPr>
          <p:nvPr/>
        </p:nvSpPr>
        <p:spPr>
          <a:xfrm>
            <a:off x="4125003" y="5065154"/>
            <a:ext cx="932863" cy="160336"/>
          </a:xfrm>
          <a:prstGeom prst="rect">
            <a:avLst/>
          </a:prstGeom>
          <a:noFill/>
          <a:ln w="0">
            <a:noFill/>
          </a:ln>
        </p:spPr>
        <p:txBody>
          <a:bodyPr wrap="square" lIns="0" tIns="0" rIns="0" bIns="0" anchor="t">
            <a:noAutofit/>
          </a:bodyPr>
          <a:lstStyle>
            <a:defPPr algn="l">
              <a:defRPr sz="861" b="0">
                <a:solidFill>
                  <a:srgbClr val="52617D"/>
                </a:solidFill>
                <a:latin typeface="Noto Sans SC"/>
                <a:ea typeface="Noto Sans SC"/>
                <a:cs typeface="Noto Sans SC"/>
              </a:defRPr>
            </a:defPPr>
          </a:lstStyle>
          <a:p>
            <a:pPr algn="l">
              <a:defRPr sz="861" b="0">
                <a:solidFill>
                  <a:srgbClr val="52617D"/>
                </a:solidFill>
                <a:latin typeface="Noto Sans SC"/>
                <a:ea typeface="Noto Sans SC"/>
                <a:cs typeface="Noto Sans SC"/>
              </a:defRPr>
            </a:pPr>
            <a:r>
              <a:rPr sz="861" b="0">
                <a:solidFill>
                  <a:srgbClr val="52617D"/>
                </a:solidFill>
                <a:latin typeface="Noto Sans SC"/>
                <a:ea typeface="Noto Sans SC"/>
                <a:cs typeface="Noto Sans SC"/>
              </a:rPr>
              <a:t>已执行实验记录</a:t>
            </a:r>
          </a:p>
        </p:txBody>
      </p:sp>
      <p:sp>
        <p:nvSpPr>
          <p:cNvPr id="273" name="p19_label_45">
            <a:extLst>
              <a:ext uri="{FF2B5EF4-FFF2-40B4-BE49-F238E27FC236}">
                <a16:creationId xmlns:a16="http://schemas.microsoft.com/office/drawing/2014/main" id="{88622F22-4857-488B-8B22-F5E550E753B5}"/>
              </a:ext>
            </a:extLst>
          </p:cNvPr>
          <p:cNvSpPr>
            <a:spLocks/>
          </p:cNvSpPr>
          <p:nvPr/>
        </p:nvSpPr>
        <p:spPr>
          <a:xfrm>
            <a:off x="5517010" y="4117715"/>
            <a:ext cx="889135" cy="262368"/>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候选排序</a:t>
            </a:r>
          </a:p>
        </p:txBody>
      </p:sp>
      <p:sp>
        <p:nvSpPr>
          <p:cNvPr id="274" name="p19_label_46">
            <a:extLst>
              <a:ext uri="{FF2B5EF4-FFF2-40B4-BE49-F238E27FC236}">
                <a16:creationId xmlns:a16="http://schemas.microsoft.com/office/drawing/2014/main" id="{210BB363-FAAA-4BCA-AB04-B5A093B894AA}"/>
              </a:ext>
            </a:extLst>
          </p:cNvPr>
          <p:cNvSpPr>
            <a:spLocks/>
          </p:cNvSpPr>
          <p:nvPr/>
        </p:nvSpPr>
        <p:spPr>
          <a:xfrm>
            <a:off x="5517010" y="4336355"/>
            <a:ext cx="889135" cy="262368"/>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收益与成本</a:t>
            </a:r>
          </a:p>
        </p:txBody>
      </p:sp>
      <p:sp>
        <p:nvSpPr>
          <p:cNvPr id="275" name="p19_label_47">
            <a:extLst>
              <a:ext uri="{FF2B5EF4-FFF2-40B4-BE49-F238E27FC236}">
                <a16:creationId xmlns:a16="http://schemas.microsoft.com/office/drawing/2014/main" id="{8EEF6490-9247-4F29-B9AF-A6D85D4762F2}"/>
              </a:ext>
            </a:extLst>
          </p:cNvPr>
          <p:cNvSpPr>
            <a:spLocks/>
          </p:cNvSpPr>
          <p:nvPr/>
        </p:nvSpPr>
        <p:spPr>
          <a:xfrm>
            <a:off x="5517010" y="4554995"/>
            <a:ext cx="889135" cy="262368"/>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探索与利用</a:t>
            </a:r>
          </a:p>
        </p:txBody>
      </p:sp>
      <p:sp>
        <p:nvSpPr>
          <p:cNvPr id="276" name="p19_label_48">
            <a:extLst>
              <a:ext uri="{FF2B5EF4-FFF2-40B4-BE49-F238E27FC236}">
                <a16:creationId xmlns:a16="http://schemas.microsoft.com/office/drawing/2014/main" id="{9F06A787-B653-43D4-8635-5A068A4ECB7C}"/>
              </a:ext>
            </a:extLst>
          </p:cNvPr>
          <p:cNvSpPr>
            <a:spLocks/>
          </p:cNvSpPr>
          <p:nvPr/>
        </p:nvSpPr>
        <p:spPr>
          <a:xfrm>
            <a:off x="6901728" y="4103139"/>
            <a:ext cx="408128" cy="218640"/>
          </a:xfrm>
          <a:prstGeom prst="rect">
            <a:avLst/>
          </a:prstGeom>
          <a:noFill/>
          <a:ln w="0">
            <a:noFill/>
          </a:ln>
        </p:spPr>
        <p:txBody>
          <a:bodyPr wrap="square" lIns="0" tIns="0" rIns="0" bIns="0" anchor="t">
            <a:noAutofit/>
          </a:bodyPr>
          <a:lstStyle>
            <a:defPPr algn="l">
              <a:defRPr sz="1148" b="0">
                <a:solidFill>
                  <a:srgbClr val="172956"/>
                </a:solidFill>
                <a:latin typeface="Arial"/>
                <a:ea typeface="Arial"/>
                <a:cs typeface="Arial"/>
              </a:defRPr>
            </a:defPPr>
          </a:lstStyle>
          <a:p>
            <a:pPr algn="l">
              <a:defRPr sz="1148" b="0">
                <a:solidFill>
                  <a:srgbClr val="172956"/>
                </a:solidFill>
                <a:latin typeface="Arial"/>
                <a:ea typeface="Arial"/>
                <a:cs typeface="Arial"/>
              </a:defRPr>
            </a:pPr>
            <a:r>
              <a:rPr sz="1148" b="0">
                <a:solidFill>
                  <a:srgbClr val="172956"/>
                </a:solidFill>
                <a:latin typeface="Arial"/>
                <a:ea typeface="Arial"/>
                <a:cs typeface="Arial"/>
              </a:rPr>
              <a:t>M₁ ?</a:t>
            </a:r>
          </a:p>
        </p:txBody>
      </p:sp>
      <p:sp>
        <p:nvSpPr>
          <p:cNvPr id="277" name="p19_label_49">
            <a:extLst>
              <a:ext uri="{FF2B5EF4-FFF2-40B4-BE49-F238E27FC236}">
                <a16:creationId xmlns:a16="http://schemas.microsoft.com/office/drawing/2014/main" id="{F26BCF90-92C7-4433-9E1B-1F460BD5BA19}"/>
              </a:ext>
            </a:extLst>
          </p:cNvPr>
          <p:cNvSpPr>
            <a:spLocks/>
          </p:cNvSpPr>
          <p:nvPr/>
        </p:nvSpPr>
        <p:spPr>
          <a:xfrm>
            <a:off x="6901728" y="4312062"/>
            <a:ext cx="408128" cy="218640"/>
          </a:xfrm>
          <a:prstGeom prst="rect">
            <a:avLst/>
          </a:prstGeom>
          <a:noFill/>
          <a:ln w="0">
            <a:noFill/>
          </a:ln>
        </p:spPr>
        <p:txBody>
          <a:bodyPr wrap="square" lIns="0" tIns="0" rIns="0" bIns="0" anchor="t">
            <a:noAutofit/>
          </a:bodyPr>
          <a:lstStyle>
            <a:defPPr algn="l">
              <a:defRPr sz="1148" b="0">
                <a:solidFill>
                  <a:srgbClr val="172956"/>
                </a:solidFill>
                <a:latin typeface="Arial"/>
                <a:ea typeface="Arial"/>
                <a:cs typeface="Arial"/>
              </a:defRPr>
            </a:defPPr>
          </a:lstStyle>
          <a:p>
            <a:pPr algn="l">
              <a:defRPr sz="1148" b="0">
                <a:solidFill>
                  <a:srgbClr val="172956"/>
                </a:solidFill>
                <a:latin typeface="Arial"/>
                <a:ea typeface="Arial"/>
                <a:cs typeface="Arial"/>
              </a:defRPr>
            </a:pPr>
            <a:r>
              <a:rPr sz="1148" b="0">
                <a:solidFill>
                  <a:srgbClr val="172956"/>
                </a:solidFill>
                <a:latin typeface="Arial"/>
                <a:ea typeface="Arial"/>
                <a:cs typeface="Arial"/>
              </a:rPr>
              <a:t>M₂ ?</a:t>
            </a:r>
          </a:p>
        </p:txBody>
      </p:sp>
      <p:sp>
        <p:nvSpPr>
          <p:cNvPr id="278" name="p19_label_50">
            <a:extLst>
              <a:ext uri="{FF2B5EF4-FFF2-40B4-BE49-F238E27FC236}">
                <a16:creationId xmlns:a16="http://schemas.microsoft.com/office/drawing/2014/main" id="{490DCFC2-195A-42BB-AD40-2CF3E4B0B3D6}"/>
              </a:ext>
            </a:extLst>
          </p:cNvPr>
          <p:cNvSpPr>
            <a:spLocks/>
          </p:cNvSpPr>
          <p:nvPr/>
        </p:nvSpPr>
        <p:spPr>
          <a:xfrm>
            <a:off x="6901728" y="4520984"/>
            <a:ext cx="408128" cy="218640"/>
          </a:xfrm>
          <a:prstGeom prst="rect">
            <a:avLst/>
          </a:prstGeom>
          <a:noFill/>
          <a:ln w="0">
            <a:noFill/>
          </a:ln>
        </p:spPr>
        <p:txBody>
          <a:bodyPr wrap="square" lIns="0" tIns="0" rIns="0" bIns="0" anchor="t">
            <a:noAutofit/>
          </a:bodyPr>
          <a:lstStyle>
            <a:defPPr algn="l">
              <a:defRPr sz="1148" b="0">
                <a:solidFill>
                  <a:srgbClr val="172956"/>
                </a:solidFill>
                <a:latin typeface="Arial"/>
                <a:ea typeface="Arial"/>
                <a:cs typeface="Arial"/>
              </a:defRPr>
            </a:defPPr>
          </a:lstStyle>
          <a:p>
            <a:pPr algn="l">
              <a:defRPr sz="1148" b="0">
                <a:solidFill>
                  <a:srgbClr val="172956"/>
                </a:solidFill>
                <a:latin typeface="Arial"/>
                <a:ea typeface="Arial"/>
                <a:cs typeface="Arial"/>
              </a:defRPr>
            </a:pPr>
            <a:r>
              <a:rPr sz="1148" b="0">
                <a:solidFill>
                  <a:srgbClr val="172956"/>
                </a:solidFill>
                <a:latin typeface="Arial"/>
                <a:ea typeface="Arial"/>
                <a:cs typeface="Arial"/>
              </a:rPr>
              <a:t>M₃ ?</a:t>
            </a:r>
          </a:p>
        </p:txBody>
      </p:sp>
      <p:sp>
        <p:nvSpPr>
          <p:cNvPr id="279" name="p19_label_51">
            <a:extLst>
              <a:ext uri="{FF2B5EF4-FFF2-40B4-BE49-F238E27FC236}">
                <a16:creationId xmlns:a16="http://schemas.microsoft.com/office/drawing/2014/main" id="{E53EED62-5668-420A-BB09-0BD4634A8337}"/>
              </a:ext>
            </a:extLst>
          </p:cNvPr>
          <p:cNvSpPr>
            <a:spLocks/>
          </p:cNvSpPr>
          <p:nvPr/>
        </p:nvSpPr>
        <p:spPr>
          <a:xfrm>
            <a:off x="5622685" y="5036758"/>
            <a:ext cx="619479" cy="204064"/>
          </a:xfrm>
          <a:prstGeom prst="rect">
            <a:avLst/>
          </a:prstGeom>
          <a:noFill/>
          <a:ln w="0">
            <a:noFill/>
          </a:ln>
        </p:spPr>
        <p:txBody>
          <a:bodyPr wrap="square" lIns="0" tIns="0" rIns="0" bIns="0" anchor="t">
            <a:noAutofit/>
          </a:bodyPr>
          <a:lstStyle>
            <a:defPPr algn="ctr">
              <a:defRPr sz="917" b="0">
                <a:solidFill>
                  <a:srgbClr val="172956"/>
                </a:solidFill>
                <a:latin typeface="Noto Sans SC"/>
                <a:ea typeface="Noto Sans SC"/>
                <a:cs typeface="Noto Sans SC"/>
              </a:defRPr>
            </a:defPPr>
          </a:lstStyle>
          <a:p>
            <a:pPr algn="ctr">
              <a:defRPr sz="917" b="0">
                <a:solidFill>
                  <a:srgbClr val="172956"/>
                </a:solidFill>
                <a:latin typeface="Noto Sans SC"/>
                <a:ea typeface="Noto Sans SC"/>
                <a:cs typeface="Noto Sans SC"/>
              </a:defRPr>
            </a:pPr>
            <a:r>
              <a:rPr sz="800" b="0" dirty="0" err="1">
                <a:solidFill>
                  <a:srgbClr val="172956"/>
                </a:solidFill>
                <a:latin typeface="Noto Sans SC"/>
                <a:ea typeface="Noto Sans SC"/>
                <a:cs typeface="Noto Sans SC"/>
              </a:rPr>
              <a:t>预算可用</a:t>
            </a:r>
            <a:r>
              <a:rPr sz="800" b="0" dirty="0">
                <a:solidFill>
                  <a:srgbClr val="172956"/>
                </a:solidFill>
                <a:latin typeface="Noto Sans SC"/>
                <a:ea typeface="Noto Sans SC"/>
                <a:cs typeface="Noto Sans SC"/>
              </a:rPr>
              <a:t>？</a:t>
            </a:r>
          </a:p>
        </p:txBody>
      </p:sp>
      <p:sp>
        <p:nvSpPr>
          <p:cNvPr id="280" name="p19_label_52">
            <a:extLst>
              <a:ext uri="{FF2B5EF4-FFF2-40B4-BE49-F238E27FC236}">
                <a16:creationId xmlns:a16="http://schemas.microsoft.com/office/drawing/2014/main" id="{DDA3655A-E82F-404A-9298-A763DFF3CE00}"/>
              </a:ext>
            </a:extLst>
          </p:cNvPr>
          <p:cNvSpPr>
            <a:spLocks/>
          </p:cNvSpPr>
          <p:nvPr/>
        </p:nvSpPr>
        <p:spPr>
          <a:xfrm>
            <a:off x="6763256" y="4984986"/>
            <a:ext cx="553887" cy="189488"/>
          </a:xfrm>
          <a:prstGeom prst="rect">
            <a:avLst/>
          </a:prstGeom>
          <a:noFill/>
          <a:ln w="0">
            <a:noFill/>
          </a:ln>
        </p:spPr>
        <p:txBody>
          <a:bodyPr wrap="square" lIns="0" tIns="0" rIns="0" bIns="0" anchor="t">
            <a:noAutofit/>
          </a:bodyPr>
          <a:lstStyle>
            <a:defPPr algn="l">
              <a:defRPr sz="861" b="0">
                <a:solidFill>
                  <a:srgbClr val="9C3E76"/>
                </a:solidFill>
                <a:latin typeface="Noto Sans SC"/>
                <a:ea typeface="Noto Sans SC"/>
                <a:cs typeface="Noto Sans SC"/>
              </a:defRPr>
            </a:defPPr>
          </a:lstStyle>
          <a:p>
            <a:pPr algn="l">
              <a:defRPr sz="861" b="0">
                <a:solidFill>
                  <a:srgbClr val="9C3E76"/>
                </a:solidFill>
                <a:latin typeface="Noto Sans SC"/>
                <a:ea typeface="Noto Sans SC"/>
                <a:cs typeface="Noto Sans SC"/>
              </a:defRPr>
            </a:pPr>
            <a:r>
              <a:rPr sz="861" b="0">
                <a:solidFill>
                  <a:srgbClr val="9C3E76"/>
                </a:solidFill>
                <a:latin typeface="Noto Sans SC"/>
                <a:ea typeface="Noto Sans SC"/>
                <a:cs typeface="Noto Sans SC"/>
              </a:rPr>
              <a:t>否：输出</a:t>
            </a:r>
          </a:p>
        </p:txBody>
      </p:sp>
      <p:sp>
        <p:nvSpPr>
          <p:cNvPr id="281" name="p19_label_53">
            <a:extLst>
              <a:ext uri="{FF2B5EF4-FFF2-40B4-BE49-F238E27FC236}">
                <a16:creationId xmlns:a16="http://schemas.microsoft.com/office/drawing/2014/main" id="{3D5BC13B-774F-42A7-93C9-2B95870504D2}"/>
              </a:ext>
            </a:extLst>
          </p:cNvPr>
          <p:cNvSpPr>
            <a:spLocks/>
          </p:cNvSpPr>
          <p:nvPr/>
        </p:nvSpPr>
        <p:spPr>
          <a:xfrm>
            <a:off x="6763256" y="5130746"/>
            <a:ext cx="553887" cy="189488"/>
          </a:xfrm>
          <a:prstGeom prst="rect">
            <a:avLst/>
          </a:prstGeom>
          <a:noFill/>
          <a:ln w="0">
            <a:noFill/>
          </a:ln>
        </p:spPr>
        <p:txBody>
          <a:bodyPr wrap="square" lIns="0" tIns="0" rIns="0" bIns="0" anchor="t">
            <a:noAutofit/>
          </a:bodyPr>
          <a:lstStyle>
            <a:defPPr algn="l">
              <a:defRPr sz="861" b="0">
                <a:solidFill>
                  <a:srgbClr val="9C3E76"/>
                </a:solidFill>
                <a:latin typeface="Noto Sans SC"/>
                <a:ea typeface="Noto Sans SC"/>
                <a:cs typeface="Noto Sans SC"/>
              </a:defRPr>
            </a:defPPr>
          </a:lstStyle>
          <a:p>
            <a:pPr algn="l">
              <a:defRPr sz="861" b="0">
                <a:solidFill>
                  <a:srgbClr val="9C3E76"/>
                </a:solidFill>
                <a:latin typeface="Noto Sans SC"/>
                <a:ea typeface="Noto Sans SC"/>
                <a:cs typeface="Noto Sans SC"/>
              </a:defRPr>
            </a:pPr>
            <a:r>
              <a:rPr sz="861" b="0">
                <a:solidFill>
                  <a:srgbClr val="9C3E76"/>
                </a:solidFill>
                <a:latin typeface="Noto Sans SC"/>
                <a:ea typeface="Noto Sans SC"/>
                <a:cs typeface="Noto Sans SC"/>
              </a:rPr>
              <a:t>当前最优</a:t>
            </a:r>
          </a:p>
        </p:txBody>
      </p:sp>
      <p:sp>
        <p:nvSpPr>
          <p:cNvPr id="282" name="p19_label_54">
            <a:extLst>
              <a:ext uri="{FF2B5EF4-FFF2-40B4-BE49-F238E27FC236}">
                <a16:creationId xmlns:a16="http://schemas.microsoft.com/office/drawing/2014/main" id="{3B3B4C55-4F0D-4997-A7E3-CE875D79AD97}"/>
              </a:ext>
            </a:extLst>
          </p:cNvPr>
          <p:cNvSpPr>
            <a:spLocks/>
          </p:cNvSpPr>
          <p:nvPr/>
        </p:nvSpPr>
        <p:spPr>
          <a:xfrm>
            <a:off x="7550359" y="4686179"/>
            <a:ext cx="736087" cy="218640"/>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a:solidFill>
                  <a:srgbClr val="172956"/>
                </a:solidFill>
                <a:latin typeface="Noto Sans SC"/>
                <a:ea typeface="Noto Sans SC"/>
                <a:cs typeface="Noto Sans SC"/>
              </a:rPr>
              <a:t>执行候选</a:t>
            </a:r>
          </a:p>
        </p:txBody>
      </p:sp>
      <p:sp>
        <p:nvSpPr>
          <p:cNvPr id="283" name="p19_label_55">
            <a:extLst>
              <a:ext uri="{FF2B5EF4-FFF2-40B4-BE49-F238E27FC236}">
                <a16:creationId xmlns:a16="http://schemas.microsoft.com/office/drawing/2014/main" id="{4C0C10DD-FBC7-40B7-A6DF-FE9359D1D7DE}"/>
              </a:ext>
            </a:extLst>
          </p:cNvPr>
          <p:cNvSpPr>
            <a:spLocks/>
          </p:cNvSpPr>
          <p:nvPr/>
        </p:nvSpPr>
        <p:spPr>
          <a:xfrm>
            <a:off x="5866833" y="2696557"/>
            <a:ext cx="1537766" cy="262368"/>
          </a:xfrm>
          <a:prstGeom prst="rect">
            <a:avLst/>
          </a:prstGeom>
          <a:noFill/>
          <a:ln w="0">
            <a:noFill/>
          </a:ln>
        </p:spPr>
        <p:txBody>
          <a:bodyPr wrap="square" lIns="0" tIns="0" rIns="0" bIns="0" anchor="t">
            <a:noAutofit/>
          </a:bodyPr>
          <a:lstStyle>
            <a:defPPr algn="l">
              <a:defRPr sz="1262" b="0">
                <a:solidFill>
                  <a:srgbClr val="172956"/>
                </a:solidFill>
                <a:latin typeface="Noto Sans SC"/>
                <a:ea typeface="Noto Sans SC"/>
                <a:cs typeface="Noto Sans SC"/>
              </a:defRPr>
            </a:defPPr>
          </a:lstStyle>
          <a:p>
            <a:pPr algn="l">
              <a:defRPr sz="1262" b="0">
                <a:solidFill>
                  <a:srgbClr val="172956"/>
                </a:solidFill>
                <a:latin typeface="Noto Sans SC"/>
                <a:ea typeface="Noto Sans SC"/>
                <a:cs typeface="Noto Sans SC"/>
              </a:defRPr>
            </a:pPr>
            <a:r>
              <a:rPr sz="1262" b="0">
                <a:solidFill>
                  <a:srgbClr val="172956"/>
                </a:solidFill>
                <a:latin typeface="Noto Sans SC"/>
                <a:ea typeface="Noto Sans SC"/>
                <a:cs typeface="Noto Sans SC"/>
              </a:rPr>
              <a:t>候选性能的估计</a:t>
            </a:r>
          </a:p>
        </p:txBody>
      </p:sp>
      <p:sp>
        <p:nvSpPr>
          <p:cNvPr id="284" name="p19_label_56">
            <a:extLst>
              <a:ext uri="{FF2B5EF4-FFF2-40B4-BE49-F238E27FC236}">
                <a16:creationId xmlns:a16="http://schemas.microsoft.com/office/drawing/2014/main" id="{A2FB0C6E-3B68-46F4-856E-6914A9996BC3}"/>
              </a:ext>
            </a:extLst>
          </p:cNvPr>
          <p:cNvSpPr>
            <a:spLocks/>
          </p:cNvSpPr>
          <p:nvPr/>
        </p:nvSpPr>
        <p:spPr>
          <a:xfrm>
            <a:off x="5866833" y="2915197"/>
            <a:ext cx="1537766" cy="262368"/>
          </a:xfrm>
          <a:prstGeom prst="rect">
            <a:avLst/>
          </a:prstGeom>
          <a:noFill/>
          <a:ln w="0">
            <a:noFill/>
          </a:ln>
        </p:spPr>
        <p:txBody>
          <a:bodyPr wrap="square" lIns="0" tIns="0" rIns="0" bIns="0" anchor="t">
            <a:noAutofit/>
          </a:bodyPr>
          <a:lstStyle>
            <a:defPPr algn="l">
              <a:defRPr sz="1262" b="0">
                <a:solidFill>
                  <a:srgbClr val="172956"/>
                </a:solidFill>
                <a:latin typeface="Noto Sans SC"/>
                <a:ea typeface="Noto Sans SC"/>
                <a:cs typeface="Noto Sans SC"/>
              </a:defRPr>
            </a:defPPr>
          </a:lstStyle>
          <a:p>
            <a:pPr algn="l">
              <a:defRPr sz="1262" b="0">
                <a:solidFill>
                  <a:srgbClr val="172956"/>
                </a:solidFill>
                <a:latin typeface="Noto Sans SC"/>
                <a:ea typeface="Noto Sans SC"/>
                <a:cs typeface="Noto Sans SC"/>
              </a:defRPr>
            </a:pPr>
            <a:r>
              <a:rPr sz="1262" b="0">
                <a:solidFill>
                  <a:srgbClr val="172956"/>
                </a:solidFill>
                <a:latin typeface="Noto Sans SC"/>
                <a:ea typeface="Noto Sans SC"/>
                <a:cs typeface="Noto Sans SC"/>
              </a:rPr>
              <a:t>离线知识依赖</a:t>
            </a:r>
          </a:p>
        </p:txBody>
      </p:sp>
      <p:sp>
        <p:nvSpPr>
          <p:cNvPr id="285" name="p19_label_57">
            <a:extLst>
              <a:ext uri="{FF2B5EF4-FFF2-40B4-BE49-F238E27FC236}">
                <a16:creationId xmlns:a16="http://schemas.microsoft.com/office/drawing/2014/main" id="{940C42C5-AD44-4D05-863F-F835FA159D12}"/>
              </a:ext>
            </a:extLst>
          </p:cNvPr>
          <p:cNvSpPr>
            <a:spLocks/>
          </p:cNvSpPr>
          <p:nvPr/>
        </p:nvSpPr>
        <p:spPr>
          <a:xfrm>
            <a:off x="3177564" y="4321779"/>
            <a:ext cx="663207" cy="218640"/>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任务特征</a:t>
            </a:r>
          </a:p>
        </p:txBody>
      </p:sp>
      <p:sp>
        <p:nvSpPr>
          <p:cNvPr id="286" name="p19_label_58">
            <a:extLst>
              <a:ext uri="{FF2B5EF4-FFF2-40B4-BE49-F238E27FC236}">
                <a16:creationId xmlns:a16="http://schemas.microsoft.com/office/drawing/2014/main" id="{BA2E3151-6105-48C3-ACBD-B24C9D05A5ED}"/>
              </a:ext>
            </a:extLst>
          </p:cNvPr>
          <p:cNvSpPr>
            <a:spLocks/>
          </p:cNvSpPr>
          <p:nvPr/>
        </p:nvSpPr>
        <p:spPr>
          <a:xfrm>
            <a:off x="8483222" y="4438387"/>
            <a:ext cx="3476372"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当前任务验证</a:t>
            </a:r>
          </a:p>
        </p:txBody>
      </p:sp>
      <p:sp>
        <p:nvSpPr>
          <p:cNvPr id="287" name="p19_label_59">
            <a:extLst>
              <a:ext uri="{FF2B5EF4-FFF2-40B4-BE49-F238E27FC236}">
                <a16:creationId xmlns:a16="http://schemas.microsoft.com/office/drawing/2014/main" id="{B9938BC4-5F7C-423B-8A22-4608CBB9936C}"/>
              </a:ext>
            </a:extLst>
          </p:cNvPr>
          <p:cNvSpPr>
            <a:spLocks/>
          </p:cNvSpPr>
          <p:nvPr/>
        </p:nvSpPr>
        <p:spPr>
          <a:xfrm>
            <a:off x="8483222" y="4744482"/>
            <a:ext cx="3476372"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验证预测误差及其残差结构</a:t>
            </a:r>
          </a:p>
        </p:txBody>
      </p:sp>
      <p:sp>
        <p:nvSpPr>
          <p:cNvPr id="288" name="p19_label_60">
            <a:extLst>
              <a:ext uri="{FF2B5EF4-FFF2-40B4-BE49-F238E27FC236}">
                <a16:creationId xmlns:a16="http://schemas.microsoft.com/office/drawing/2014/main" id="{6AC3A05B-DA31-4518-B0AC-C821FF8D1C28}"/>
              </a:ext>
            </a:extLst>
          </p:cNvPr>
          <p:cNvSpPr>
            <a:spLocks/>
          </p:cNvSpPr>
          <p:nvPr/>
        </p:nvSpPr>
        <p:spPr>
          <a:xfrm>
            <a:off x="8782030" y="4977698"/>
            <a:ext cx="327960" cy="182200"/>
          </a:xfrm>
          <a:prstGeom prst="rect">
            <a:avLst/>
          </a:prstGeom>
          <a:noFill/>
          <a:ln w="0">
            <a:noFill/>
          </a:ln>
        </p:spPr>
        <p:txBody>
          <a:bodyPr wrap="square" lIns="0" tIns="0" rIns="0" bIns="0" anchor="t">
            <a:noAutofit/>
          </a:bodyPr>
          <a:lstStyle>
            <a:defPPr algn="l">
              <a:defRPr sz="861" b="0">
                <a:solidFill>
                  <a:srgbClr val="172956"/>
                </a:solidFill>
                <a:latin typeface="Noto Sans SC"/>
                <a:ea typeface="Noto Sans SC"/>
                <a:cs typeface="Noto Sans SC"/>
              </a:defRPr>
            </a:defPPr>
          </a:lstStyle>
          <a:p>
            <a:pPr algn="l">
              <a:defRPr sz="861" b="0">
                <a:solidFill>
                  <a:srgbClr val="172956"/>
                </a:solidFill>
                <a:latin typeface="Noto Sans SC"/>
                <a:ea typeface="Noto Sans SC"/>
                <a:cs typeface="Noto Sans SC"/>
              </a:defRPr>
            </a:pPr>
            <a:r>
              <a:rPr sz="861" b="0">
                <a:solidFill>
                  <a:srgbClr val="172956"/>
                </a:solidFill>
                <a:latin typeface="Noto Sans SC"/>
                <a:ea typeface="Noto Sans SC"/>
                <a:cs typeface="Noto Sans SC"/>
              </a:rPr>
              <a:t>真值</a:t>
            </a:r>
          </a:p>
        </p:txBody>
      </p:sp>
      <p:sp>
        <p:nvSpPr>
          <p:cNvPr id="289" name="p19_label_61">
            <a:extLst>
              <a:ext uri="{FF2B5EF4-FFF2-40B4-BE49-F238E27FC236}">
                <a16:creationId xmlns:a16="http://schemas.microsoft.com/office/drawing/2014/main" id="{BE4AF0B2-D8D1-41B4-9A29-3F1E38E16BBA}"/>
              </a:ext>
            </a:extLst>
          </p:cNvPr>
          <p:cNvSpPr>
            <a:spLocks/>
          </p:cNvSpPr>
          <p:nvPr/>
        </p:nvSpPr>
        <p:spPr>
          <a:xfrm>
            <a:off x="9758621" y="4977698"/>
            <a:ext cx="736087" cy="182200"/>
          </a:xfrm>
          <a:prstGeom prst="rect">
            <a:avLst/>
          </a:prstGeom>
          <a:noFill/>
          <a:ln w="0">
            <a:noFill/>
          </a:ln>
        </p:spPr>
        <p:txBody>
          <a:bodyPr wrap="square" lIns="0" tIns="0" rIns="0" bIns="0" anchor="t">
            <a:noAutofit/>
          </a:bodyPr>
          <a:lstStyle>
            <a:defPPr algn="l">
              <a:defRPr sz="861" b="0">
                <a:solidFill>
                  <a:srgbClr val="172956"/>
                </a:solidFill>
                <a:latin typeface="Noto Sans SC"/>
                <a:ea typeface="Noto Sans SC"/>
                <a:cs typeface="Noto Sans SC"/>
              </a:defRPr>
            </a:defPPr>
          </a:lstStyle>
          <a:p>
            <a:pPr algn="l">
              <a:defRPr sz="861" b="0">
                <a:solidFill>
                  <a:srgbClr val="172956"/>
                </a:solidFill>
                <a:latin typeface="Noto Sans SC"/>
                <a:ea typeface="Noto Sans SC"/>
                <a:cs typeface="Noto Sans SC"/>
              </a:defRPr>
            </a:pPr>
            <a:r>
              <a:rPr sz="861" b="0">
                <a:solidFill>
                  <a:srgbClr val="172956"/>
                </a:solidFill>
                <a:latin typeface="Noto Sans SC"/>
                <a:ea typeface="Noto Sans SC"/>
                <a:cs typeface="Noto Sans SC"/>
              </a:rPr>
              <a:t>验证预测</a:t>
            </a:r>
          </a:p>
        </p:txBody>
      </p:sp>
      <p:sp>
        <p:nvSpPr>
          <p:cNvPr id="290" name="p19_label_62">
            <a:extLst>
              <a:ext uri="{FF2B5EF4-FFF2-40B4-BE49-F238E27FC236}">
                <a16:creationId xmlns:a16="http://schemas.microsoft.com/office/drawing/2014/main" id="{873FED13-2D08-4932-99F7-4A3ADCA1A11C}"/>
              </a:ext>
            </a:extLst>
          </p:cNvPr>
          <p:cNvSpPr>
            <a:spLocks/>
          </p:cNvSpPr>
          <p:nvPr/>
        </p:nvSpPr>
        <p:spPr>
          <a:xfrm>
            <a:off x="10742499" y="4970410"/>
            <a:ext cx="1151503" cy="189488"/>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残差 ACF</a:t>
            </a:r>
          </a:p>
        </p:txBody>
      </p:sp>
      <p:sp>
        <p:nvSpPr>
          <p:cNvPr id="291" name="p19_label_63">
            <a:extLst>
              <a:ext uri="{FF2B5EF4-FFF2-40B4-BE49-F238E27FC236}">
                <a16:creationId xmlns:a16="http://schemas.microsoft.com/office/drawing/2014/main" id="{AFBF7B30-D899-4443-900D-1B352F306972}"/>
              </a:ext>
            </a:extLst>
          </p:cNvPr>
          <p:cNvSpPr>
            <a:spLocks/>
          </p:cNvSpPr>
          <p:nvPr/>
        </p:nvSpPr>
        <p:spPr>
          <a:xfrm>
            <a:off x="5837681" y="5925137"/>
            <a:ext cx="2157245" cy="313384"/>
          </a:xfrm>
          <a:prstGeom prst="rect">
            <a:avLst/>
          </a:prstGeom>
          <a:noFill/>
          <a:ln w="0">
            <a:noFill/>
          </a:ln>
        </p:spPr>
        <p:txBody>
          <a:bodyPr wrap="square" lIns="0" tIns="0" rIns="0" bIns="0" anchor="t">
            <a:noAutofit/>
          </a:bodyPr>
          <a:lstStyle>
            <a:defPPr algn="l">
              <a:defRPr sz="1779" b="1">
                <a:solidFill>
                  <a:srgbClr val="9C3E76"/>
                </a:solidFill>
                <a:latin typeface="Noto Sans SC"/>
                <a:ea typeface="Noto Sans SC"/>
                <a:cs typeface="Noto Sans SC"/>
              </a:defRPr>
            </a:defPPr>
          </a:lstStyle>
          <a:p>
            <a:pPr algn="l">
              <a:defRPr sz="1779" b="1">
                <a:solidFill>
                  <a:srgbClr val="9C3E76"/>
                </a:solidFill>
                <a:latin typeface="Noto Sans SC"/>
                <a:ea typeface="Noto Sans SC"/>
                <a:cs typeface="Noto Sans SC"/>
              </a:defRPr>
            </a:pPr>
            <a:r>
              <a:rPr sz="1779" b="1">
                <a:solidFill>
                  <a:srgbClr val="9C3E76"/>
                </a:solidFill>
                <a:latin typeface="Noto Sans SC"/>
                <a:ea typeface="Noto Sans SC"/>
                <a:cs typeface="Noto Sans SC"/>
              </a:rPr>
              <a:t>更新历史与预算</a:t>
            </a:r>
          </a:p>
        </p:txBody>
      </p:sp>
      <p:sp>
        <p:nvSpPr>
          <p:cNvPr id="292" name="p19_label_64">
            <a:extLst>
              <a:ext uri="{FF2B5EF4-FFF2-40B4-BE49-F238E27FC236}">
                <a16:creationId xmlns:a16="http://schemas.microsoft.com/office/drawing/2014/main" id="{44F34EEF-EBBD-4BE6-AED7-CB4E961703A0}"/>
              </a:ext>
            </a:extLst>
          </p:cNvPr>
          <p:cNvSpPr>
            <a:spLocks/>
          </p:cNvSpPr>
          <p:nvPr/>
        </p:nvSpPr>
        <p:spPr>
          <a:xfrm>
            <a:off x="6340553" y="6158353"/>
            <a:ext cx="1683526" cy="240504"/>
          </a:xfrm>
          <a:prstGeom prst="rect">
            <a:avLst/>
          </a:prstGeom>
          <a:noFill/>
          <a:ln w="0">
            <a:noFill/>
          </a:ln>
        </p:spPr>
        <p:txBody>
          <a:bodyPr wrap="square" lIns="0" tIns="0" rIns="0" bIns="0" anchor="t">
            <a:noAutofit/>
          </a:bodyPr>
          <a:lstStyle>
            <a:defPPr algn="l">
              <a:defRPr sz="1133" b="0">
                <a:solidFill>
                  <a:srgbClr val="172956"/>
                </a:solidFill>
                <a:latin typeface="Noto Sans SC"/>
                <a:ea typeface="Noto Sans SC"/>
                <a:cs typeface="Noto Sans SC"/>
              </a:defRPr>
            </a:defPPr>
          </a:lstStyle>
          <a:p>
            <a:pPr algn="l">
              <a:defRPr sz="1133" b="0">
                <a:solidFill>
                  <a:srgbClr val="172956"/>
                </a:solidFill>
                <a:latin typeface="Noto Sans SC"/>
                <a:ea typeface="Noto Sans SC"/>
                <a:cs typeface="Noto Sans SC"/>
              </a:defRPr>
            </a:pPr>
            <a:r>
              <a:rPr sz="1133" b="0" dirty="0" err="1">
                <a:solidFill>
                  <a:srgbClr val="172956"/>
                </a:solidFill>
                <a:latin typeface="Noto Sans SC"/>
                <a:ea typeface="Noto Sans SC"/>
                <a:cs typeface="Noto Sans SC"/>
              </a:rPr>
              <a:t>模型身份、整体验证误差</a:t>
            </a:r>
            <a:endParaRPr sz="1133" b="0" dirty="0">
              <a:solidFill>
                <a:srgbClr val="172956"/>
              </a:solidFill>
              <a:latin typeface="Noto Sans SC"/>
              <a:ea typeface="Noto Sans SC"/>
              <a:cs typeface="Noto Sans SC"/>
            </a:endParaRPr>
          </a:p>
        </p:txBody>
      </p:sp>
      <p:sp>
        <p:nvSpPr>
          <p:cNvPr id="293" name="p19_label_65">
            <a:extLst>
              <a:ext uri="{FF2B5EF4-FFF2-40B4-BE49-F238E27FC236}">
                <a16:creationId xmlns:a16="http://schemas.microsoft.com/office/drawing/2014/main" id="{89166981-5CBF-4068-B35C-585E9F4CEFE0}"/>
              </a:ext>
            </a:extLst>
          </p:cNvPr>
          <p:cNvSpPr>
            <a:spLocks/>
          </p:cNvSpPr>
          <p:nvPr/>
        </p:nvSpPr>
        <p:spPr>
          <a:xfrm>
            <a:off x="6340553" y="6355129"/>
            <a:ext cx="1683526" cy="240504"/>
          </a:xfrm>
          <a:prstGeom prst="rect">
            <a:avLst/>
          </a:prstGeom>
          <a:noFill/>
          <a:ln w="0">
            <a:noFill/>
          </a:ln>
        </p:spPr>
        <p:txBody>
          <a:bodyPr wrap="square" lIns="0" tIns="0" rIns="0" bIns="0" anchor="t">
            <a:noAutofit/>
          </a:bodyPr>
          <a:lstStyle>
            <a:defPPr algn="l">
              <a:defRPr sz="1148" b="0">
                <a:solidFill>
                  <a:srgbClr val="172956"/>
                </a:solidFill>
                <a:latin typeface="Noto Sans SC"/>
                <a:ea typeface="Noto Sans SC"/>
                <a:cs typeface="Noto Sans SC"/>
              </a:defRPr>
            </a:defPPr>
          </a:lstStyle>
          <a:p>
            <a:pPr algn="l">
              <a:defRPr sz="1148" b="0">
                <a:solidFill>
                  <a:srgbClr val="172956"/>
                </a:solidFill>
                <a:latin typeface="Noto Sans SC"/>
                <a:ea typeface="Noto Sans SC"/>
                <a:cs typeface="Noto Sans SC"/>
              </a:defRPr>
            </a:pPr>
            <a:r>
              <a:rPr sz="1148" b="0" dirty="0" err="1">
                <a:solidFill>
                  <a:srgbClr val="172956"/>
                </a:solidFill>
                <a:latin typeface="Noto Sans SC"/>
                <a:ea typeface="Noto Sans SC"/>
                <a:cs typeface="Noto Sans SC"/>
              </a:rPr>
              <a:t>细粒度残差、剩余预算</a:t>
            </a:r>
            <a:endParaRPr sz="1148" b="0" dirty="0">
              <a:solidFill>
                <a:srgbClr val="172956"/>
              </a:solidFill>
              <a:latin typeface="Noto Sans SC"/>
              <a:ea typeface="Noto Sans SC"/>
              <a:cs typeface="Noto Sans SC"/>
            </a:endParaRPr>
          </a:p>
        </p:txBody>
      </p:sp>
      <p:sp>
        <p:nvSpPr>
          <p:cNvPr id="294" name="p19_label_66">
            <a:extLst>
              <a:ext uri="{FF2B5EF4-FFF2-40B4-BE49-F238E27FC236}">
                <a16:creationId xmlns:a16="http://schemas.microsoft.com/office/drawing/2014/main" id="{31AA2C37-3DB8-4A9D-BE65-23AE01AA47CA}"/>
              </a:ext>
            </a:extLst>
          </p:cNvPr>
          <p:cNvSpPr>
            <a:spLocks/>
          </p:cNvSpPr>
          <p:nvPr/>
        </p:nvSpPr>
        <p:spPr>
          <a:xfrm>
            <a:off x="9117277" y="5939713"/>
            <a:ext cx="1916742" cy="269656"/>
          </a:xfrm>
          <a:prstGeom prst="rect">
            <a:avLst/>
          </a:prstGeom>
          <a:noFill/>
          <a:ln w="0">
            <a:noFill/>
          </a:ln>
        </p:spPr>
        <p:txBody>
          <a:bodyPr wrap="square" lIns="0" tIns="0" rIns="0" bIns="0" anchor="t">
            <a:noAutofit/>
          </a:bodyPr>
          <a:lstStyle>
            <a:defPPr algn="l">
              <a:defRPr sz="1205" b="0">
                <a:solidFill>
                  <a:srgbClr val="9C3E76"/>
                </a:solidFill>
                <a:latin typeface="Noto Sans SC"/>
                <a:ea typeface="Noto Sans SC"/>
                <a:cs typeface="Noto Sans SC"/>
              </a:defRPr>
            </a:defPPr>
          </a:lstStyle>
          <a:p>
            <a:pPr algn="l">
              <a:defRPr sz="1205" b="0">
                <a:solidFill>
                  <a:srgbClr val="9C3E76"/>
                </a:solidFill>
                <a:latin typeface="Noto Sans SC"/>
                <a:ea typeface="Noto Sans SC"/>
                <a:cs typeface="Noto Sans SC"/>
              </a:defRPr>
            </a:pPr>
            <a:r>
              <a:rPr sz="1205" b="0">
                <a:solidFill>
                  <a:srgbClr val="9C3E76"/>
                </a:solidFill>
                <a:latin typeface="Noto Sans SC"/>
                <a:ea typeface="Noto Sans SC"/>
                <a:cs typeface="Noto Sans SC"/>
              </a:rPr>
              <a:t>残差分析与结果归档</a:t>
            </a:r>
          </a:p>
        </p:txBody>
      </p:sp>
      <p:sp>
        <p:nvSpPr>
          <p:cNvPr id="295" name="p19_label_67">
            <a:extLst>
              <a:ext uri="{FF2B5EF4-FFF2-40B4-BE49-F238E27FC236}">
                <a16:creationId xmlns:a16="http://schemas.microsoft.com/office/drawing/2014/main" id="{9C7A6626-D793-479C-90AF-DACB9C6E2133}"/>
              </a:ext>
            </a:extLst>
          </p:cNvPr>
          <p:cNvSpPr>
            <a:spLocks/>
          </p:cNvSpPr>
          <p:nvPr/>
        </p:nvSpPr>
        <p:spPr>
          <a:xfrm>
            <a:off x="4671603" y="5793953"/>
            <a:ext cx="998455" cy="240504"/>
          </a:xfrm>
          <a:prstGeom prst="rect">
            <a:avLst/>
          </a:prstGeom>
          <a:noFill/>
          <a:ln w="0">
            <a:noFill/>
          </a:ln>
        </p:spPr>
        <p:txBody>
          <a:bodyPr wrap="square" lIns="0" tIns="0" rIns="0" bIns="0" anchor="t">
            <a:noAutofit/>
          </a:bodyPr>
          <a:lstStyle>
            <a:defPPr algn="l">
              <a:defRPr sz="1205" b="0">
                <a:solidFill>
                  <a:srgbClr val="9C3E76"/>
                </a:solidFill>
                <a:latin typeface="Noto Sans SC"/>
                <a:ea typeface="Noto Sans SC"/>
                <a:cs typeface="Noto Sans SC"/>
              </a:defRPr>
            </a:defPPr>
          </a:lstStyle>
          <a:p>
            <a:pPr algn="l">
              <a:defRPr sz="1205" b="0">
                <a:solidFill>
                  <a:srgbClr val="9C3E76"/>
                </a:solidFill>
                <a:latin typeface="Noto Sans SC"/>
                <a:ea typeface="Noto Sans SC"/>
                <a:cs typeface="Noto Sans SC"/>
              </a:defRPr>
            </a:pPr>
            <a:r>
              <a:rPr sz="1205" b="0">
                <a:solidFill>
                  <a:srgbClr val="9C3E76"/>
                </a:solidFill>
                <a:latin typeface="Noto Sans SC"/>
                <a:ea typeface="Noto Sans SC"/>
                <a:cs typeface="Noto Sans SC"/>
              </a:rPr>
              <a:t>反馈更新</a:t>
            </a:r>
          </a:p>
        </p:txBody>
      </p:sp>
      <p:sp>
        <p:nvSpPr>
          <p:cNvPr id="296" name="p19_label_68">
            <a:extLst>
              <a:ext uri="{FF2B5EF4-FFF2-40B4-BE49-F238E27FC236}">
                <a16:creationId xmlns:a16="http://schemas.microsoft.com/office/drawing/2014/main" id="{197A63BB-E1F0-46D0-BDCD-2791E5BFC1A1}"/>
              </a:ext>
            </a:extLst>
          </p:cNvPr>
          <p:cNvSpPr>
            <a:spLocks/>
          </p:cNvSpPr>
          <p:nvPr/>
        </p:nvSpPr>
        <p:spPr>
          <a:xfrm>
            <a:off x="4671603" y="5990729"/>
            <a:ext cx="998455" cy="240504"/>
          </a:xfrm>
          <a:prstGeom prst="rect">
            <a:avLst/>
          </a:prstGeom>
          <a:noFill/>
          <a:ln w="0">
            <a:noFill/>
          </a:ln>
        </p:spPr>
        <p:txBody>
          <a:bodyPr wrap="square" lIns="0" tIns="0" rIns="0" bIns="0" anchor="t">
            <a:noAutofit/>
          </a:bodyPr>
          <a:lstStyle>
            <a:defPPr algn="l">
              <a:defRPr sz="1205" b="0">
                <a:solidFill>
                  <a:srgbClr val="9C3E76"/>
                </a:solidFill>
                <a:latin typeface="Noto Sans SC"/>
                <a:ea typeface="Noto Sans SC"/>
                <a:cs typeface="Noto Sans SC"/>
              </a:defRPr>
            </a:defPPr>
          </a:lstStyle>
          <a:p>
            <a:pPr algn="l">
              <a:defRPr sz="1205" b="0">
                <a:solidFill>
                  <a:srgbClr val="9C3E76"/>
                </a:solidFill>
                <a:latin typeface="Noto Sans SC"/>
                <a:ea typeface="Noto Sans SC"/>
                <a:cs typeface="Noto Sans SC"/>
              </a:defRPr>
            </a:pPr>
            <a:r>
              <a:rPr sz="1205" b="0">
                <a:solidFill>
                  <a:srgbClr val="9C3E76"/>
                </a:solidFill>
                <a:latin typeface="Noto Sans SC"/>
                <a:ea typeface="Noto Sans SC"/>
                <a:cs typeface="Noto Sans SC"/>
              </a:rPr>
              <a:t>供下轮选择</a:t>
            </a:r>
          </a:p>
        </p:txBody>
      </p:sp>
      <p:sp>
        <p:nvSpPr>
          <p:cNvPr id="297" name="p19_label_69">
            <a:extLst>
              <a:ext uri="{FF2B5EF4-FFF2-40B4-BE49-F238E27FC236}">
                <a16:creationId xmlns:a16="http://schemas.microsoft.com/office/drawing/2014/main" id="{5737BACF-53FA-4D2F-9A0C-1362EBEB3026}"/>
              </a:ext>
            </a:extLst>
          </p:cNvPr>
          <p:cNvSpPr>
            <a:spLocks/>
          </p:cNvSpPr>
          <p:nvPr/>
        </p:nvSpPr>
        <p:spPr>
          <a:xfrm>
            <a:off x="910999" y="6274961"/>
            <a:ext cx="3789756" cy="225928"/>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离线依赖（来自历史档案）</a:t>
            </a:r>
          </a:p>
        </p:txBody>
      </p:sp>
      <p:sp>
        <p:nvSpPr>
          <p:cNvPr id="298" name="p19_label_70">
            <a:extLst>
              <a:ext uri="{FF2B5EF4-FFF2-40B4-BE49-F238E27FC236}">
                <a16:creationId xmlns:a16="http://schemas.microsoft.com/office/drawing/2014/main" id="{03D4A9CA-589A-4C4F-B693-70576FFD54FF}"/>
              </a:ext>
            </a:extLst>
          </p:cNvPr>
          <p:cNvSpPr>
            <a:spLocks/>
          </p:cNvSpPr>
          <p:nvPr/>
        </p:nvSpPr>
        <p:spPr>
          <a:xfrm>
            <a:off x="910999" y="6442584"/>
            <a:ext cx="3789756" cy="225928"/>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当前任务流程</a:t>
            </a:r>
          </a:p>
        </p:txBody>
      </p:sp>
      <p:sp>
        <p:nvSpPr>
          <p:cNvPr id="299" name="p19_label_71">
            <a:extLst>
              <a:ext uri="{FF2B5EF4-FFF2-40B4-BE49-F238E27FC236}">
                <a16:creationId xmlns:a16="http://schemas.microsoft.com/office/drawing/2014/main" id="{98E8B634-6C94-452E-8F4A-5280E1E36D5A}"/>
              </a:ext>
            </a:extLst>
          </p:cNvPr>
          <p:cNvSpPr>
            <a:spLocks/>
          </p:cNvSpPr>
          <p:nvPr/>
        </p:nvSpPr>
        <p:spPr>
          <a:xfrm>
            <a:off x="910999" y="6610208"/>
            <a:ext cx="3789756" cy="225928"/>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反馈更新</a:t>
            </a:r>
          </a:p>
        </p:txBody>
      </p:sp>
    </p:spTree>
    <p:extLst>
      <p:ext uri="{BB962C8B-B14F-4D97-AF65-F5344CB8AC3E}">
        <p14:creationId xmlns:p14="http://schemas.microsoft.com/office/powerpoint/2010/main" val="9116336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0" name="p21_rect_1">
            <a:extLst>
              <a:ext uri="{FF2B5EF4-FFF2-40B4-BE49-F238E27FC236}">
                <a16:creationId xmlns:a16="http://schemas.microsoft.com/office/drawing/2014/main" id="{0AB90063-C01A-4E33-884F-608090E1FBB6}"/>
              </a:ext>
            </a:extLst>
          </p:cNvPr>
          <p:cNvSpPr>
            <a:spLocks/>
          </p:cNvSpPr>
          <p:nvPr/>
        </p:nvSpPr>
        <p:spPr>
          <a:xfrm>
            <a:off x="182200" y="1275399"/>
            <a:ext cx="4052123" cy="1195231"/>
          </a:xfrm>
          <a:prstGeom prst="roundRect">
            <a:avLst>
              <a:gd name="adj" fmla="val 8537"/>
            </a:avLst>
          </a:prstGeom>
          <a:gradFill>
            <a:gsLst>
              <a:gs pos="0">
                <a:srgbClr val="FEFEFF"/>
              </a:gs>
              <a:gs pos="100000">
                <a:srgbClr val="EDF0F8"/>
              </a:gs>
            </a:gsLst>
            <a:lin ang="5400000"/>
          </a:gradFill>
          <a:ln w="12390">
            <a:solidFill>
              <a:srgbClr val="172956"/>
            </a:solidFill>
            <a:prstDash val="solid"/>
          </a:ln>
        </p:spPr>
      </p:sp>
      <p:sp>
        <p:nvSpPr>
          <p:cNvPr id="2" name="p21_rect_2">
            <a:extLst>
              <a:ext uri="{FF2B5EF4-FFF2-40B4-BE49-F238E27FC236}">
                <a16:creationId xmlns:a16="http://schemas.microsoft.com/office/drawing/2014/main" id="{025E6B78-18A6-4432-B5C8-F979ADB47E16}"/>
              </a:ext>
            </a:extLst>
          </p:cNvPr>
          <p:cNvSpPr>
            <a:spLocks/>
          </p:cNvSpPr>
          <p:nvPr/>
        </p:nvSpPr>
        <p:spPr>
          <a:xfrm>
            <a:off x="306096" y="1989622"/>
            <a:ext cx="1443022" cy="349824"/>
          </a:xfrm>
          <a:prstGeom prst="roundRect">
            <a:avLst>
              <a:gd name="adj" fmla="val 10417"/>
            </a:avLst>
          </a:prstGeom>
          <a:solidFill>
            <a:srgbClr val="FFFFFF"/>
          </a:solidFill>
          <a:ln w="7288">
            <a:solidFill>
              <a:srgbClr val="8599C3"/>
            </a:solidFill>
            <a:prstDash val="solid"/>
          </a:ln>
        </p:spPr>
      </p:sp>
      <p:sp>
        <p:nvSpPr>
          <p:cNvPr id="3" name="p21_path_3">
            <a:extLst>
              <a:ext uri="{FF2B5EF4-FFF2-40B4-BE49-F238E27FC236}">
                <a16:creationId xmlns:a16="http://schemas.microsoft.com/office/drawing/2014/main" id="{90DD4F38-DC77-4055-824F-42B087FF0AB2}"/>
              </a:ext>
            </a:extLst>
          </p:cNvPr>
          <p:cNvSpPr>
            <a:spLocks/>
          </p:cNvSpPr>
          <p:nvPr/>
        </p:nvSpPr>
        <p:spPr>
          <a:xfrm>
            <a:off x="371688" y="2100449"/>
            <a:ext cx="1289974" cy="113362"/>
          </a:xfrm>
          <a:custGeom>
            <a:avLst/>
            <a:gdLst/>
            <a:ahLst/>
            <a:cxnLst/>
            <a:rect l="0" t="0" r="0" b="0"/>
            <a:pathLst>
              <a:path w="1685925" h="148158">
                <a:moveTo>
                  <a:pt x="0" y="39273"/>
                </a:moveTo>
                <a:lnTo>
                  <a:pt x="17030" y="147134"/>
                </a:lnTo>
                <a:lnTo>
                  <a:pt x="34059" y="72438"/>
                </a:lnTo>
                <a:lnTo>
                  <a:pt x="51089" y="60422"/>
                </a:lnTo>
                <a:lnTo>
                  <a:pt x="68118" y="104331"/>
                </a:lnTo>
                <a:lnTo>
                  <a:pt x="85148" y="141453"/>
                </a:lnTo>
                <a:lnTo>
                  <a:pt x="102177" y="35665"/>
                </a:lnTo>
                <a:lnTo>
                  <a:pt x="119207" y="64624"/>
                </a:lnTo>
                <a:lnTo>
                  <a:pt x="136236" y="22624"/>
                </a:lnTo>
                <a:lnTo>
                  <a:pt x="153266" y="123708"/>
                </a:lnTo>
                <a:lnTo>
                  <a:pt x="170295" y="55273"/>
                </a:lnTo>
                <a:lnTo>
                  <a:pt x="187325" y="61401"/>
                </a:lnTo>
                <a:lnTo>
                  <a:pt x="204355" y="133897"/>
                </a:lnTo>
                <a:lnTo>
                  <a:pt x="221384" y="47427"/>
                </a:lnTo>
                <a:lnTo>
                  <a:pt x="238414" y="134100"/>
                </a:lnTo>
                <a:lnTo>
                  <a:pt x="255443" y="796"/>
                </a:lnTo>
                <a:lnTo>
                  <a:pt x="272473" y="6048"/>
                </a:lnTo>
                <a:lnTo>
                  <a:pt x="289502" y="64794"/>
                </a:lnTo>
                <a:lnTo>
                  <a:pt x="306532" y="71146"/>
                </a:lnTo>
                <a:lnTo>
                  <a:pt x="323561" y="39526"/>
                </a:lnTo>
                <a:lnTo>
                  <a:pt x="340591" y="98790"/>
                </a:lnTo>
                <a:lnTo>
                  <a:pt x="357620" y="28321"/>
                </a:lnTo>
                <a:lnTo>
                  <a:pt x="374650" y="148158"/>
                </a:lnTo>
                <a:lnTo>
                  <a:pt x="391680" y="82204"/>
                </a:lnTo>
                <a:lnTo>
                  <a:pt x="408709" y="103925"/>
                </a:lnTo>
                <a:lnTo>
                  <a:pt x="425739" y="142500"/>
                </a:lnTo>
                <a:lnTo>
                  <a:pt x="442768" y="49527"/>
                </a:lnTo>
                <a:lnTo>
                  <a:pt x="459798" y="55774"/>
                </a:lnTo>
                <a:lnTo>
                  <a:pt x="476827" y="56728"/>
                </a:lnTo>
                <a:lnTo>
                  <a:pt x="493857" y="120990"/>
                </a:lnTo>
                <a:lnTo>
                  <a:pt x="510886" y="122636"/>
                </a:lnTo>
                <a:lnTo>
                  <a:pt x="527916" y="74408"/>
                </a:lnTo>
                <a:lnTo>
                  <a:pt x="544945" y="97403"/>
                </a:lnTo>
                <a:lnTo>
                  <a:pt x="561975" y="37066"/>
                </a:lnTo>
                <a:lnTo>
                  <a:pt x="579005" y="58907"/>
                </a:lnTo>
                <a:lnTo>
                  <a:pt x="596034" y="134962"/>
                </a:lnTo>
                <a:lnTo>
                  <a:pt x="613064" y="147934"/>
                </a:lnTo>
                <a:lnTo>
                  <a:pt x="630093" y="0"/>
                </a:lnTo>
                <a:lnTo>
                  <a:pt x="647123" y="68533"/>
                </a:lnTo>
                <a:lnTo>
                  <a:pt x="664152" y="60436"/>
                </a:lnTo>
                <a:lnTo>
                  <a:pt x="681182" y="63877"/>
                </a:lnTo>
                <a:lnTo>
                  <a:pt x="698211" y="136319"/>
                </a:lnTo>
                <a:lnTo>
                  <a:pt x="715241" y="623"/>
                </a:lnTo>
                <a:lnTo>
                  <a:pt x="732270" y="201"/>
                </a:lnTo>
                <a:lnTo>
                  <a:pt x="749300" y="114825"/>
                </a:lnTo>
                <a:lnTo>
                  <a:pt x="766330" y="14567"/>
                </a:lnTo>
                <a:lnTo>
                  <a:pt x="783359" y="70132"/>
                </a:lnTo>
                <a:lnTo>
                  <a:pt x="800389" y="49864"/>
                </a:lnTo>
                <a:lnTo>
                  <a:pt x="817418" y="49916"/>
                </a:lnTo>
                <a:lnTo>
                  <a:pt x="834448" y="106950"/>
                </a:lnTo>
                <a:lnTo>
                  <a:pt x="851477" y="54915"/>
                </a:lnTo>
                <a:lnTo>
                  <a:pt x="868507" y="116800"/>
                </a:lnTo>
                <a:lnTo>
                  <a:pt x="885536" y="94014"/>
                </a:lnTo>
                <a:lnTo>
                  <a:pt x="902566" y="43080"/>
                </a:lnTo>
                <a:lnTo>
                  <a:pt x="919595" y="104203"/>
                </a:lnTo>
                <a:lnTo>
                  <a:pt x="936625" y="5807"/>
                </a:lnTo>
                <a:lnTo>
                  <a:pt x="953655" y="124951"/>
                </a:lnTo>
                <a:lnTo>
                  <a:pt x="970684" y="38245"/>
                </a:lnTo>
                <a:lnTo>
                  <a:pt x="987714" y="96149"/>
                </a:lnTo>
                <a:lnTo>
                  <a:pt x="1004743" y="33686"/>
                </a:lnTo>
                <a:lnTo>
                  <a:pt x="1021773" y="5984"/>
                </a:lnTo>
                <a:lnTo>
                  <a:pt x="1038802" y="28543"/>
                </a:lnTo>
                <a:lnTo>
                  <a:pt x="1055832" y="17074"/>
                </a:lnTo>
                <a:lnTo>
                  <a:pt x="1072861" y="141227"/>
                </a:lnTo>
                <a:lnTo>
                  <a:pt x="1089891" y="72780"/>
                </a:lnTo>
                <a:lnTo>
                  <a:pt x="1106920" y="146364"/>
                </a:lnTo>
                <a:lnTo>
                  <a:pt x="1123950" y="8855"/>
                </a:lnTo>
                <a:lnTo>
                  <a:pt x="1140980" y="114540"/>
                </a:lnTo>
                <a:lnTo>
                  <a:pt x="1158009" y="68482"/>
                </a:lnTo>
                <a:lnTo>
                  <a:pt x="1175039" y="114692"/>
                </a:lnTo>
                <a:lnTo>
                  <a:pt x="1192068" y="105348"/>
                </a:lnTo>
                <a:lnTo>
                  <a:pt x="1209098" y="147253"/>
                </a:lnTo>
                <a:lnTo>
                  <a:pt x="1226127" y="58188"/>
                </a:lnTo>
                <a:lnTo>
                  <a:pt x="1243157" y="79266"/>
                </a:lnTo>
                <a:lnTo>
                  <a:pt x="1260186" y="13063"/>
                </a:lnTo>
                <a:lnTo>
                  <a:pt x="1277216" y="120673"/>
                </a:lnTo>
                <a:lnTo>
                  <a:pt x="1294245" y="56175"/>
                </a:lnTo>
                <a:lnTo>
                  <a:pt x="1311275" y="85585"/>
                </a:lnTo>
                <a:lnTo>
                  <a:pt x="1328305" y="71424"/>
                </a:lnTo>
                <a:lnTo>
                  <a:pt x="1345334" y="28129"/>
                </a:lnTo>
                <a:lnTo>
                  <a:pt x="1362364" y="39844"/>
                </a:lnTo>
                <a:lnTo>
                  <a:pt x="1379393" y="51168"/>
                </a:lnTo>
                <a:lnTo>
                  <a:pt x="1396423" y="107375"/>
                </a:lnTo>
                <a:lnTo>
                  <a:pt x="1413452" y="143486"/>
                </a:lnTo>
                <a:lnTo>
                  <a:pt x="1430482" y="129801"/>
                </a:lnTo>
                <a:lnTo>
                  <a:pt x="1447511" y="40356"/>
                </a:lnTo>
                <a:lnTo>
                  <a:pt x="1464541" y="68559"/>
                </a:lnTo>
                <a:lnTo>
                  <a:pt x="1481570" y="16760"/>
                </a:lnTo>
                <a:lnTo>
                  <a:pt x="1498600" y="9730"/>
                </a:lnTo>
                <a:lnTo>
                  <a:pt x="1515630" y="91755"/>
                </a:lnTo>
                <a:lnTo>
                  <a:pt x="1532659" y="115694"/>
                </a:lnTo>
                <a:lnTo>
                  <a:pt x="1549689" y="23177"/>
                </a:lnTo>
                <a:lnTo>
                  <a:pt x="1566718" y="114398"/>
                </a:lnTo>
                <a:lnTo>
                  <a:pt x="1583748" y="74264"/>
                </a:lnTo>
                <a:lnTo>
                  <a:pt x="1600777" y="120727"/>
                </a:lnTo>
                <a:lnTo>
                  <a:pt x="1617807" y="16630"/>
                </a:lnTo>
                <a:lnTo>
                  <a:pt x="1634836" y="18967"/>
                </a:lnTo>
                <a:lnTo>
                  <a:pt x="1651866" y="84780"/>
                </a:lnTo>
                <a:lnTo>
                  <a:pt x="1668895" y="40417"/>
                </a:lnTo>
                <a:lnTo>
                  <a:pt x="1685925" y="76880"/>
                </a:lnTo>
              </a:path>
            </a:pathLst>
          </a:custGeom>
          <a:noFill/>
          <a:ln w="13847">
            <a:solidFill>
              <a:srgbClr val="9C3E76"/>
            </a:solidFill>
            <a:prstDash val="solid"/>
          </a:ln>
        </p:spPr>
      </p:sp>
      <p:sp>
        <p:nvSpPr>
          <p:cNvPr id="4" name="p21_path_4">
            <a:extLst>
              <a:ext uri="{FF2B5EF4-FFF2-40B4-BE49-F238E27FC236}">
                <a16:creationId xmlns:a16="http://schemas.microsoft.com/office/drawing/2014/main" id="{A332AFB0-72B0-46BD-83ED-D683659B4D89}"/>
              </a:ext>
            </a:extLst>
          </p:cNvPr>
          <p:cNvSpPr>
            <a:spLocks/>
          </p:cNvSpPr>
          <p:nvPr/>
        </p:nvSpPr>
        <p:spPr>
          <a:xfrm>
            <a:off x="2011486" y="2033350"/>
            <a:ext cx="729" cy="284232"/>
          </a:xfrm>
          <a:custGeom>
            <a:avLst/>
            <a:gdLst/>
            <a:ahLst/>
            <a:cxnLst/>
            <a:rect l="0" t="0" r="0" b="0"/>
            <a:pathLst>
              <a:path w="953" h="371475">
                <a:moveTo>
                  <a:pt x="0" y="0"/>
                </a:moveTo>
                <a:lnTo>
                  <a:pt x="0" y="371475"/>
                </a:lnTo>
              </a:path>
            </a:pathLst>
          </a:custGeom>
          <a:noFill/>
          <a:ln w="8746">
            <a:solidFill>
              <a:srgbClr val="8599C3"/>
            </a:solidFill>
            <a:prstDash val="solid"/>
          </a:ln>
        </p:spPr>
      </p:sp>
      <p:sp>
        <p:nvSpPr>
          <p:cNvPr id="5" name="p21_path_5">
            <a:extLst>
              <a:ext uri="{FF2B5EF4-FFF2-40B4-BE49-F238E27FC236}">
                <a16:creationId xmlns:a16="http://schemas.microsoft.com/office/drawing/2014/main" id="{6F52E554-C156-4450-BDAE-F92284AB166A}"/>
              </a:ext>
            </a:extLst>
          </p:cNvPr>
          <p:cNvSpPr>
            <a:spLocks/>
          </p:cNvSpPr>
          <p:nvPr/>
        </p:nvSpPr>
        <p:spPr>
          <a:xfrm>
            <a:off x="2011486" y="2317581"/>
            <a:ext cx="918287" cy="729"/>
          </a:xfrm>
          <a:custGeom>
            <a:avLst/>
            <a:gdLst/>
            <a:ahLst/>
            <a:cxnLst/>
            <a:rect l="0" t="0" r="0" b="0"/>
            <a:pathLst>
              <a:path w="1200150" h="953">
                <a:moveTo>
                  <a:pt x="0" y="0"/>
                </a:moveTo>
                <a:lnTo>
                  <a:pt x="1200150" y="0"/>
                </a:lnTo>
              </a:path>
            </a:pathLst>
          </a:custGeom>
          <a:noFill/>
          <a:ln w="8746">
            <a:solidFill>
              <a:srgbClr val="8599C3"/>
            </a:solidFill>
            <a:prstDash val="solid"/>
          </a:ln>
        </p:spPr>
      </p:sp>
      <p:sp>
        <p:nvSpPr>
          <p:cNvPr id="6" name="p21_path_6">
            <a:extLst>
              <a:ext uri="{FF2B5EF4-FFF2-40B4-BE49-F238E27FC236}">
                <a16:creationId xmlns:a16="http://schemas.microsoft.com/office/drawing/2014/main" id="{3A88AA63-C540-45B4-A521-430C8791EEA6}"/>
              </a:ext>
            </a:extLst>
          </p:cNvPr>
          <p:cNvSpPr>
            <a:spLocks/>
          </p:cNvSpPr>
          <p:nvPr/>
        </p:nvSpPr>
        <p:spPr>
          <a:xfrm>
            <a:off x="2055214" y="2067457"/>
            <a:ext cx="729" cy="250124"/>
          </a:xfrm>
          <a:custGeom>
            <a:avLst/>
            <a:gdLst/>
            <a:ahLst/>
            <a:cxnLst/>
            <a:rect l="0" t="0" r="0" b="0"/>
            <a:pathLst>
              <a:path w="953" h="326898">
                <a:moveTo>
                  <a:pt x="0" y="326898"/>
                </a:moveTo>
                <a:lnTo>
                  <a:pt x="0" y="0"/>
                </a:lnTo>
              </a:path>
            </a:pathLst>
          </a:custGeom>
          <a:noFill/>
          <a:ln w="29152">
            <a:solidFill>
              <a:srgbClr val="9C3E76"/>
            </a:solidFill>
            <a:prstDash val="solid"/>
          </a:ln>
        </p:spPr>
      </p:sp>
      <p:sp>
        <p:nvSpPr>
          <p:cNvPr id="7" name="p21_path_7">
            <a:extLst>
              <a:ext uri="{FF2B5EF4-FFF2-40B4-BE49-F238E27FC236}">
                <a16:creationId xmlns:a16="http://schemas.microsoft.com/office/drawing/2014/main" id="{764E7279-B0C2-4863-951D-31D60AD58984}"/>
              </a:ext>
            </a:extLst>
          </p:cNvPr>
          <p:cNvSpPr>
            <a:spLocks/>
          </p:cNvSpPr>
          <p:nvPr/>
        </p:nvSpPr>
        <p:spPr>
          <a:xfrm>
            <a:off x="2112607" y="2110163"/>
            <a:ext cx="729" cy="207419"/>
          </a:xfrm>
          <a:custGeom>
            <a:avLst/>
            <a:gdLst/>
            <a:ahLst/>
            <a:cxnLst/>
            <a:rect l="0" t="0" r="0" b="0"/>
            <a:pathLst>
              <a:path w="953" h="271085">
                <a:moveTo>
                  <a:pt x="0" y="271085"/>
                </a:moveTo>
                <a:lnTo>
                  <a:pt x="0" y="0"/>
                </a:lnTo>
              </a:path>
            </a:pathLst>
          </a:custGeom>
          <a:noFill/>
          <a:ln w="29152">
            <a:solidFill>
              <a:srgbClr val="9C3E76"/>
            </a:solidFill>
            <a:prstDash val="solid"/>
          </a:ln>
        </p:spPr>
      </p:sp>
      <p:sp>
        <p:nvSpPr>
          <p:cNvPr id="8" name="p21_path_8">
            <a:extLst>
              <a:ext uri="{FF2B5EF4-FFF2-40B4-BE49-F238E27FC236}">
                <a16:creationId xmlns:a16="http://schemas.microsoft.com/office/drawing/2014/main" id="{44A898F9-5846-4CAB-A977-C8EB2225F96B}"/>
              </a:ext>
            </a:extLst>
          </p:cNvPr>
          <p:cNvSpPr>
            <a:spLocks/>
          </p:cNvSpPr>
          <p:nvPr/>
        </p:nvSpPr>
        <p:spPr>
          <a:xfrm>
            <a:off x="2169999" y="2148077"/>
            <a:ext cx="729" cy="169504"/>
          </a:xfrm>
          <a:custGeom>
            <a:avLst/>
            <a:gdLst/>
            <a:ahLst/>
            <a:cxnLst/>
            <a:rect l="0" t="0" r="0" b="0"/>
            <a:pathLst>
              <a:path w="953" h="221532">
                <a:moveTo>
                  <a:pt x="0" y="221532"/>
                </a:moveTo>
                <a:lnTo>
                  <a:pt x="0" y="0"/>
                </a:lnTo>
              </a:path>
            </a:pathLst>
          </a:custGeom>
          <a:noFill/>
          <a:ln w="29152">
            <a:solidFill>
              <a:srgbClr val="9C3E76"/>
            </a:solidFill>
            <a:prstDash val="solid"/>
          </a:ln>
        </p:spPr>
      </p:sp>
      <p:sp>
        <p:nvSpPr>
          <p:cNvPr id="9" name="p21_path_9">
            <a:extLst>
              <a:ext uri="{FF2B5EF4-FFF2-40B4-BE49-F238E27FC236}">
                <a16:creationId xmlns:a16="http://schemas.microsoft.com/office/drawing/2014/main" id="{2D5818B3-0540-4834-9CDA-A8304C413138}"/>
              </a:ext>
            </a:extLst>
          </p:cNvPr>
          <p:cNvSpPr>
            <a:spLocks/>
          </p:cNvSpPr>
          <p:nvPr/>
        </p:nvSpPr>
        <p:spPr>
          <a:xfrm>
            <a:off x="2227392" y="2181166"/>
            <a:ext cx="729" cy="136416"/>
          </a:xfrm>
          <a:custGeom>
            <a:avLst/>
            <a:gdLst/>
            <a:ahLst/>
            <a:cxnLst/>
            <a:rect l="0" t="0" r="0" b="0"/>
            <a:pathLst>
              <a:path w="953" h="178288">
                <a:moveTo>
                  <a:pt x="0" y="178288"/>
                </a:moveTo>
                <a:lnTo>
                  <a:pt x="0" y="0"/>
                </a:lnTo>
              </a:path>
            </a:pathLst>
          </a:custGeom>
          <a:noFill/>
          <a:ln w="29152">
            <a:solidFill>
              <a:srgbClr val="9C3E76"/>
            </a:solidFill>
            <a:prstDash val="solid"/>
          </a:ln>
        </p:spPr>
      </p:sp>
      <p:sp>
        <p:nvSpPr>
          <p:cNvPr id="10" name="p21_path_10">
            <a:extLst>
              <a:ext uri="{FF2B5EF4-FFF2-40B4-BE49-F238E27FC236}">
                <a16:creationId xmlns:a16="http://schemas.microsoft.com/office/drawing/2014/main" id="{54659E41-4091-4295-9832-D18C8D14DA72}"/>
              </a:ext>
            </a:extLst>
          </p:cNvPr>
          <p:cNvSpPr>
            <a:spLocks/>
          </p:cNvSpPr>
          <p:nvPr/>
        </p:nvSpPr>
        <p:spPr>
          <a:xfrm>
            <a:off x="2284785" y="2209591"/>
            <a:ext cx="729" cy="107990"/>
          </a:xfrm>
          <a:custGeom>
            <a:avLst/>
            <a:gdLst/>
            <a:ahLst/>
            <a:cxnLst/>
            <a:rect l="0" t="0" r="0" b="0"/>
            <a:pathLst>
              <a:path w="953" h="141137">
                <a:moveTo>
                  <a:pt x="0" y="141137"/>
                </a:moveTo>
                <a:lnTo>
                  <a:pt x="0" y="0"/>
                </a:lnTo>
              </a:path>
            </a:pathLst>
          </a:custGeom>
          <a:noFill/>
          <a:ln w="29152">
            <a:solidFill>
              <a:srgbClr val="9C3E76"/>
            </a:solidFill>
            <a:prstDash val="solid"/>
          </a:ln>
        </p:spPr>
      </p:sp>
      <p:sp>
        <p:nvSpPr>
          <p:cNvPr id="11" name="p21_path_11">
            <a:extLst>
              <a:ext uri="{FF2B5EF4-FFF2-40B4-BE49-F238E27FC236}">
                <a16:creationId xmlns:a16="http://schemas.microsoft.com/office/drawing/2014/main" id="{A82A1B56-33D7-486B-B1CD-F5D9D755BF34}"/>
              </a:ext>
            </a:extLst>
          </p:cNvPr>
          <p:cNvSpPr>
            <a:spLocks/>
          </p:cNvSpPr>
          <p:nvPr/>
        </p:nvSpPr>
        <p:spPr>
          <a:xfrm>
            <a:off x="2342178" y="2233651"/>
            <a:ext cx="729" cy="83931"/>
          </a:xfrm>
          <a:custGeom>
            <a:avLst/>
            <a:gdLst/>
            <a:ahLst/>
            <a:cxnLst/>
            <a:rect l="0" t="0" r="0" b="0"/>
            <a:pathLst>
              <a:path w="953" h="109693">
                <a:moveTo>
                  <a:pt x="0" y="109693"/>
                </a:moveTo>
                <a:lnTo>
                  <a:pt x="0" y="0"/>
                </a:lnTo>
              </a:path>
            </a:pathLst>
          </a:custGeom>
          <a:noFill/>
          <a:ln w="29152">
            <a:solidFill>
              <a:srgbClr val="9C3E76"/>
            </a:solidFill>
            <a:prstDash val="solid"/>
          </a:ln>
        </p:spPr>
      </p:sp>
      <p:sp>
        <p:nvSpPr>
          <p:cNvPr id="12" name="p21_path_12">
            <a:extLst>
              <a:ext uri="{FF2B5EF4-FFF2-40B4-BE49-F238E27FC236}">
                <a16:creationId xmlns:a16="http://schemas.microsoft.com/office/drawing/2014/main" id="{3AF4B307-BD07-4146-B576-F393C8AFF430}"/>
              </a:ext>
            </a:extLst>
          </p:cNvPr>
          <p:cNvSpPr>
            <a:spLocks/>
          </p:cNvSpPr>
          <p:nvPr/>
        </p:nvSpPr>
        <p:spPr>
          <a:xfrm>
            <a:off x="2399571" y="2253722"/>
            <a:ext cx="729" cy="63859"/>
          </a:xfrm>
          <a:custGeom>
            <a:avLst/>
            <a:gdLst/>
            <a:ahLst/>
            <a:cxnLst/>
            <a:rect l="0" t="0" r="0" b="0"/>
            <a:pathLst>
              <a:path w="953" h="83460">
                <a:moveTo>
                  <a:pt x="0" y="83460"/>
                </a:moveTo>
                <a:lnTo>
                  <a:pt x="0" y="0"/>
                </a:lnTo>
              </a:path>
            </a:pathLst>
          </a:custGeom>
          <a:noFill/>
          <a:ln w="29152">
            <a:solidFill>
              <a:srgbClr val="9C3E76"/>
            </a:solidFill>
            <a:prstDash val="solid"/>
          </a:ln>
        </p:spPr>
      </p:sp>
      <p:sp>
        <p:nvSpPr>
          <p:cNvPr id="13" name="p21_path_13">
            <a:extLst>
              <a:ext uri="{FF2B5EF4-FFF2-40B4-BE49-F238E27FC236}">
                <a16:creationId xmlns:a16="http://schemas.microsoft.com/office/drawing/2014/main" id="{AB0BE8B1-6192-4B39-9930-45CC5D89537D}"/>
              </a:ext>
            </a:extLst>
          </p:cNvPr>
          <p:cNvSpPr>
            <a:spLocks/>
          </p:cNvSpPr>
          <p:nvPr/>
        </p:nvSpPr>
        <p:spPr>
          <a:xfrm>
            <a:off x="2456964" y="2270226"/>
            <a:ext cx="729" cy="47356"/>
          </a:xfrm>
          <a:custGeom>
            <a:avLst/>
            <a:gdLst/>
            <a:ahLst/>
            <a:cxnLst/>
            <a:rect l="0" t="0" r="0" b="0"/>
            <a:pathLst>
              <a:path w="953" h="61891">
                <a:moveTo>
                  <a:pt x="0" y="61891"/>
                </a:moveTo>
                <a:lnTo>
                  <a:pt x="0" y="0"/>
                </a:lnTo>
              </a:path>
            </a:pathLst>
          </a:custGeom>
          <a:noFill/>
          <a:ln w="29152">
            <a:solidFill>
              <a:srgbClr val="9C3E76"/>
            </a:solidFill>
            <a:prstDash val="solid"/>
          </a:ln>
        </p:spPr>
      </p:sp>
      <p:sp>
        <p:nvSpPr>
          <p:cNvPr id="14" name="p21_path_14">
            <a:extLst>
              <a:ext uri="{FF2B5EF4-FFF2-40B4-BE49-F238E27FC236}">
                <a16:creationId xmlns:a16="http://schemas.microsoft.com/office/drawing/2014/main" id="{DECE5662-8C63-42F9-9C2A-66E8CFF8D7E4}"/>
              </a:ext>
            </a:extLst>
          </p:cNvPr>
          <p:cNvSpPr>
            <a:spLocks/>
          </p:cNvSpPr>
          <p:nvPr/>
        </p:nvSpPr>
        <p:spPr>
          <a:xfrm>
            <a:off x="2514357" y="2283594"/>
            <a:ext cx="729" cy="33988"/>
          </a:xfrm>
          <a:custGeom>
            <a:avLst/>
            <a:gdLst/>
            <a:ahLst/>
            <a:cxnLst/>
            <a:rect l="0" t="0" r="0" b="0"/>
            <a:pathLst>
              <a:path w="953" h="44420">
                <a:moveTo>
                  <a:pt x="0" y="44420"/>
                </a:moveTo>
                <a:lnTo>
                  <a:pt x="0" y="0"/>
                </a:lnTo>
              </a:path>
            </a:pathLst>
          </a:custGeom>
          <a:noFill/>
          <a:ln w="29152">
            <a:solidFill>
              <a:srgbClr val="9C3E76"/>
            </a:solidFill>
            <a:prstDash val="solid"/>
          </a:ln>
        </p:spPr>
      </p:sp>
      <p:sp>
        <p:nvSpPr>
          <p:cNvPr id="15" name="p21_path_15">
            <a:extLst>
              <a:ext uri="{FF2B5EF4-FFF2-40B4-BE49-F238E27FC236}">
                <a16:creationId xmlns:a16="http://schemas.microsoft.com/office/drawing/2014/main" id="{1D61BEEC-8F0A-4607-A02D-411071ADA16E}"/>
              </a:ext>
            </a:extLst>
          </p:cNvPr>
          <p:cNvSpPr>
            <a:spLocks/>
          </p:cNvSpPr>
          <p:nvPr/>
        </p:nvSpPr>
        <p:spPr>
          <a:xfrm>
            <a:off x="2571750" y="2294251"/>
            <a:ext cx="729" cy="23330"/>
          </a:xfrm>
          <a:custGeom>
            <a:avLst/>
            <a:gdLst/>
            <a:ahLst/>
            <a:cxnLst/>
            <a:rect l="0" t="0" r="0" b="0"/>
            <a:pathLst>
              <a:path w="953" h="30491">
                <a:moveTo>
                  <a:pt x="0" y="30491"/>
                </a:moveTo>
                <a:lnTo>
                  <a:pt x="0" y="0"/>
                </a:lnTo>
              </a:path>
            </a:pathLst>
          </a:custGeom>
          <a:noFill/>
          <a:ln w="29152">
            <a:solidFill>
              <a:srgbClr val="9C3E76"/>
            </a:solidFill>
            <a:prstDash val="solid"/>
          </a:ln>
        </p:spPr>
      </p:sp>
      <p:sp>
        <p:nvSpPr>
          <p:cNvPr id="16" name="p21_path_16">
            <a:extLst>
              <a:ext uri="{FF2B5EF4-FFF2-40B4-BE49-F238E27FC236}">
                <a16:creationId xmlns:a16="http://schemas.microsoft.com/office/drawing/2014/main" id="{BC9631F1-7DCF-42E4-8B39-A3D0B35A26FE}"/>
              </a:ext>
            </a:extLst>
          </p:cNvPr>
          <p:cNvSpPr>
            <a:spLocks/>
          </p:cNvSpPr>
          <p:nvPr/>
        </p:nvSpPr>
        <p:spPr>
          <a:xfrm>
            <a:off x="2629143" y="2302600"/>
            <a:ext cx="729" cy="14982"/>
          </a:xfrm>
          <a:custGeom>
            <a:avLst/>
            <a:gdLst/>
            <a:ahLst/>
            <a:cxnLst/>
            <a:rect l="0" t="0" r="0" b="0"/>
            <a:pathLst>
              <a:path w="953" h="19580">
                <a:moveTo>
                  <a:pt x="0" y="19580"/>
                </a:moveTo>
                <a:lnTo>
                  <a:pt x="0" y="0"/>
                </a:lnTo>
              </a:path>
            </a:pathLst>
          </a:custGeom>
          <a:noFill/>
          <a:ln w="29152">
            <a:solidFill>
              <a:srgbClr val="9C3E76"/>
            </a:solidFill>
            <a:prstDash val="solid"/>
          </a:ln>
        </p:spPr>
      </p:sp>
      <p:sp>
        <p:nvSpPr>
          <p:cNvPr id="17" name="p21_path_17">
            <a:extLst>
              <a:ext uri="{FF2B5EF4-FFF2-40B4-BE49-F238E27FC236}">
                <a16:creationId xmlns:a16="http://schemas.microsoft.com/office/drawing/2014/main" id="{2F724A8C-3CFA-4CF1-A29A-8E5CC8953D7A}"/>
              </a:ext>
            </a:extLst>
          </p:cNvPr>
          <p:cNvSpPr>
            <a:spLocks/>
          </p:cNvSpPr>
          <p:nvPr/>
        </p:nvSpPr>
        <p:spPr>
          <a:xfrm>
            <a:off x="2686536" y="2309011"/>
            <a:ext cx="729" cy="8571"/>
          </a:xfrm>
          <a:custGeom>
            <a:avLst/>
            <a:gdLst/>
            <a:ahLst/>
            <a:cxnLst/>
            <a:rect l="0" t="0" r="0" b="0"/>
            <a:pathLst>
              <a:path w="953" h="11201">
                <a:moveTo>
                  <a:pt x="0" y="11201"/>
                </a:moveTo>
                <a:lnTo>
                  <a:pt x="0" y="0"/>
                </a:lnTo>
              </a:path>
            </a:pathLst>
          </a:custGeom>
          <a:noFill/>
          <a:ln w="29152">
            <a:solidFill>
              <a:srgbClr val="9C3E76"/>
            </a:solidFill>
            <a:prstDash val="solid"/>
          </a:ln>
        </p:spPr>
      </p:sp>
      <p:sp>
        <p:nvSpPr>
          <p:cNvPr id="18" name="p21_path_18">
            <a:extLst>
              <a:ext uri="{FF2B5EF4-FFF2-40B4-BE49-F238E27FC236}">
                <a16:creationId xmlns:a16="http://schemas.microsoft.com/office/drawing/2014/main" id="{7438231B-CFDB-4DF2-9364-D477BD4F7339}"/>
              </a:ext>
            </a:extLst>
          </p:cNvPr>
          <p:cNvSpPr>
            <a:spLocks/>
          </p:cNvSpPr>
          <p:nvPr/>
        </p:nvSpPr>
        <p:spPr>
          <a:xfrm>
            <a:off x="2743929" y="2313819"/>
            <a:ext cx="729" cy="3762"/>
          </a:xfrm>
          <a:custGeom>
            <a:avLst/>
            <a:gdLst/>
            <a:ahLst/>
            <a:cxnLst/>
            <a:rect l="0" t="0" r="0" b="0"/>
            <a:pathLst>
              <a:path w="953" h="4917">
                <a:moveTo>
                  <a:pt x="0" y="4917"/>
                </a:moveTo>
                <a:lnTo>
                  <a:pt x="0" y="0"/>
                </a:lnTo>
              </a:path>
            </a:pathLst>
          </a:custGeom>
          <a:noFill/>
          <a:ln w="29152">
            <a:solidFill>
              <a:srgbClr val="9C3E76"/>
            </a:solidFill>
            <a:prstDash val="solid"/>
          </a:ln>
        </p:spPr>
      </p:sp>
      <p:sp>
        <p:nvSpPr>
          <p:cNvPr id="19" name="p21_path_19">
            <a:extLst>
              <a:ext uri="{FF2B5EF4-FFF2-40B4-BE49-F238E27FC236}">
                <a16:creationId xmlns:a16="http://schemas.microsoft.com/office/drawing/2014/main" id="{78EF65CA-DDA5-4292-830E-AA1CB10BFB76}"/>
              </a:ext>
            </a:extLst>
          </p:cNvPr>
          <p:cNvSpPr>
            <a:spLocks/>
          </p:cNvSpPr>
          <p:nvPr/>
        </p:nvSpPr>
        <p:spPr>
          <a:xfrm>
            <a:off x="2801322" y="2317321"/>
            <a:ext cx="729" cy="260"/>
          </a:xfrm>
          <a:custGeom>
            <a:avLst/>
            <a:gdLst/>
            <a:ahLst/>
            <a:cxnLst/>
            <a:rect l="0" t="0" r="0" b="0"/>
            <a:pathLst>
              <a:path w="953" h="340">
                <a:moveTo>
                  <a:pt x="0" y="340"/>
                </a:moveTo>
                <a:lnTo>
                  <a:pt x="0" y="0"/>
                </a:lnTo>
              </a:path>
            </a:pathLst>
          </a:custGeom>
          <a:noFill/>
          <a:ln w="29152">
            <a:solidFill>
              <a:srgbClr val="9C3E76"/>
            </a:solidFill>
            <a:prstDash val="solid"/>
          </a:ln>
        </p:spPr>
      </p:sp>
      <p:sp>
        <p:nvSpPr>
          <p:cNvPr id="20" name="p21_path_20">
            <a:extLst>
              <a:ext uri="{FF2B5EF4-FFF2-40B4-BE49-F238E27FC236}">
                <a16:creationId xmlns:a16="http://schemas.microsoft.com/office/drawing/2014/main" id="{6780E758-46E6-4B72-BB06-532169917E8C}"/>
              </a:ext>
            </a:extLst>
          </p:cNvPr>
          <p:cNvSpPr>
            <a:spLocks/>
          </p:cNvSpPr>
          <p:nvPr/>
        </p:nvSpPr>
        <p:spPr>
          <a:xfrm>
            <a:off x="2858715" y="2317581"/>
            <a:ext cx="729" cy="2193"/>
          </a:xfrm>
          <a:custGeom>
            <a:avLst/>
            <a:gdLst/>
            <a:ahLst/>
            <a:cxnLst/>
            <a:rect l="0" t="0" r="0" b="0"/>
            <a:pathLst>
              <a:path w="953" h="2867">
                <a:moveTo>
                  <a:pt x="0" y="0"/>
                </a:moveTo>
                <a:lnTo>
                  <a:pt x="0" y="2867"/>
                </a:lnTo>
              </a:path>
            </a:pathLst>
          </a:custGeom>
          <a:noFill/>
          <a:ln w="29152">
            <a:solidFill>
              <a:srgbClr val="9C3E76"/>
            </a:solidFill>
            <a:prstDash val="solid"/>
          </a:ln>
        </p:spPr>
      </p:sp>
      <p:sp>
        <p:nvSpPr>
          <p:cNvPr id="21" name="p21_path_21">
            <a:extLst>
              <a:ext uri="{FF2B5EF4-FFF2-40B4-BE49-F238E27FC236}">
                <a16:creationId xmlns:a16="http://schemas.microsoft.com/office/drawing/2014/main" id="{8BE691D9-9D05-42E7-BB2D-D733F85EA5D5}"/>
              </a:ext>
            </a:extLst>
          </p:cNvPr>
          <p:cNvSpPr>
            <a:spLocks/>
          </p:cNvSpPr>
          <p:nvPr/>
        </p:nvSpPr>
        <p:spPr>
          <a:xfrm>
            <a:off x="2011486" y="2272104"/>
            <a:ext cx="918287" cy="729"/>
          </a:xfrm>
          <a:custGeom>
            <a:avLst/>
            <a:gdLst/>
            <a:ahLst/>
            <a:cxnLst/>
            <a:rect l="0" t="0" r="0" b="0"/>
            <a:pathLst>
              <a:path w="1200150" h="953">
                <a:moveTo>
                  <a:pt x="0" y="0"/>
                </a:moveTo>
                <a:lnTo>
                  <a:pt x="1200150" y="0"/>
                </a:lnTo>
              </a:path>
            </a:pathLst>
          </a:custGeom>
          <a:noFill/>
          <a:ln w="5830">
            <a:solidFill>
              <a:srgbClr val="8599C3"/>
            </a:solidFill>
            <a:prstDash val="dash"/>
          </a:ln>
        </p:spPr>
      </p:sp>
      <p:sp>
        <p:nvSpPr>
          <p:cNvPr id="22" name="p21_path_22">
            <a:extLst>
              <a:ext uri="{FF2B5EF4-FFF2-40B4-BE49-F238E27FC236}">
                <a16:creationId xmlns:a16="http://schemas.microsoft.com/office/drawing/2014/main" id="{19D03E23-C040-4945-A37D-9514E37B621F}"/>
              </a:ext>
            </a:extLst>
          </p:cNvPr>
          <p:cNvSpPr>
            <a:spLocks/>
          </p:cNvSpPr>
          <p:nvPr/>
        </p:nvSpPr>
        <p:spPr>
          <a:xfrm>
            <a:off x="3104684" y="2033350"/>
            <a:ext cx="729" cy="284232"/>
          </a:xfrm>
          <a:custGeom>
            <a:avLst/>
            <a:gdLst/>
            <a:ahLst/>
            <a:cxnLst/>
            <a:rect l="0" t="0" r="0" b="0"/>
            <a:pathLst>
              <a:path w="953" h="371475">
                <a:moveTo>
                  <a:pt x="0" y="0"/>
                </a:moveTo>
                <a:lnTo>
                  <a:pt x="0" y="371475"/>
                </a:lnTo>
              </a:path>
            </a:pathLst>
          </a:custGeom>
          <a:noFill/>
          <a:ln w="8746">
            <a:solidFill>
              <a:srgbClr val="8599C3"/>
            </a:solidFill>
            <a:prstDash val="solid"/>
          </a:ln>
        </p:spPr>
      </p:sp>
      <p:sp>
        <p:nvSpPr>
          <p:cNvPr id="23" name="p21_path_23">
            <a:extLst>
              <a:ext uri="{FF2B5EF4-FFF2-40B4-BE49-F238E27FC236}">
                <a16:creationId xmlns:a16="http://schemas.microsoft.com/office/drawing/2014/main" id="{40BBE464-78EA-48A9-BAF6-32CF10791375}"/>
              </a:ext>
            </a:extLst>
          </p:cNvPr>
          <p:cNvSpPr>
            <a:spLocks/>
          </p:cNvSpPr>
          <p:nvPr/>
        </p:nvSpPr>
        <p:spPr>
          <a:xfrm>
            <a:off x="3104684" y="2317581"/>
            <a:ext cx="918287" cy="729"/>
          </a:xfrm>
          <a:custGeom>
            <a:avLst/>
            <a:gdLst/>
            <a:ahLst/>
            <a:cxnLst/>
            <a:rect l="0" t="0" r="0" b="0"/>
            <a:pathLst>
              <a:path w="1200150" h="953">
                <a:moveTo>
                  <a:pt x="0" y="0"/>
                </a:moveTo>
                <a:lnTo>
                  <a:pt x="1200150" y="0"/>
                </a:lnTo>
              </a:path>
            </a:pathLst>
          </a:custGeom>
          <a:noFill/>
          <a:ln w="8746">
            <a:solidFill>
              <a:srgbClr val="8599C3"/>
            </a:solidFill>
            <a:prstDash val="solid"/>
          </a:ln>
        </p:spPr>
      </p:sp>
      <p:sp>
        <p:nvSpPr>
          <p:cNvPr id="24" name="p21_path_24">
            <a:extLst>
              <a:ext uri="{FF2B5EF4-FFF2-40B4-BE49-F238E27FC236}">
                <a16:creationId xmlns:a16="http://schemas.microsoft.com/office/drawing/2014/main" id="{0C42936B-57A7-4A72-A8B0-DD2DDAE4A600}"/>
              </a:ext>
            </a:extLst>
          </p:cNvPr>
          <p:cNvSpPr>
            <a:spLocks/>
          </p:cNvSpPr>
          <p:nvPr/>
        </p:nvSpPr>
        <p:spPr>
          <a:xfrm>
            <a:off x="3104684" y="2077907"/>
            <a:ext cx="918287" cy="225463"/>
          </a:xfrm>
          <a:custGeom>
            <a:avLst/>
            <a:gdLst/>
            <a:ahLst/>
            <a:cxnLst/>
            <a:rect l="0" t="0" r="0" b="0"/>
            <a:pathLst>
              <a:path w="1200150" h="294667">
                <a:moveTo>
                  <a:pt x="0" y="283523"/>
                </a:moveTo>
                <a:lnTo>
                  <a:pt x="17393" y="278760"/>
                </a:lnTo>
                <a:lnTo>
                  <a:pt x="34787" y="292135"/>
                </a:lnTo>
                <a:lnTo>
                  <a:pt x="52180" y="272715"/>
                </a:lnTo>
                <a:lnTo>
                  <a:pt x="69574" y="294455"/>
                </a:lnTo>
                <a:lnTo>
                  <a:pt x="86967" y="274566"/>
                </a:lnTo>
                <a:lnTo>
                  <a:pt x="104361" y="288788"/>
                </a:lnTo>
                <a:lnTo>
                  <a:pt x="121754" y="282961"/>
                </a:lnTo>
                <a:lnTo>
                  <a:pt x="139148" y="279274"/>
                </a:lnTo>
                <a:lnTo>
                  <a:pt x="156541" y="291767"/>
                </a:lnTo>
                <a:lnTo>
                  <a:pt x="173935" y="272865"/>
                </a:lnTo>
                <a:lnTo>
                  <a:pt x="191328" y="294550"/>
                </a:lnTo>
                <a:lnTo>
                  <a:pt x="208722" y="274238"/>
                </a:lnTo>
                <a:lnTo>
                  <a:pt x="226115" y="289218"/>
                </a:lnTo>
                <a:lnTo>
                  <a:pt x="243509" y="281841"/>
                </a:lnTo>
                <a:lnTo>
                  <a:pt x="260902" y="276023"/>
                </a:lnTo>
                <a:lnTo>
                  <a:pt x="278296" y="273363"/>
                </a:lnTo>
                <a:lnTo>
                  <a:pt x="295689" y="212308"/>
                </a:lnTo>
                <a:lnTo>
                  <a:pt x="313083" y="149930"/>
                </a:lnTo>
                <a:lnTo>
                  <a:pt x="330476" y="30372"/>
                </a:lnTo>
                <a:lnTo>
                  <a:pt x="347870" y="0"/>
                </a:lnTo>
                <a:lnTo>
                  <a:pt x="365263" y="38272"/>
                </a:lnTo>
                <a:lnTo>
                  <a:pt x="382657" y="135646"/>
                </a:lnTo>
                <a:lnTo>
                  <a:pt x="400050" y="230235"/>
                </a:lnTo>
                <a:lnTo>
                  <a:pt x="417443" y="255232"/>
                </a:lnTo>
                <a:lnTo>
                  <a:pt x="434837" y="290880"/>
                </a:lnTo>
                <a:lnTo>
                  <a:pt x="452230" y="273109"/>
                </a:lnTo>
                <a:lnTo>
                  <a:pt x="469624" y="290150"/>
                </a:lnTo>
                <a:lnTo>
                  <a:pt x="487017" y="281285"/>
                </a:lnTo>
                <a:lnTo>
                  <a:pt x="504411" y="280876"/>
                </a:lnTo>
                <a:lnTo>
                  <a:pt x="521804" y="290543"/>
                </a:lnTo>
                <a:lnTo>
                  <a:pt x="539198" y="273478"/>
                </a:lnTo>
                <a:lnTo>
                  <a:pt x="556591" y="294667"/>
                </a:lnTo>
                <a:lnTo>
                  <a:pt x="573985" y="273419"/>
                </a:lnTo>
                <a:lnTo>
                  <a:pt x="591378" y="290648"/>
                </a:lnTo>
                <a:lnTo>
                  <a:pt x="608772" y="280728"/>
                </a:lnTo>
                <a:lnTo>
                  <a:pt x="626165" y="281334"/>
                </a:lnTo>
                <a:lnTo>
                  <a:pt x="643559" y="289616"/>
                </a:lnTo>
                <a:lnTo>
                  <a:pt x="660952" y="271693"/>
                </a:lnTo>
                <a:lnTo>
                  <a:pt x="678346" y="287720"/>
                </a:lnTo>
                <a:lnTo>
                  <a:pt x="695739" y="254359"/>
                </a:lnTo>
                <a:lnTo>
                  <a:pt x="713133" y="250075"/>
                </a:lnTo>
                <a:lnTo>
                  <a:pt x="730526" y="208747"/>
                </a:lnTo>
                <a:lnTo>
                  <a:pt x="747920" y="182257"/>
                </a:lnTo>
                <a:lnTo>
                  <a:pt x="765313" y="178193"/>
                </a:lnTo>
                <a:lnTo>
                  <a:pt x="782707" y="174292"/>
                </a:lnTo>
                <a:lnTo>
                  <a:pt x="800100" y="223149"/>
                </a:lnTo>
                <a:lnTo>
                  <a:pt x="817493" y="231999"/>
                </a:lnTo>
                <a:lnTo>
                  <a:pt x="834887" y="272641"/>
                </a:lnTo>
                <a:lnTo>
                  <a:pt x="852280" y="272740"/>
                </a:lnTo>
                <a:lnTo>
                  <a:pt x="869674" y="280497"/>
                </a:lnTo>
                <a:lnTo>
                  <a:pt x="887067" y="288676"/>
                </a:lnTo>
                <a:lnTo>
                  <a:pt x="904461" y="274229"/>
                </a:lnTo>
                <a:lnTo>
                  <a:pt x="921854" y="294516"/>
                </a:lnTo>
                <a:lnTo>
                  <a:pt x="939248" y="272824"/>
                </a:lnTo>
                <a:lnTo>
                  <a:pt x="956641" y="291860"/>
                </a:lnTo>
                <a:lnTo>
                  <a:pt x="974035" y="279147"/>
                </a:lnTo>
                <a:lnTo>
                  <a:pt x="991428" y="283099"/>
                </a:lnTo>
                <a:lnTo>
                  <a:pt x="1008822" y="288666"/>
                </a:lnTo>
                <a:lnTo>
                  <a:pt x="1026215" y="274649"/>
                </a:lnTo>
                <a:lnTo>
                  <a:pt x="1043609" y="294427"/>
                </a:lnTo>
                <a:lnTo>
                  <a:pt x="1061002" y="272682"/>
                </a:lnTo>
                <a:lnTo>
                  <a:pt x="1078396" y="292222"/>
                </a:lnTo>
                <a:lnTo>
                  <a:pt x="1095789" y="278636"/>
                </a:lnTo>
                <a:lnTo>
                  <a:pt x="1113183" y="283661"/>
                </a:lnTo>
                <a:lnTo>
                  <a:pt x="1130576" y="288161"/>
                </a:lnTo>
                <a:lnTo>
                  <a:pt x="1147970" y="275000"/>
                </a:lnTo>
                <a:lnTo>
                  <a:pt x="1165363" y="294297"/>
                </a:lnTo>
                <a:lnTo>
                  <a:pt x="1182757" y="272565"/>
                </a:lnTo>
                <a:lnTo>
                  <a:pt x="1200150" y="292562"/>
                </a:lnTo>
              </a:path>
            </a:pathLst>
          </a:custGeom>
          <a:noFill/>
          <a:ln w="13847">
            <a:solidFill>
              <a:srgbClr val="394D93"/>
            </a:solidFill>
            <a:prstDash val="solid"/>
          </a:ln>
        </p:spPr>
      </p:sp>
      <p:sp>
        <p:nvSpPr>
          <p:cNvPr id="25" name="p21_path_25">
            <a:extLst>
              <a:ext uri="{FF2B5EF4-FFF2-40B4-BE49-F238E27FC236}">
                <a16:creationId xmlns:a16="http://schemas.microsoft.com/office/drawing/2014/main" id="{3065AC4E-DB01-41C6-A671-39BAACCB4AF4}"/>
              </a:ext>
            </a:extLst>
          </p:cNvPr>
          <p:cNvSpPr>
            <a:spLocks/>
          </p:cNvSpPr>
          <p:nvPr/>
        </p:nvSpPr>
        <p:spPr>
          <a:xfrm>
            <a:off x="4307203" y="1873014"/>
            <a:ext cx="801679" cy="1384718"/>
          </a:xfrm>
          <a:custGeom>
            <a:avLst/>
            <a:gdLst/>
            <a:ahLst/>
            <a:cxnLst/>
            <a:rect l="0" t="0" r="0" b="0"/>
            <a:pathLst>
              <a:path w="1047750" h="1809750">
                <a:moveTo>
                  <a:pt x="0" y="0"/>
                </a:moveTo>
                <a:lnTo>
                  <a:pt x="742950" y="0"/>
                </a:lnTo>
                <a:lnTo>
                  <a:pt x="742950" y="1809750"/>
                </a:lnTo>
                <a:lnTo>
                  <a:pt x="1047750" y="1809750"/>
                </a:lnTo>
              </a:path>
            </a:pathLst>
          </a:custGeom>
          <a:noFill/>
          <a:ln w="13118">
            <a:solidFill>
              <a:srgbClr val="9C3E76"/>
            </a:solidFill>
            <a:prstDash val="solid"/>
          </a:ln>
        </p:spPr>
      </p:sp>
      <p:sp>
        <p:nvSpPr>
          <p:cNvPr id="26" name="p21_path_26">
            <a:extLst>
              <a:ext uri="{FF2B5EF4-FFF2-40B4-BE49-F238E27FC236}">
                <a16:creationId xmlns:a16="http://schemas.microsoft.com/office/drawing/2014/main" id="{00F2ADCC-7266-4DE6-8F06-383AEDEF2EBD}"/>
              </a:ext>
            </a:extLst>
          </p:cNvPr>
          <p:cNvSpPr>
            <a:spLocks/>
          </p:cNvSpPr>
          <p:nvPr/>
        </p:nvSpPr>
        <p:spPr>
          <a:xfrm>
            <a:off x="5021426" y="3219252"/>
            <a:ext cx="87456" cy="76961"/>
          </a:xfrm>
          <a:custGeom>
            <a:avLst/>
            <a:gdLst/>
            <a:ahLst/>
            <a:cxnLst/>
            <a:rect l="0" t="0" r="0" b="0"/>
            <a:pathLst>
              <a:path w="114300" h="100584">
                <a:moveTo>
                  <a:pt x="114300" y="50292"/>
                </a:moveTo>
                <a:lnTo>
                  <a:pt x="0" y="100584"/>
                </a:lnTo>
                <a:lnTo>
                  <a:pt x="0" y="0"/>
                </a:lnTo>
                <a:close/>
              </a:path>
            </a:pathLst>
          </a:custGeom>
          <a:solidFill>
            <a:srgbClr val="9C3E76"/>
          </a:solidFill>
          <a:ln w="0">
            <a:noFill/>
            <a:prstDash val="solid"/>
          </a:ln>
        </p:spPr>
      </p:sp>
      <p:sp>
        <p:nvSpPr>
          <p:cNvPr id="27" name="p21_rect_27">
            <a:extLst>
              <a:ext uri="{FF2B5EF4-FFF2-40B4-BE49-F238E27FC236}">
                <a16:creationId xmlns:a16="http://schemas.microsoft.com/office/drawing/2014/main" id="{8E433BB1-8325-4E34-9272-3B63894A72CF}"/>
              </a:ext>
            </a:extLst>
          </p:cNvPr>
          <p:cNvSpPr>
            <a:spLocks/>
          </p:cNvSpPr>
          <p:nvPr/>
        </p:nvSpPr>
        <p:spPr>
          <a:xfrm>
            <a:off x="182200" y="2660117"/>
            <a:ext cx="4052123" cy="1195231"/>
          </a:xfrm>
          <a:prstGeom prst="roundRect">
            <a:avLst>
              <a:gd name="adj" fmla="val 8537"/>
            </a:avLst>
          </a:prstGeom>
          <a:gradFill>
            <a:gsLst>
              <a:gs pos="0">
                <a:srgbClr val="FEFEFF"/>
              </a:gs>
              <a:gs pos="100000">
                <a:srgbClr val="EDF0F8"/>
              </a:gs>
            </a:gsLst>
            <a:lin ang="5400000"/>
          </a:gradFill>
          <a:ln w="12390">
            <a:solidFill>
              <a:srgbClr val="172956"/>
            </a:solidFill>
            <a:prstDash val="solid"/>
          </a:ln>
        </p:spPr>
      </p:sp>
      <p:sp>
        <p:nvSpPr>
          <p:cNvPr id="28" name="p21_rect_28">
            <a:extLst>
              <a:ext uri="{FF2B5EF4-FFF2-40B4-BE49-F238E27FC236}">
                <a16:creationId xmlns:a16="http://schemas.microsoft.com/office/drawing/2014/main" id="{F56DEA9C-23E8-46AF-BDF8-A8C651A820C7}"/>
              </a:ext>
            </a:extLst>
          </p:cNvPr>
          <p:cNvSpPr>
            <a:spLocks/>
          </p:cNvSpPr>
          <p:nvPr/>
        </p:nvSpPr>
        <p:spPr>
          <a:xfrm>
            <a:off x="306096" y="3374340"/>
            <a:ext cx="1443022" cy="349824"/>
          </a:xfrm>
          <a:prstGeom prst="roundRect">
            <a:avLst>
              <a:gd name="adj" fmla="val 10417"/>
            </a:avLst>
          </a:prstGeom>
          <a:solidFill>
            <a:srgbClr val="FFFFFF"/>
          </a:solidFill>
          <a:ln w="7288">
            <a:solidFill>
              <a:srgbClr val="8599C3"/>
            </a:solidFill>
            <a:prstDash val="solid"/>
          </a:ln>
        </p:spPr>
      </p:sp>
      <p:sp>
        <p:nvSpPr>
          <p:cNvPr id="29" name="p21_path_29">
            <a:extLst>
              <a:ext uri="{FF2B5EF4-FFF2-40B4-BE49-F238E27FC236}">
                <a16:creationId xmlns:a16="http://schemas.microsoft.com/office/drawing/2014/main" id="{A1C335D8-2316-4F62-A316-614E352D8DDA}"/>
              </a:ext>
            </a:extLst>
          </p:cNvPr>
          <p:cNvSpPr>
            <a:spLocks/>
          </p:cNvSpPr>
          <p:nvPr/>
        </p:nvSpPr>
        <p:spPr>
          <a:xfrm>
            <a:off x="486473" y="3419526"/>
            <a:ext cx="92922" cy="90371"/>
          </a:xfrm>
          <a:custGeom>
            <a:avLst/>
            <a:gdLst/>
            <a:ahLst/>
            <a:cxnLst/>
            <a:rect l="0" t="0" r="0" b="0"/>
            <a:pathLst>
              <a:path w="121444" h="118110">
                <a:moveTo>
                  <a:pt x="121444" y="0"/>
                </a:moveTo>
                <a:lnTo>
                  <a:pt x="0" y="118110"/>
                </a:lnTo>
              </a:path>
            </a:pathLst>
          </a:custGeom>
          <a:noFill/>
          <a:ln w="10932">
            <a:solidFill>
              <a:srgbClr val="394D93"/>
            </a:solidFill>
            <a:prstDash val="solid"/>
          </a:ln>
        </p:spPr>
      </p:sp>
      <p:sp>
        <p:nvSpPr>
          <p:cNvPr id="30" name="p21_path_30">
            <a:extLst>
              <a:ext uri="{FF2B5EF4-FFF2-40B4-BE49-F238E27FC236}">
                <a16:creationId xmlns:a16="http://schemas.microsoft.com/office/drawing/2014/main" id="{E669F8CB-6088-49B4-A909-23CF39BA5376}"/>
              </a:ext>
            </a:extLst>
          </p:cNvPr>
          <p:cNvSpPr>
            <a:spLocks/>
          </p:cNvSpPr>
          <p:nvPr/>
        </p:nvSpPr>
        <p:spPr>
          <a:xfrm>
            <a:off x="579395" y="3419526"/>
            <a:ext cx="107789" cy="90371"/>
          </a:xfrm>
          <a:custGeom>
            <a:avLst/>
            <a:gdLst/>
            <a:ahLst/>
            <a:cxnLst/>
            <a:rect l="0" t="0" r="0" b="0"/>
            <a:pathLst>
              <a:path w="140875" h="118110">
                <a:moveTo>
                  <a:pt x="0" y="0"/>
                </a:moveTo>
                <a:lnTo>
                  <a:pt x="140875" y="118110"/>
                </a:lnTo>
              </a:path>
            </a:pathLst>
          </a:custGeom>
          <a:noFill/>
          <a:ln w="10932">
            <a:solidFill>
              <a:srgbClr val="394D93"/>
            </a:solidFill>
            <a:prstDash val="solid"/>
          </a:ln>
        </p:spPr>
      </p:sp>
      <p:sp>
        <p:nvSpPr>
          <p:cNvPr id="31" name="p21_path_31">
            <a:extLst>
              <a:ext uri="{FF2B5EF4-FFF2-40B4-BE49-F238E27FC236}">
                <a16:creationId xmlns:a16="http://schemas.microsoft.com/office/drawing/2014/main" id="{B4905A1D-17D5-4357-BA3B-80785E7EBD03}"/>
              </a:ext>
            </a:extLst>
          </p:cNvPr>
          <p:cNvSpPr>
            <a:spLocks/>
          </p:cNvSpPr>
          <p:nvPr/>
        </p:nvSpPr>
        <p:spPr>
          <a:xfrm>
            <a:off x="423287" y="3509897"/>
            <a:ext cx="63187" cy="99117"/>
          </a:xfrm>
          <a:custGeom>
            <a:avLst/>
            <a:gdLst/>
            <a:ahLst/>
            <a:cxnLst/>
            <a:rect l="0" t="0" r="0" b="0"/>
            <a:pathLst>
              <a:path w="82582" h="129540">
                <a:moveTo>
                  <a:pt x="82582" y="0"/>
                </a:moveTo>
                <a:lnTo>
                  <a:pt x="0" y="129540"/>
                </a:lnTo>
              </a:path>
            </a:pathLst>
          </a:custGeom>
          <a:noFill/>
          <a:ln w="10932">
            <a:solidFill>
              <a:srgbClr val="394D93"/>
            </a:solidFill>
            <a:prstDash val="solid"/>
          </a:ln>
        </p:spPr>
      </p:sp>
      <p:sp>
        <p:nvSpPr>
          <p:cNvPr id="32" name="p21_path_32">
            <a:extLst>
              <a:ext uri="{FF2B5EF4-FFF2-40B4-BE49-F238E27FC236}">
                <a16:creationId xmlns:a16="http://schemas.microsoft.com/office/drawing/2014/main" id="{A0177D1A-4957-4A6B-A4B5-36EC774FBC11}"/>
              </a:ext>
            </a:extLst>
          </p:cNvPr>
          <p:cNvSpPr>
            <a:spLocks/>
          </p:cNvSpPr>
          <p:nvPr/>
        </p:nvSpPr>
        <p:spPr>
          <a:xfrm>
            <a:off x="486473" y="3509897"/>
            <a:ext cx="52036" cy="99117"/>
          </a:xfrm>
          <a:custGeom>
            <a:avLst/>
            <a:gdLst/>
            <a:ahLst/>
            <a:cxnLst/>
            <a:rect l="0" t="0" r="0" b="0"/>
            <a:pathLst>
              <a:path w="68009" h="129540">
                <a:moveTo>
                  <a:pt x="0" y="0"/>
                </a:moveTo>
                <a:lnTo>
                  <a:pt x="68009" y="129540"/>
                </a:lnTo>
              </a:path>
            </a:pathLst>
          </a:custGeom>
          <a:noFill/>
          <a:ln w="10932">
            <a:solidFill>
              <a:srgbClr val="394D93"/>
            </a:solidFill>
            <a:prstDash val="solid"/>
          </a:ln>
        </p:spPr>
      </p:sp>
      <p:sp>
        <p:nvSpPr>
          <p:cNvPr id="33" name="p21_path_33">
            <a:extLst>
              <a:ext uri="{FF2B5EF4-FFF2-40B4-BE49-F238E27FC236}">
                <a16:creationId xmlns:a16="http://schemas.microsoft.com/office/drawing/2014/main" id="{5591C170-68DF-42CC-B977-A854B56E31FE}"/>
              </a:ext>
            </a:extLst>
          </p:cNvPr>
          <p:cNvSpPr>
            <a:spLocks/>
          </p:cNvSpPr>
          <p:nvPr/>
        </p:nvSpPr>
        <p:spPr>
          <a:xfrm>
            <a:off x="642582" y="3509897"/>
            <a:ext cx="44603" cy="99117"/>
          </a:xfrm>
          <a:custGeom>
            <a:avLst/>
            <a:gdLst/>
            <a:ahLst/>
            <a:cxnLst/>
            <a:rect l="0" t="0" r="0" b="0"/>
            <a:pathLst>
              <a:path w="58293" h="129540">
                <a:moveTo>
                  <a:pt x="58293" y="0"/>
                </a:moveTo>
                <a:lnTo>
                  <a:pt x="0" y="129540"/>
                </a:lnTo>
              </a:path>
            </a:pathLst>
          </a:custGeom>
          <a:noFill/>
          <a:ln w="10932">
            <a:solidFill>
              <a:srgbClr val="394D93"/>
            </a:solidFill>
            <a:prstDash val="solid"/>
          </a:ln>
        </p:spPr>
      </p:sp>
      <p:sp>
        <p:nvSpPr>
          <p:cNvPr id="34" name="p21_path_34">
            <a:extLst>
              <a:ext uri="{FF2B5EF4-FFF2-40B4-BE49-F238E27FC236}">
                <a16:creationId xmlns:a16="http://schemas.microsoft.com/office/drawing/2014/main" id="{4159A80F-D669-44F1-949C-8108305B6B19}"/>
              </a:ext>
            </a:extLst>
          </p:cNvPr>
          <p:cNvSpPr>
            <a:spLocks/>
          </p:cNvSpPr>
          <p:nvPr/>
        </p:nvSpPr>
        <p:spPr>
          <a:xfrm>
            <a:off x="687185" y="3509897"/>
            <a:ext cx="52036" cy="99117"/>
          </a:xfrm>
          <a:custGeom>
            <a:avLst/>
            <a:gdLst/>
            <a:ahLst/>
            <a:cxnLst/>
            <a:rect l="0" t="0" r="0" b="0"/>
            <a:pathLst>
              <a:path w="68009" h="129540">
                <a:moveTo>
                  <a:pt x="0" y="0"/>
                </a:moveTo>
                <a:lnTo>
                  <a:pt x="68009" y="129540"/>
                </a:lnTo>
              </a:path>
            </a:pathLst>
          </a:custGeom>
          <a:noFill/>
          <a:ln w="10932">
            <a:solidFill>
              <a:srgbClr val="394D93"/>
            </a:solidFill>
            <a:prstDash val="solid"/>
          </a:ln>
        </p:spPr>
      </p:sp>
      <p:sp>
        <p:nvSpPr>
          <p:cNvPr id="35" name="p21_path_35">
            <a:extLst>
              <a:ext uri="{FF2B5EF4-FFF2-40B4-BE49-F238E27FC236}">
                <a16:creationId xmlns:a16="http://schemas.microsoft.com/office/drawing/2014/main" id="{400A2807-54D6-45B2-99BA-09BA55F5CC09}"/>
              </a:ext>
            </a:extLst>
          </p:cNvPr>
          <p:cNvSpPr>
            <a:spLocks/>
          </p:cNvSpPr>
          <p:nvPr/>
        </p:nvSpPr>
        <p:spPr>
          <a:xfrm>
            <a:off x="493907" y="3609013"/>
            <a:ext cx="44603" cy="78710"/>
          </a:xfrm>
          <a:custGeom>
            <a:avLst/>
            <a:gdLst/>
            <a:ahLst/>
            <a:cxnLst/>
            <a:rect l="0" t="0" r="0" b="0"/>
            <a:pathLst>
              <a:path w="58293" h="102870">
                <a:moveTo>
                  <a:pt x="58293" y="0"/>
                </a:moveTo>
                <a:lnTo>
                  <a:pt x="0" y="102870"/>
                </a:lnTo>
              </a:path>
            </a:pathLst>
          </a:custGeom>
          <a:noFill/>
          <a:ln w="10932">
            <a:solidFill>
              <a:srgbClr val="394D93"/>
            </a:solidFill>
            <a:prstDash val="solid"/>
          </a:ln>
        </p:spPr>
      </p:sp>
      <p:sp>
        <p:nvSpPr>
          <p:cNvPr id="36" name="p21_path_36">
            <a:extLst>
              <a:ext uri="{FF2B5EF4-FFF2-40B4-BE49-F238E27FC236}">
                <a16:creationId xmlns:a16="http://schemas.microsoft.com/office/drawing/2014/main" id="{A6017BEF-5AF1-4B7E-A13E-9CBD41296FEC}"/>
              </a:ext>
            </a:extLst>
          </p:cNvPr>
          <p:cNvSpPr>
            <a:spLocks/>
          </p:cNvSpPr>
          <p:nvPr/>
        </p:nvSpPr>
        <p:spPr>
          <a:xfrm>
            <a:off x="538510" y="3609013"/>
            <a:ext cx="40886" cy="78710"/>
          </a:xfrm>
          <a:custGeom>
            <a:avLst/>
            <a:gdLst/>
            <a:ahLst/>
            <a:cxnLst/>
            <a:rect l="0" t="0" r="0" b="0"/>
            <a:pathLst>
              <a:path w="53435" h="102870">
                <a:moveTo>
                  <a:pt x="0" y="0"/>
                </a:moveTo>
                <a:lnTo>
                  <a:pt x="53435" y="102870"/>
                </a:lnTo>
              </a:path>
            </a:pathLst>
          </a:custGeom>
          <a:noFill/>
          <a:ln w="10932">
            <a:solidFill>
              <a:srgbClr val="394D93"/>
            </a:solidFill>
            <a:prstDash val="solid"/>
          </a:ln>
        </p:spPr>
      </p:sp>
      <p:sp>
        <p:nvSpPr>
          <p:cNvPr id="37" name="p21_ellipse_37">
            <a:extLst>
              <a:ext uri="{FF2B5EF4-FFF2-40B4-BE49-F238E27FC236}">
                <a16:creationId xmlns:a16="http://schemas.microsoft.com/office/drawing/2014/main" id="{E1691436-1ABD-44D2-B66E-DE28BACB22C9}"/>
              </a:ext>
            </a:extLst>
          </p:cNvPr>
          <p:cNvSpPr>
            <a:spLocks/>
          </p:cNvSpPr>
          <p:nvPr/>
        </p:nvSpPr>
        <p:spPr>
          <a:xfrm>
            <a:off x="550243" y="3390374"/>
            <a:ext cx="58304" cy="58304"/>
          </a:xfrm>
          <a:prstGeom prst="ellipse">
            <a:avLst/>
          </a:prstGeom>
          <a:solidFill>
            <a:srgbClr val="CAD4EF"/>
          </a:solidFill>
          <a:ln w="9474">
            <a:solidFill>
              <a:srgbClr val="394D93"/>
            </a:solidFill>
            <a:prstDash val="solid"/>
          </a:ln>
        </p:spPr>
      </p:sp>
      <p:sp>
        <p:nvSpPr>
          <p:cNvPr id="38" name="p21_ellipse_38">
            <a:extLst>
              <a:ext uri="{FF2B5EF4-FFF2-40B4-BE49-F238E27FC236}">
                <a16:creationId xmlns:a16="http://schemas.microsoft.com/office/drawing/2014/main" id="{B6ACCDDE-AC87-490C-ADE4-442BC66AA501}"/>
              </a:ext>
            </a:extLst>
          </p:cNvPr>
          <p:cNvSpPr>
            <a:spLocks/>
          </p:cNvSpPr>
          <p:nvPr/>
        </p:nvSpPr>
        <p:spPr>
          <a:xfrm>
            <a:off x="457321" y="3480745"/>
            <a:ext cx="58304" cy="58304"/>
          </a:xfrm>
          <a:prstGeom prst="ellipse">
            <a:avLst/>
          </a:prstGeom>
          <a:solidFill>
            <a:srgbClr val="CAD4EF"/>
          </a:solidFill>
          <a:ln w="9474">
            <a:solidFill>
              <a:srgbClr val="394D93"/>
            </a:solidFill>
            <a:prstDash val="solid"/>
          </a:ln>
        </p:spPr>
      </p:sp>
      <p:sp>
        <p:nvSpPr>
          <p:cNvPr id="39" name="p21_ellipse_39">
            <a:extLst>
              <a:ext uri="{FF2B5EF4-FFF2-40B4-BE49-F238E27FC236}">
                <a16:creationId xmlns:a16="http://schemas.microsoft.com/office/drawing/2014/main" id="{E8C3084F-0DF8-42DF-97F1-098D9A0FDEE0}"/>
              </a:ext>
            </a:extLst>
          </p:cNvPr>
          <p:cNvSpPr>
            <a:spLocks/>
          </p:cNvSpPr>
          <p:nvPr/>
        </p:nvSpPr>
        <p:spPr>
          <a:xfrm>
            <a:off x="658033" y="3480745"/>
            <a:ext cx="58304" cy="58304"/>
          </a:xfrm>
          <a:prstGeom prst="ellipse">
            <a:avLst/>
          </a:prstGeom>
          <a:solidFill>
            <a:srgbClr val="CAD4EF"/>
          </a:solidFill>
          <a:ln w="9474">
            <a:solidFill>
              <a:srgbClr val="394D93"/>
            </a:solidFill>
            <a:prstDash val="solid"/>
          </a:ln>
        </p:spPr>
      </p:sp>
      <p:sp>
        <p:nvSpPr>
          <p:cNvPr id="40" name="p21_ellipse_40">
            <a:extLst>
              <a:ext uri="{FF2B5EF4-FFF2-40B4-BE49-F238E27FC236}">
                <a16:creationId xmlns:a16="http://schemas.microsoft.com/office/drawing/2014/main" id="{DE308796-4915-4082-89F9-881F4CC94E0D}"/>
              </a:ext>
            </a:extLst>
          </p:cNvPr>
          <p:cNvSpPr>
            <a:spLocks/>
          </p:cNvSpPr>
          <p:nvPr/>
        </p:nvSpPr>
        <p:spPr>
          <a:xfrm>
            <a:off x="394135" y="3579861"/>
            <a:ext cx="58304" cy="58304"/>
          </a:xfrm>
          <a:prstGeom prst="ellipse">
            <a:avLst/>
          </a:prstGeom>
          <a:solidFill>
            <a:srgbClr val="CAD4EF"/>
          </a:solidFill>
          <a:ln w="9474">
            <a:solidFill>
              <a:srgbClr val="394D93"/>
            </a:solidFill>
            <a:prstDash val="solid"/>
          </a:ln>
        </p:spPr>
      </p:sp>
      <p:sp>
        <p:nvSpPr>
          <p:cNvPr id="41" name="p21_ellipse_41">
            <a:extLst>
              <a:ext uri="{FF2B5EF4-FFF2-40B4-BE49-F238E27FC236}">
                <a16:creationId xmlns:a16="http://schemas.microsoft.com/office/drawing/2014/main" id="{E897A1B8-98BC-4D0A-A2A2-F7F7037CE6A9}"/>
              </a:ext>
            </a:extLst>
          </p:cNvPr>
          <p:cNvSpPr>
            <a:spLocks/>
          </p:cNvSpPr>
          <p:nvPr/>
        </p:nvSpPr>
        <p:spPr>
          <a:xfrm>
            <a:off x="509358" y="3579861"/>
            <a:ext cx="58304" cy="58304"/>
          </a:xfrm>
          <a:prstGeom prst="ellipse">
            <a:avLst/>
          </a:prstGeom>
          <a:solidFill>
            <a:srgbClr val="CAD4EF"/>
          </a:solidFill>
          <a:ln w="9474">
            <a:solidFill>
              <a:srgbClr val="394D93"/>
            </a:solidFill>
            <a:prstDash val="solid"/>
          </a:ln>
        </p:spPr>
      </p:sp>
      <p:sp>
        <p:nvSpPr>
          <p:cNvPr id="42" name="p21_ellipse_42">
            <a:extLst>
              <a:ext uri="{FF2B5EF4-FFF2-40B4-BE49-F238E27FC236}">
                <a16:creationId xmlns:a16="http://schemas.microsoft.com/office/drawing/2014/main" id="{AD20C6D6-859B-4FD0-8161-B389E49886F1}"/>
              </a:ext>
            </a:extLst>
          </p:cNvPr>
          <p:cNvSpPr>
            <a:spLocks/>
          </p:cNvSpPr>
          <p:nvPr/>
        </p:nvSpPr>
        <p:spPr>
          <a:xfrm>
            <a:off x="613430" y="3579861"/>
            <a:ext cx="58304" cy="58304"/>
          </a:xfrm>
          <a:prstGeom prst="ellipse">
            <a:avLst/>
          </a:prstGeom>
          <a:solidFill>
            <a:srgbClr val="FFFFFF"/>
          </a:solidFill>
          <a:ln w="9474">
            <a:solidFill>
              <a:srgbClr val="394D93"/>
            </a:solidFill>
            <a:prstDash val="solid"/>
          </a:ln>
        </p:spPr>
      </p:sp>
      <p:sp>
        <p:nvSpPr>
          <p:cNvPr id="43" name="p21_ellipse_43">
            <a:extLst>
              <a:ext uri="{FF2B5EF4-FFF2-40B4-BE49-F238E27FC236}">
                <a16:creationId xmlns:a16="http://schemas.microsoft.com/office/drawing/2014/main" id="{D017A290-2004-4CC3-B6BD-2B6EBF355742}"/>
              </a:ext>
            </a:extLst>
          </p:cNvPr>
          <p:cNvSpPr>
            <a:spLocks/>
          </p:cNvSpPr>
          <p:nvPr/>
        </p:nvSpPr>
        <p:spPr>
          <a:xfrm>
            <a:off x="710069" y="3579861"/>
            <a:ext cx="58304" cy="58304"/>
          </a:xfrm>
          <a:prstGeom prst="ellipse">
            <a:avLst/>
          </a:prstGeom>
          <a:solidFill>
            <a:srgbClr val="FFFFFF"/>
          </a:solidFill>
          <a:ln w="9474">
            <a:solidFill>
              <a:srgbClr val="394D93"/>
            </a:solidFill>
            <a:prstDash val="solid"/>
          </a:ln>
        </p:spPr>
      </p:sp>
      <p:sp>
        <p:nvSpPr>
          <p:cNvPr id="44" name="p21_ellipse_44">
            <a:extLst>
              <a:ext uri="{FF2B5EF4-FFF2-40B4-BE49-F238E27FC236}">
                <a16:creationId xmlns:a16="http://schemas.microsoft.com/office/drawing/2014/main" id="{95CA90C3-2CC7-4F00-BFE9-3AE56C61EBC1}"/>
              </a:ext>
            </a:extLst>
          </p:cNvPr>
          <p:cNvSpPr>
            <a:spLocks/>
          </p:cNvSpPr>
          <p:nvPr/>
        </p:nvSpPr>
        <p:spPr>
          <a:xfrm>
            <a:off x="464755" y="3658572"/>
            <a:ext cx="58304" cy="58304"/>
          </a:xfrm>
          <a:prstGeom prst="ellipse">
            <a:avLst/>
          </a:prstGeom>
          <a:solidFill>
            <a:srgbClr val="FFFFFF"/>
          </a:solidFill>
          <a:ln w="9474">
            <a:solidFill>
              <a:srgbClr val="394D93"/>
            </a:solidFill>
            <a:prstDash val="solid"/>
          </a:ln>
        </p:spPr>
      </p:sp>
      <p:sp>
        <p:nvSpPr>
          <p:cNvPr id="45" name="p21_ellipse_45">
            <a:extLst>
              <a:ext uri="{FF2B5EF4-FFF2-40B4-BE49-F238E27FC236}">
                <a16:creationId xmlns:a16="http://schemas.microsoft.com/office/drawing/2014/main" id="{AEAF4E42-D0FC-4610-8AE6-1F4BE55F203C}"/>
              </a:ext>
            </a:extLst>
          </p:cNvPr>
          <p:cNvSpPr>
            <a:spLocks/>
          </p:cNvSpPr>
          <p:nvPr/>
        </p:nvSpPr>
        <p:spPr>
          <a:xfrm>
            <a:off x="550243" y="3658572"/>
            <a:ext cx="58304" cy="58304"/>
          </a:xfrm>
          <a:prstGeom prst="ellipse">
            <a:avLst/>
          </a:prstGeom>
          <a:solidFill>
            <a:srgbClr val="FFFFFF"/>
          </a:solidFill>
          <a:ln w="9474">
            <a:solidFill>
              <a:srgbClr val="394D93"/>
            </a:solidFill>
            <a:prstDash val="solid"/>
          </a:ln>
        </p:spPr>
      </p:sp>
      <p:sp>
        <p:nvSpPr>
          <p:cNvPr id="46" name="p21_path_46">
            <a:extLst>
              <a:ext uri="{FF2B5EF4-FFF2-40B4-BE49-F238E27FC236}">
                <a16:creationId xmlns:a16="http://schemas.microsoft.com/office/drawing/2014/main" id="{51661780-B7AC-4139-A082-C48C79B3C597}"/>
              </a:ext>
            </a:extLst>
          </p:cNvPr>
          <p:cNvSpPr>
            <a:spLocks/>
          </p:cNvSpPr>
          <p:nvPr/>
        </p:nvSpPr>
        <p:spPr>
          <a:xfrm>
            <a:off x="886730" y="3419526"/>
            <a:ext cx="115223" cy="90371"/>
          </a:xfrm>
          <a:custGeom>
            <a:avLst/>
            <a:gdLst/>
            <a:ahLst/>
            <a:cxnLst/>
            <a:rect l="0" t="0" r="0" b="0"/>
            <a:pathLst>
              <a:path w="150590" h="118110">
                <a:moveTo>
                  <a:pt x="150590" y="0"/>
                </a:moveTo>
                <a:lnTo>
                  <a:pt x="0" y="118110"/>
                </a:lnTo>
              </a:path>
            </a:pathLst>
          </a:custGeom>
          <a:noFill/>
          <a:ln w="10932">
            <a:solidFill>
              <a:srgbClr val="394D93"/>
            </a:solidFill>
            <a:prstDash val="solid"/>
          </a:ln>
        </p:spPr>
      </p:sp>
      <p:sp>
        <p:nvSpPr>
          <p:cNvPr id="47" name="p21_path_47">
            <a:extLst>
              <a:ext uri="{FF2B5EF4-FFF2-40B4-BE49-F238E27FC236}">
                <a16:creationId xmlns:a16="http://schemas.microsoft.com/office/drawing/2014/main" id="{A7B38815-DCAA-48A7-8F92-CC2D99352D8E}"/>
              </a:ext>
            </a:extLst>
          </p:cNvPr>
          <p:cNvSpPr>
            <a:spLocks/>
          </p:cNvSpPr>
          <p:nvPr/>
        </p:nvSpPr>
        <p:spPr>
          <a:xfrm>
            <a:off x="1001953" y="3419526"/>
            <a:ext cx="92922" cy="90371"/>
          </a:xfrm>
          <a:custGeom>
            <a:avLst/>
            <a:gdLst/>
            <a:ahLst/>
            <a:cxnLst/>
            <a:rect l="0" t="0" r="0" b="0"/>
            <a:pathLst>
              <a:path w="121444" h="118110">
                <a:moveTo>
                  <a:pt x="0" y="0"/>
                </a:moveTo>
                <a:lnTo>
                  <a:pt x="121444" y="118110"/>
                </a:lnTo>
              </a:path>
            </a:pathLst>
          </a:custGeom>
          <a:noFill/>
          <a:ln w="10932">
            <a:solidFill>
              <a:srgbClr val="394D93"/>
            </a:solidFill>
            <a:prstDash val="solid"/>
          </a:ln>
        </p:spPr>
      </p:sp>
      <p:sp>
        <p:nvSpPr>
          <p:cNvPr id="48" name="p21_path_48">
            <a:extLst>
              <a:ext uri="{FF2B5EF4-FFF2-40B4-BE49-F238E27FC236}">
                <a16:creationId xmlns:a16="http://schemas.microsoft.com/office/drawing/2014/main" id="{48C6EBA7-9433-4DF8-A7F3-89DD698F86E8}"/>
              </a:ext>
            </a:extLst>
          </p:cNvPr>
          <p:cNvSpPr>
            <a:spLocks/>
          </p:cNvSpPr>
          <p:nvPr/>
        </p:nvSpPr>
        <p:spPr>
          <a:xfrm>
            <a:off x="838411" y="3509897"/>
            <a:ext cx="48319" cy="107862"/>
          </a:xfrm>
          <a:custGeom>
            <a:avLst/>
            <a:gdLst/>
            <a:ahLst/>
            <a:cxnLst/>
            <a:rect l="0" t="0" r="0" b="0"/>
            <a:pathLst>
              <a:path w="63151" h="140970">
                <a:moveTo>
                  <a:pt x="63151" y="0"/>
                </a:moveTo>
                <a:lnTo>
                  <a:pt x="0" y="140970"/>
                </a:lnTo>
              </a:path>
            </a:pathLst>
          </a:custGeom>
          <a:noFill/>
          <a:ln w="10932">
            <a:solidFill>
              <a:srgbClr val="394D93"/>
            </a:solidFill>
            <a:prstDash val="solid"/>
          </a:ln>
        </p:spPr>
      </p:sp>
      <p:sp>
        <p:nvSpPr>
          <p:cNvPr id="49" name="p21_path_49">
            <a:extLst>
              <a:ext uri="{FF2B5EF4-FFF2-40B4-BE49-F238E27FC236}">
                <a16:creationId xmlns:a16="http://schemas.microsoft.com/office/drawing/2014/main" id="{85762EA6-71A2-4EBD-A38B-C4D487D3636D}"/>
              </a:ext>
            </a:extLst>
          </p:cNvPr>
          <p:cNvSpPr>
            <a:spLocks/>
          </p:cNvSpPr>
          <p:nvPr/>
        </p:nvSpPr>
        <p:spPr>
          <a:xfrm>
            <a:off x="886730" y="3509897"/>
            <a:ext cx="48319" cy="107862"/>
          </a:xfrm>
          <a:custGeom>
            <a:avLst/>
            <a:gdLst/>
            <a:ahLst/>
            <a:cxnLst/>
            <a:rect l="0" t="0" r="0" b="0"/>
            <a:pathLst>
              <a:path w="63151" h="140970">
                <a:moveTo>
                  <a:pt x="0" y="0"/>
                </a:moveTo>
                <a:lnTo>
                  <a:pt x="63151" y="140970"/>
                </a:lnTo>
              </a:path>
            </a:pathLst>
          </a:custGeom>
          <a:noFill/>
          <a:ln w="10932">
            <a:solidFill>
              <a:srgbClr val="394D93"/>
            </a:solidFill>
            <a:prstDash val="solid"/>
          </a:ln>
        </p:spPr>
      </p:sp>
      <p:sp>
        <p:nvSpPr>
          <p:cNvPr id="50" name="p21_path_50">
            <a:extLst>
              <a:ext uri="{FF2B5EF4-FFF2-40B4-BE49-F238E27FC236}">
                <a16:creationId xmlns:a16="http://schemas.microsoft.com/office/drawing/2014/main" id="{F70365C5-B12F-4A03-916E-0E7D9F139E33}"/>
              </a:ext>
            </a:extLst>
          </p:cNvPr>
          <p:cNvSpPr>
            <a:spLocks/>
          </p:cNvSpPr>
          <p:nvPr/>
        </p:nvSpPr>
        <p:spPr>
          <a:xfrm>
            <a:off x="1035405" y="3509897"/>
            <a:ext cx="59470" cy="84541"/>
          </a:xfrm>
          <a:custGeom>
            <a:avLst/>
            <a:gdLst/>
            <a:ahLst/>
            <a:cxnLst/>
            <a:rect l="0" t="0" r="0" b="0"/>
            <a:pathLst>
              <a:path w="77724" h="110490">
                <a:moveTo>
                  <a:pt x="77724" y="0"/>
                </a:moveTo>
                <a:lnTo>
                  <a:pt x="0" y="110490"/>
                </a:lnTo>
              </a:path>
            </a:pathLst>
          </a:custGeom>
          <a:noFill/>
          <a:ln w="10932">
            <a:solidFill>
              <a:srgbClr val="394D93"/>
            </a:solidFill>
            <a:prstDash val="solid"/>
          </a:ln>
        </p:spPr>
      </p:sp>
      <p:sp>
        <p:nvSpPr>
          <p:cNvPr id="51" name="p21_path_51">
            <a:extLst>
              <a:ext uri="{FF2B5EF4-FFF2-40B4-BE49-F238E27FC236}">
                <a16:creationId xmlns:a16="http://schemas.microsoft.com/office/drawing/2014/main" id="{8BB7960E-C789-4260-BE5D-9BCEF06097DA}"/>
              </a:ext>
            </a:extLst>
          </p:cNvPr>
          <p:cNvSpPr>
            <a:spLocks/>
          </p:cNvSpPr>
          <p:nvPr/>
        </p:nvSpPr>
        <p:spPr>
          <a:xfrm>
            <a:off x="1094875" y="3509897"/>
            <a:ext cx="63187" cy="84541"/>
          </a:xfrm>
          <a:custGeom>
            <a:avLst/>
            <a:gdLst/>
            <a:ahLst/>
            <a:cxnLst/>
            <a:rect l="0" t="0" r="0" b="0"/>
            <a:pathLst>
              <a:path w="82582" h="110490">
                <a:moveTo>
                  <a:pt x="0" y="0"/>
                </a:moveTo>
                <a:lnTo>
                  <a:pt x="82582" y="110490"/>
                </a:lnTo>
              </a:path>
            </a:pathLst>
          </a:custGeom>
          <a:noFill/>
          <a:ln w="10932">
            <a:solidFill>
              <a:srgbClr val="394D93"/>
            </a:solidFill>
            <a:prstDash val="solid"/>
          </a:ln>
        </p:spPr>
      </p:sp>
      <p:sp>
        <p:nvSpPr>
          <p:cNvPr id="52" name="p21_path_52">
            <a:extLst>
              <a:ext uri="{FF2B5EF4-FFF2-40B4-BE49-F238E27FC236}">
                <a16:creationId xmlns:a16="http://schemas.microsoft.com/office/drawing/2014/main" id="{845536AF-6C4F-47C3-893C-74D165521E6E}"/>
              </a:ext>
            </a:extLst>
          </p:cNvPr>
          <p:cNvSpPr>
            <a:spLocks/>
          </p:cNvSpPr>
          <p:nvPr/>
        </p:nvSpPr>
        <p:spPr>
          <a:xfrm>
            <a:off x="990802" y="3594437"/>
            <a:ext cx="44603" cy="93286"/>
          </a:xfrm>
          <a:custGeom>
            <a:avLst/>
            <a:gdLst/>
            <a:ahLst/>
            <a:cxnLst/>
            <a:rect l="0" t="0" r="0" b="0"/>
            <a:pathLst>
              <a:path w="58293" h="121920">
                <a:moveTo>
                  <a:pt x="58293" y="0"/>
                </a:moveTo>
                <a:lnTo>
                  <a:pt x="0" y="121920"/>
                </a:lnTo>
              </a:path>
            </a:pathLst>
          </a:custGeom>
          <a:noFill/>
          <a:ln w="10932">
            <a:solidFill>
              <a:srgbClr val="394D93"/>
            </a:solidFill>
            <a:prstDash val="solid"/>
          </a:ln>
        </p:spPr>
      </p:sp>
      <p:sp>
        <p:nvSpPr>
          <p:cNvPr id="53" name="p21_path_53">
            <a:extLst>
              <a:ext uri="{FF2B5EF4-FFF2-40B4-BE49-F238E27FC236}">
                <a16:creationId xmlns:a16="http://schemas.microsoft.com/office/drawing/2014/main" id="{B4C61BF9-E983-4A2B-BAB2-DBF3EB15FC1F}"/>
              </a:ext>
            </a:extLst>
          </p:cNvPr>
          <p:cNvSpPr>
            <a:spLocks/>
          </p:cNvSpPr>
          <p:nvPr/>
        </p:nvSpPr>
        <p:spPr>
          <a:xfrm>
            <a:off x="1035405" y="3594437"/>
            <a:ext cx="40886" cy="93286"/>
          </a:xfrm>
          <a:custGeom>
            <a:avLst/>
            <a:gdLst/>
            <a:ahLst/>
            <a:cxnLst/>
            <a:rect l="0" t="0" r="0" b="0"/>
            <a:pathLst>
              <a:path w="53435" h="121920">
                <a:moveTo>
                  <a:pt x="0" y="0"/>
                </a:moveTo>
                <a:lnTo>
                  <a:pt x="53435" y="121920"/>
                </a:lnTo>
              </a:path>
            </a:pathLst>
          </a:custGeom>
          <a:noFill/>
          <a:ln w="10932">
            <a:solidFill>
              <a:srgbClr val="394D93"/>
            </a:solidFill>
            <a:prstDash val="solid"/>
          </a:ln>
        </p:spPr>
      </p:sp>
      <p:sp>
        <p:nvSpPr>
          <p:cNvPr id="54" name="p21_ellipse_54">
            <a:extLst>
              <a:ext uri="{FF2B5EF4-FFF2-40B4-BE49-F238E27FC236}">
                <a16:creationId xmlns:a16="http://schemas.microsoft.com/office/drawing/2014/main" id="{CDB41087-F31B-478A-8A0B-B2D5016CABAC}"/>
              </a:ext>
            </a:extLst>
          </p:cNvPr>
          <p:cNvSpPr>
            <a:spLocks/>
          </p:cNvSpPr>
          <p:nvPr/>
        </p:nvSpPr>
        <p:spPr>
          <a:xfrm>
            <a:off x="972801" y="3390374"/>
            <a:ext cx="58304" cy="58304"/>
          </a:xfrm>
          <a:prstGeom prst="ellipse">
            <a:avLst/>
          </a:prstGeom>
          <a:solidFill>
            <a:srgbClr val="CAD4EF"/>
          </a:solidFill>
          <a:ln w="9474">
            <a:solidFill>
              <a:srgbClr val="394D93"/>
            </a:solidFill>
            <a:prstDash val="solid"/>
          </a:ln>
        </p:spPr>
      </p:sp>
      <p:sp>
        <p:nvSpPr>
          <p:cNvPr id="55" name="p21_ellipse_55">
            <a:extLst>
              <a:ext uri="{FF2B5EF4-FFF2-40B4-BE49-F238E27FC236}">
                <a16:creationId xmlns:a16="http://schemas.microsoft.com/office/drawing/2014/main" id="{4125F53E-4911-42D1-ADF1-EC40D33A09A3}"/>
              </a:ext>
            </a:extLst>
          </p:cNvPr>
          <p:cNvSpPr>
            <a:spLocks/>
          </p:cNvSpPr>
          <p:nvPr/>
        </p:nvSpPr>
        <p:spPr>
          <a:xfrm>
            <a:off x="857578" y="3480745"/>
            <a:ext cx="58304" cy="58304"/>
          </a:xfrm>
          <a:prstGeom prst="ellipse">
            <a:avLst/>
          </a:prstGeom>
          <a:solidFill>
            <a:srgbClr val="CAD4EF"/>
          </a:solidFill>
          <a:ln w="9474">
            <a:solidFill>
              <a:srgbClr val="394D93"/>
            </a:solidFill>
            <a:prstDash val="solid"/>
          </a:ln>
        </p:spPr>
      </p:sp>
      <p:sp>
        <p:nvSpPr>
          <p:cNvPr id="56" name="p21_ellipse_56">
            <a:extLst>
              <a:ext uri="{FF2B5EF4-FFF2-40B4-BE49-F238E27FC236}">
                <a16:creationId xmlns:a16="http://schemas.microsoft.com/office/drawing/2014/main" id="{67761817-43EF-4FE5-A922-EC583CF30361}"/>
              </a:ext>
            </a:extLst>
          </p:cNvPr>
          <p:cNvSpPr>
            <a:spLocks/>
          </p:cNvSpPr>
          <p:nvPr/>
        </p:nvSpPr>
        <p:spPr>
          <a:xfrm>
            <a:off x="1065723" y="3480745"/>
            <a:ext cx="58304" cy="58304"/>
          </a:xfrm>
          <a:prstGeom prst="ellipse">
            <a:avLst/>
          </a:prstGeom>
          <a:solidFill>
            <a:srgbClr val="CAD4EF"/>
          </a:solidFill>
          <a:ln w="9474">
            <a:solidFill>
              <a:srgbClr val="394D93"/>
            </a:solidFill>
            <a:prstDash val="solid"/>
          </a:ln>
        </p:spPr>
      </p:sp>
      <p:sp>
        <p:nvSpPr>
          <p:cNvPr id="57" name="p21_ellipse_57">
            <a:extLst>
              <a:ext uri="{FF2B5EF4-FFF2-40B4-BE49-F238E27FC236}">
                <a16:creationId xmlns:a16="http://schemas.microsoft.com/office/drawing/2014/main" id="{2D75C9B5-D9C1-4384-B716-9F99E2546428}"/>
              </a:ext>
            </a:extLst>
          </p:cNvPr>
          <p:cNvSpPr>
            <a:spLocks/>
          </p:cNvSpPr>
          <p:nvPr/>
        </p:nvSpPr>
        <p:spPr>
          <a:xfrm>
            <a:off x="809259" y="3588607"/>
            <a:ext cx="58304" cy="58304"/>
          </a:xfrm>
          <a:prstGeom prst="ellipse">
            <a:avLst/>
          </a:prstGeom>
          <a:solidFill>
            <a:srgbClr val="CAD4EF"/>
          </a:solidFill>
          <a:ln w="9474">
            <a:solidFill>
              <a:srgbClr val="394D93"/>
            </a:solidFill>
            <a:prstDash val="solid"/>
          </a:ln>
        </p:spPr>
      </p:sp>
      <p:sp>
        <p:nvSpPr>
          <p:cNvPr id="58" name="p21_ellipse_58">
            <a:extLst>
              <a:ext uri="{FF2B5EF4-FFF2-40B4-BE49-F238E27FC236}">
                <a16:creationId xmlns:a16="http://schemas.microsoft.com/office/drawing/2014/main" id="{B1411807-88B7-4A57-B83E-60E5CF8BD4B9}"/>
              </a:ext>
            </a:extLst>
          </p:cNvPr>
          <p:cNvSpPr>
            <a:spLocks/>
          </p:cNvSpPr>
          <p:nvPr/>
        </p:nvSpPr>
        <p:spPr>
          <a:xfrm>
            <a:off x="905897" y="3588607"/>
            <a:ext cx="58304" cy="58304"/>
          </a:xfrm>
          <a:prstGeom prst="ellipse">
            <a:avLst/>
          </a:prstGeom>
          <a:solidFill>
            <a:srgbClr val="CAD4EF"/>
          </a:solidFill>
          <a:ln w="9474">
            <a:solidFill>
              <a:srgbClr val="394D93"/>
            </a:solidFill>
            <a:prstDash val="solid"/>
          </a:ln>
        </p:spPr>
      </p:sp>
      <p:sp>
        <p:nvSpPr>
          <p:cNvPr id="59" name="p21_ellipse_59">
            <a:extLst>
              <a:ext uri="{FF2B5EF4-FFF2-40B4-BE49-F238E27FC236}">
                <a16:creationId xmlns:a16="http://schemas.microsoft.com/office/drawing/2014/main" id="{26279B7B-EDD9-428D-9ACA-88CF12211219}"/>
              </a:ext>
            </a:extLst>
          </p:cNvPr>
          <p:cNvSpPr>
            <a:spLocks/>
          </p:cNvSpPr>
          <p:nvPr/>
        </p:nvSpPr>
        <p:spPr>
          <a:xfrm>
            <a:off x="1006253" y="3565285"/>
            <a:ext cx="58304" cy="58304"/>
          </a:xfrm>
          <a:prstGeom prst="ellipse">
            <a:avLst/>
          </a:prstGeom>
          <a:solidFill>
            <a:srgbClr val="FFFFFF"/>
          </a:solidFill>
          <a:ln w="9474">
            <a:solidFill>
              <a:srgbClr val="394D93"/>
            </a:solidFill>
            <a:prstDash val="solid"/>
          </a:ln>
        </p:spPr>
      </p:sp>
      <p:sp>
        <p:nvSpPr>
          <p:cNvPr id="60" name="p21_ellipse_60">
            <a:extLst>
              <a:ext uri="{FF2B5EF4-FFF2-40B4-BE49-F238E27FC236}">
                <a16:creationId xmlns:a16="http://schemas.microsoft.com/office/drawing/2014/main" id="{19C4BE45-A770-4D42-ACE8-29ABF50A5760}"/>
              </a:ext>
            </a:extLst>
          </p:cNvPr>
          <p:cNvSpPr>
            <a:spLocks/>
          </p:cNvSpPr>
          <p:nvPr/>
        </p:nvSpPr>
        <p:spPr>
          <a:xfrm>
            <a:off x="1128910" y="3565285"/>
            <a:ext cx="58304" cy="58304"/>
          </a:xfrm>
          <a:prstGeom prst="ellipse">
            <a:avLst/>
          </a:prstGeom>
          <a:solidFill>
            <a:srgbClr val="FFFFFF"/>
          </a:solidFill>
          <a:ln w="9474">
            <a:solidFill>
              <a:srgbClr val="394D93"/>
            </a:solidFill>
            <a:prstDash val="solid"/>
          </a:ln>
        </p:spPr>
      </p:sp>
      <p:sp>
        <p:nvSpPr>
          <p:cNvPr id="61" name="p21_ellipse_61">
            <a:extLst>
              <a:ext uri="{FF2B5EF4-FFF2-40B4-BE49-F238E27FC236}">
                <a16:creationId xmlns:a16="http://schemas.microsoft.com/office/drawing/2014/main" id="{03C4429E-3CEB-469A-B1CF-FAE220052F21}"/>
              </a:ext>
            </a:extLst>
          </p:cNvPr>
          <p:cNvSpPr>
            <a:spLocks/>
          </p:cNvSpPr>
          <p:nvPr/>
        </p:nvSpPr>
        <p:spPr>
          <a:xfrm>
            <a:off x="961650" y="3658572"/>
            <a:ext cx="58304" cy="58304"/>
          </a:xfrm>
          <a:prstGeom prst="ellipse">
            <a:avLst/>
          </a:prstGeom>
          <a:solidFill>
            <a:srgbClr val="FFFFFF"/>
          </a:solidFill>
          <a:ln w="9474">
            <a:solidFill>
              <a:srgbClr val="394D93"/>
            </a:solidFill>
            <a:prstDash val="solid"/>
          </a:ln>
        </p:spPr>
      </p:sp>
      <p:sp>
        <p:nvSpPr>
          <p:cNvPr id="62" name="p21_ellipse_62">
            <a:extLst>
              <a:ext uri="{FF2B5EF4-FFF2-40B4-BE49-F238E27FC236}">
                <a16:creationId xmlns:a16="http://schemas.microsoft.com/office/drawing/2014/main" id="{14B5C6AE-95AF-470D-AC0C-DE1D9F5785A4}"/>
              </a:ext>
            </a:extLst>
          </p:cNvPr>
          <p:cNvSpPr>
            <a:spLocks/>
          </p:cNvSpPr>
          <p:nvPr/>
        </p:nvSpPr>
        <p:spPr>
          <a:xfrm>
            <a:off x="1047139" y="3658572"/>
            <a:ext cx="58304" cy="58304"/>
          </a:xfrm>
          <a:prstGeom prst="ellipse">
            <a:avLst/>
          </a:prstGeom>
          <a:solidFill>
            <a:srgbClr val="FFFFFF"/>
          </a:solidFill>
          <a:ln w="9474">
            <a:solidFill>
              <a:srgbClr val="394D93"/>
            </a:solidFill>
            <a:prstDash val="solid"/>
          </a:ln>
        </p:spPr>
      </p:sp>
      <p:sp>
        <p:nvSpPr>
          <p:cNvPr id="63" name="p21_path_63">
            <a:extLst>
              <a:ext uri="{FF2B5EF4-FFF2-40B4-BE49-F238E27FC236}">
                <a16:creationId xmlns:a16="http://schemas.microsoft.com/office/drawing/2014/main" id="{F08458F3-7E94-4089-80B8-995408F6AADE}"/>
              </a:ext>
            </a:extLst>
          </p:cNvPr>
          <p:cNvSpPr>
            <a:spLocks/>
          </p:cNvSpPr>
          <p:nvPr/>
        </p:nvSpPr>
        <p:spPr>
          <a:xfrm>
            <a:off x="1327872" y="3419526"/>
            <a:ext cx="100356" cy="87456"/>
          </a:xfrm>
          <a:custGeom>
            <a:avLst/>
            <a:gdLst/>
            <a:ahLst/>
            <a:cxnLst/>
            <a:rect l="0" t="0" r="0" b="0"/>
            <a:pathLst>
              <a:path w="131159" h="114300">
                <a:moveTo>
                  <a:pt x="131159" y="0"/>
                </a:moveTo>
                <a:lnTo>
                  <a:pt x="0" y="114300"/>
                </a:lnTo>
              </a:path>
            </a:pathLst>
          </a:custGeom>
          <a:noFill/>
          <a:ln w="10932">
            <a:solidFill>
              <a:srgbClr val="394D93"/>
            </a:solidFill>
            <a:prstDash val="solid"/>
          </a:ln>
        </p:spPr>
      </p:sp>
      <p:sp>
        <p:nvSpPr>
          <p:cNvPr id="64" name="p21_path_64">
            <a:extLst>
              <a:ext uri="{FF2B5EF4-FFF2-40B4-BE49-F238E27FC236}">
                <a16:creationId xmlns:a16="http://schemas.microsoft.com/office/drawing/2014/main" id="{A33F59AA-ACFC-4DC5-8A14-40358057F64E}"/>
              </a:ext>
            </a:extLst>
          </p:cNvPr>
          <p:cNvSpPr>
            <a:spLocks/>
          </p:cNvSpPr>
          <p:nvPr/>
        </p:nvSpPr>
        <p:spPr>
          <a:xfrm>
            <a:off x="1428228" y="3419526"/>
            <a:ext cx="122657" cy="87456"/>
          </a:xfrm>
          <a:custGeom>
            <a:avLst/>
            <a:gdLst/>
            <a:ahLst/>
            <a:cxnLst/>
            <a:rect l="0" t="0" r="0" b="0"/>
            <a:pathLst>
              <a:path w="160306" h="114300">
                <a:moveTo>
                  <a:pt x="0" y="0"/>
                </a:moveTo>
                <a:lnTo>
                  <a:pt x="160306" y="114300"/>
                </a:lnTo>
              </a:path>
            </a:pathLst>
          </a:custGeom>
          <a:noFill/>
          <a:ln w="10932">
            <a:solidFill>
              <a:srgbClr val="394D93"/>
            </a:solidFill>
            <a:prstDash val="solid"/>
          </a:ln>
        </p:spPr>
      </p:sp>
      <p:sp>
        <p:nvSpPr>
          <p:cNvPr id="65" name="p21_path_65">
            <a:extLst>
              <a:ext uri="{FF2B5EF4-FFF2-40B4-BE49-F238E27FC236}">
                <a16:creationId xmlns:a16="http://schemas.microsoft.com/office/drawing/2014/main" id="{D850A029-CFFB-45D7-982F-DABC101AE22B}"/>
              </a:ext>
            </a:extLst>
          </p:cNvPr>
          <p:cNvSpPr>
            <a:spLocks/>
          </p:cNvSpPr>
          <p:nvPr/>
        </p:nvSpPr>
        <p:spPr>
          <a:xfrm>
            <a:off x="1279553" y="3506982"/>
            <a:ext cx="48319" cy="87456"/>
          </a:xfrm>
          <a:custGeom>
            <a:avLst/>
            <a:gdLst/>
            <a:ahLst/>
            <a:cxnLst/>
            <a:rect l="0" t="0" r="0" b="0"/>
            <a:pathLst>
              <a:path w="63151" h="114300">
                <a:moveTo>
                  <a:pt x="63151" y="0"/>
                </a:moveTo>
                <a:lnTo>
                  <a:pt x="0" y="114300"/>
                </a:lnTo>
              </a:path>
            </a:pathLst>
          </a:custGeom>
          <a:noFill/>
          <a:ln w="10932">
            <a:solidFill>
              <a:srgbClr val="394D93"/>
            </a:solidFill>
            <a:prstDash val="solid"/>
          </a:ln>
        </p:spPr>
      </p:sp>
      <p:sp>
        <p:nvSpPr>
          <p:cNvPr id="66" name="p21_path_66">
            <a:extLst>
              <a:ext uri="{FF2B5EF4-FFF2-40B4-BE49-F238E27FC236}">
                <a16:creationId xmlns:a16="http://schemas.microsoft.com/office/drawing/2014/main" id="{30BD6126-4682-4B4D-9677-377401706FBA}"/>
              </a:ext>
            </a:extLst>
          </p:cNvPr>
          <p:cNvSpPr>
            <a:spLocks/>
          </p:cNvSpPr>
          <p:nvPr/>
        </p:nvSpPr>
        <p:spPr>
          <a:xfrm>
            <a:off x="1327872" y="3506982"/>
            <a:ext cx="63187" cy="87456"/>
          </a:xfrm>
          <a:custGeom>
            <a:avLst/>
            <a:gdLst/>
            <a:ahLst/>
            <a:cxnLst/>
            <a:rect l="0" t="0" r="0" b="0"/>
            <a:pathLst>
              <a:path w="82582" h="114300">
                <a:moveTo>
                  <a:pt x="0" y="0"/>
                </a:moveTo>
                <a:lnTo>
                  <a:pt x="82582" y="114300"/>
                </a:lnTo>
              </a:path>
            </a:pathLst>
          </a:custGeom>
          <a:noFill/>
          <a:ln w="10932">
            <a:solidFill>
              <a:srgbClr val="394D93"/>
            </a:solidFill>
            <a:prstDash val="solid"/>
          </a:ln>
        </p:spPr>
      </p:sp>
      <p:sp>
        <p:nvSpPr>
          <p:cNvPr id="67" name="p21_path_67">
            <a:extLst>
              <a:ext uri="{FF2B5EF4-FFF2-40B4-BE49-F238E27FC236}">
                <a16:creationId xmlns:a16="http://schemas.microsoft.com/office/drawing/2014/main" id="{D0BC1F95-BFEE-470E-B1C2-67857D281BDE}"/>
              </a:ext>
            </a:extLst>
          </p:cNvPr>
          <p:cNvSpPr>
            <a:spLocks/>
          </p:cNvSpPr>
          <p:nvPr/>
        </p:nvSpPr>
        <p:spPr>
          <a:xfrm>
            <a:off x="1498848" y="3506982"/>
            <a:ext cx="52036" cy="96201"/>
          </a:xfrm>
          <a:custGeom>
            <a:avLst/>
            <a:gdLst/>
            <a:ahLst/>
            <a:cxnLst/>
            <a:rect l="0" t="0" r="0" b="0"/>
            <a:pathLst>
              <a:path w="68009" h="125730">
                <a:moveTo>
                  <a:pt x="68009" y="0"/>
                </a:moveTo>
                <a:lnTo>
                  <a:pt x="0" y="125730"/>
                </a:lnTo>
              </a:path>
            </a:pathLst>
          </a:custGeom>
          <a:noFill/>
          <a:ln w="10932">
            <a:solidFill>
              <a:srgbClr val="394D93"/>
            </a:solidFill>
            <a:prstDash val="solid"/>
          </a:ln>
        </p:spPr>
      </p:sp>
      <p:sp>
        <p:nvSpPr>
          <p:cNvPr id="68" name="p21_path_68">
            <a:extLst>
              <a:ext uri="{FF2B5EF4-FFF2-40B4-BE49-F238E27FC236}">
                <a16:creationId xmlns:a16="http://schemas.microsoft.com/office/drawing/2014/main" id="{9E92E90D-C87E-4373-9F0D-8044746D3D69}"/>
              </a:ext>
            </a:extLst>
          </p:cNvPr>
          <p:cNvSpPr>
            <a:spLocks/>
          </p:cNvSpPr>
          <p:nvPr/>
        </p:nvSpPr>
        <p:spPr>
          <a:xfrm>
            <a:off x="1550885" y="3506982"/>
            <a:ext cx="52036" cy="96201"/>
          </a:xfrm>
          <a:custGeom>
            <a:avLst/>
            <a:gdLst/>
            <a:ahLst/>
            <a:cxnLst/>
            <a:rect l="0" t="0" r="0" b="0"/>
            <a:pathLst>
              <a:path w="68008" h="125730">
                <a:moveTo>
                  <a:pt x="0" y="0"/>
                </a:moveTo>
                <a:lnTo>
                  <a:pt x="68008" y="125730"/>
                </a:lnTo>
              </a:path>
            </a:pathLst>
          </a:custGeom>
          <a:noFill/>
          <a:ln w="10932">
            <a:solidFill>
              <a:srgbClr val="394D93"/>
            </a:solidFill>
            <a:prstDash val="solid"/>
          </a:ln>
        </p:spPr>
      </p:sp>
      <p:sp>
        <p:nvSpPr>
          <p:cNvPr id="69" name="p21_path_69">
            <a:extLst>
              <a:ext uri="{FF2B5EF4-FFF2-40B4-BE49-F238E27FC236}">
                <a16:creationId xmlns:a16="http://schemas.microsoft.com/office/drawing/2014/main" id="{5344D170-7273-4109-9607-B499EF9E1159}"/>
              </a:ext>
            </a:extLst>
          </p:cNvPr>
          <p:cNvSpPr>
            <a:spLocks/>
          </p:cNvSpPr>
          <p:nvPr/>
        </p:nvSpPr>
        <p:spPr>
          <a:xfrm>
            <a:off x="1346456" y="3594437"/>
            <a:ext cx="44603" cy="93286"/>
          </a:xfrm>
          <a:custGeom>
            <a:avLst/>
            <a:gdLst/>
            <a:ahLst/>
            <a:cxnLst/>
            <a:rect l="0" t="0" r="0" b="0"/>
            <a:pathLst>
              <a:path w="58293" h="121920">
                <a:moveTo>
                  <a:pt x="58293" y="0"/>
                </a:moveTo>
                <a:lnTo>
                  <a:pt x="0" y="121920"/>
                </a:lnTo>
              </a:path>
            </a:pathLst>
          </a:custGeom>
          <a:noFill/>
          <a:ln w="10932">
            <a:solidFill>
              <a:srgbClr val="394D93"/>
            </a:solidFill>
            <a:prstDash val="solid"/>
          </a:ln>
        </p:spPr>
      </p:sp>
      <p:sp>
        <p:nvSpPr>
          <p:cNvPr id="70" name="p21_path_70">
            <a:extLst>
              <a:ext uri="{FF2B5EF4-FFF2-40B4-BE49-F238E27FC236}">
                <a16:creationId xmlns:a16="http://schemas.microsoft.com/office/drawing/2014/main" id="{651EC6A2-F5DC-4760-8C83-1A81A2FEF405}"/>
              </a:ext>
            </a:extLst>
          </p:cNvPr>
          <p:cNvSpPr>
            <a:spLocks/>
          </p:cNvSpPr>
          <p:nvPr/>
        </p:nvSpPr>
        <p:spPr>
          <a:xfrm>
            <a:off x="1391059" y="3594437"/>
            <a:ext cx="33452" cy="93286"/>
          </a:xfrm>
          <a:custGeom>
            <a:avLst/>
            <a:gdLst/>
            <a:ahLst/>
            <a:cxnLst/>
            <a:rect l="0" t="0" r="0" b="0"/>
            <a:pathLst>
              <a:path w="43720" h="121920">
                <a:moveTo>
                  <a:pt x="0" y="0"/>
                </a:moveTo>
                <a:lnTo>
                  <a:pt x="43720" y="121920"/>
                </a:lnTo>
              </a:path>
            </a:pathLst>
          </a:custGeom>
          <a:noFill/>
          <a:ln w="10932">
            <a:solidFill>
              <a:srgbClr val="394D93"/>
            </a:solidFill>
            <a:prstDash val="solid"/>
          </a:ln>
        </p:spPr>
      </p:sp>
      <p:sp>
        <p:nvSpPr>
          <p:cNvPr id="71" name="p21_ellipse_71">
            <a:extLst>
              <a:ext uri="{FF2B5EF4-FFF2-40B4-BE49-F238E27FC236}">
                <a16:creationId xmlns:a16="http://schemas.microsoft.com/office/drawing/2014/main" id="{C2FFEF77-4854-40DC-B2FD-2C8102FBB0A6}"/>
              </a:ext>
            </a:extLst>
          </p:cNvPr>
          <p:cNvSpPr>
            <a:spLocks/>
          </p:cNvSpPr>
          <p:nvPr/>
        </p:nvSpPr>
        <p:spPr>
          <a:xfrm>
            <a:off x="1399076" y="3390374"/>
            <a:ext cx="58304" cy="58304"/>
          </a:xfrm>
          <a:prstGeom prst="ellipse">
            <a:avLst/>
          </a:prstGeom>
          <a:solidFill>
            <a:srgbClr val="CAD4EF"/>
          </a:solidFill>
          <a:ln w="9474">
            <a:solidFill>
              <a:srgbClr val="394D93"/>
            </a:solidFill>
            <a:prstDash val="solid"/>
          </a:ln>
        </p:spPr>
      </p:sp>
      <p:sp>
        <p:nvSpPr>
          <p:cNvPr id="72" name="p21_ellipse_72">
            <a:extLst>
              <a:ext uri="{FF2B5EF4-FFF2-40B4-BE49-F238E27FC236}">
                <a16:creationId xmlns:a16="http://schemas.microsoft.com/office/drawing/2014/main" id="{4DC361D4-238E-45D2-BA19-1261B63C1C51}"/>
              </a:ext>
            </a:extLst>
          </p:cNvPr>
          <p:cNvSpPr>
            <a:spLocks/>
          </p:cNvSpPr>
          <p:nvPr/>
        </p:nvSpPr>
        <p:spPr>
          <a:xfrm>
            <a:off x="1298720" y="3477830"/>
            <a:ext cx="58304" cy="58304"/>
          </a:xfrm>
          <a:prstGeom prst="ellipse">
            <a:avLst/>
          </a:prstGeom>
          <a:solidFill>
            <a:srgbClr val="CAD4EF"/>
          </a:solidFill>
          <a:ln w="9474">
            <a:solidFill>
              <a:srgbClr val="394D93"/>
            </a:solidFill>
            <a:prstDash val="solid"/>
          </a:ln>
        </p:spPr>
      </p:sp>
      <p:sp>
        <p:nvSpPr>
          <p:cNvPr id="73" name="p21_ellipse_73">
            <a:extLst>
              <a:ext uri="{FF2B5EF4-FFF2-40B4-BE49-F238E27FC236}">
                <a16:creationId xmlns:a16="http://schemas.microsoft.com/office/drawing/2014/main" id="{73DCCFC2-E34A-4B64-9FA0-034AE842121C}"/>
              </a:ext>
            </a:extLst>
          </p:cNvPr>
          <p:cNvSpPr>
            <a:spLocks/>
          </p:cNvSpPr>
          <p:nvPr/>
        </p:nvSpPr>
        <p:spPr>
          <a:xfrm>
            <a:off x="1521733" y="3477830"/>
            <a:ext cx="58304" cy="58304"/>
          </a:xfrm>
          <a:prstGeom prst="ellipse">
            <a:avLst/>
          </a:prstGeom>
          <a:solidFill>
            <a:srgbClr val="CAD4EF"/>
          </a:solidFill>
          <a:ln w="9474">
            <a:solidFill>
              <a:srgbClr val="394D93"/>
            </a:solidFill>
            <a:prstDash val="solid"/>
          </a:ln>
        </p:spPr>
      </p:sp>
      <p:sp>
        <p:nvSpPr>
          <p:cNvPr id="74" name="p21_ellipse_74">
            <a:extLst>
              <a:ext uri="{FF2B5EF4-FFF2-40B4-BE49-F238E27FC236}">
                <a16:creationId xmlns:a16="http://schemas.microsoft.com/office/drawing/2014/main" id="{62390D28-7C71-4C6D-A6C1-6779118657E2}"/>
              </a:ext>
            </a:extLst>
          </p:cNvPr>
          <p:cNvSpPr>
            <a:spLocks/>
          </p:cNvSpPr>
          <p:nvPr/>
        </p:nvSpPr>
        <p:spPr>
          <a:xfrm>
            <a:off x="1250401" y="3565285"/>
            <a:ext cx="58304" cy="58304"/>
          </a:xfrm>
          <a:prstGeom prst="ellipse">
            <a:avLst/>
          </a:prstGeom>
          <a:solidFill>
            <a:srgbClr val="CAD4EF"/>
          </a:solidFill>
          <a:ln w="9474">
            <a:solidFill>
              <a:srgbClr val="394D93"/>
            </a:solidFill>
            <a:prstDash val="solid"/>
          </a:ln>
        </p:spPr>
      </p:sp>
      <p:sp>
        <p:nvSpPr>
          <p:cNvPr id="75" name="p21_ellipse_75">
            <a:extLst>
              <a:ext uri="{FF2B5EF4-FFF2-40B4-BE49-F238E27FC236}">
                <a16:creationId xmlns:a16="http://schemas.microsoft.com/office/drawing/2014/main" id="{4B1F6FDC-CBC4-40EB-849C-99A6BB06FA8E}"/>
              </a:ext>
            </a:extLst>
          </p:cNvPr>
          <p:cNvSpPr>
            <a:spLocks/>
          </p:cNvSpPr>
          <p:nvPr/>
        </p:nvSpPr>
        <p:spPr>
          <a:xfrm>
            <a:off x="1361907" y="3565285"/>
            <a:ext cx="58304" cy="58304"/>
          </a:xfrm>
          <a:prstGeom prst="ellipse">
            <a:avLst/>
          </a:prstGeom>
          <a:solidFill>
            <a:srgbClr val="CAD4EF"/>
          </a:solidFill>
          <a:ln w="9474">
            <a:solidFill>
              <a:srgbClr val="394D93"/>
            </a:solidFill>
            <a:prstDash val="solid"/>
          </a:ln>
        </p:spPr>
      </p:sp>
      <p:sp>
        <p:nvSpPr>
          <p:cNvPr id="76" name="p21_ellipse_76">
            <a:extLst>
              <a:ext uri="{FF2B5EF4-FFF2-40B4-BE49-F238E27FC236}">
                <a16:creationId xmlns:a16="http://schemas.microsoft.com/office/drawing/2014/main" id="{BF18A320-9804-4417-97C4-B60CC028472A}"/>
              </a:ext>
            </a:extLst>
          </p:cNvPr>
          <p:cNvSpPr>
            <a:spLocks/>
          </p:cNvSpPr>
          <p:nvPr/>
        </p:nvSpPr>
        <p:spPr>
          <a:xfrm>
            <a:off x="1469696" y="3574031"/>
            <a:ext cx="58304" cy="58304"/>
          </a:xfrm>
          <a:prstGeom prst="ellipse">
            <a:avLst/>
          </a:prstGeom>
          <a:solidFill>
            <a:srgbClr val="FFFFFF"/>
          </a:solidFill>
          <a:ln w="9474">
            <a:solidFill>
              <a:srgbClr val="394D93"/>
            </a:solidFill>
            <a:prstDash val="solid"/>
          </a:ln>
        </p:spPr>
      </p:sp>
      <p:sp>
        <p:nvSpPr>
          <p:cNvPr id="77" name="p21_ellipse_77">
            <a:extLst>
              <a:ext uri="{FF2B5EF4-FFF2-40B4-BE49-F238E27FC236}">
                <a16:creationId xmlns:a16="http://schemas.microsoft.com/office/drawing/2014/main" id="{E6CCB08D-EFC6-4D7B-A67D-C70D52A2FB85}"/>
              </a:ext>
            </a:extLst>
          </p:cNvPr>
          <p:cNvSpPr>
            <a:spLocks/>
          </p:cNvSpPr>
          <p:nvPr/>
        </p:nvSpPr>
        <p:spPr>
          <a:xfrm>
            <a:off x="1573769" y="3574031"/>
            <a:ext cx="58304" cy="58304"/>
          </a:xfrm>
          <a:prstGeom prst="ellipse">
            <a:avLst/>
          </a:prstGeom>
          <a:solidFill>
            <a:srgbClr val="FFFFFF"/>
          </a:solidFill>
          <a:ln w="9474">
            <a:solidFill>
              <a:srgbClr val="394D93"/>
            </a:solidFill>
            <a:prstDash val="solid"/>
          </a:ln>
        </p:spPr>
      </p:sp>
      <p:sp>
        <p:nvSpPr>
          <p:cNvPr id="78" name="p21_ellipse_78">
            <a:extLst>
              <a:ext uri="{FF2B5EF4-FFF2-40B4-BE49-F238E27FC236}">
                <a16:creationId xmlns:a16="http://schemas.microsoft.com/office/drawing/2014/main" id="{A3A04139-416C-4387-B41C-9E5CA9A75CB0}"/>
              </a:ext>
            </a:extLst>
          </p:cNvPr>
          <p:cNvSpPr>
            <a:spLocks/>
          </p:cNvSpPr>
          <p:nvPr/>
        </p:nvSpPr>
        <p:spPr>
          <a:xfrm>
            <a:off x="1317304" y="3658572"/>
            <a:ext cx="58304" cy="58304"/>
          </a:xfrm>
          <a:prstGeom prst="ellipse">
            <a:avLst/>
          </a:prstGeom>
          <a:solidFill>
            <a:srgbClr val="FFFFFF"/>
          </a:solidFill>
          <a:ln w="9474">
            <a:solidFill>
              <a:srgbClr val="394D93"/>
            </a:solidFill>
            <a:prstDash val="solid"/>
          </a:ln>
        </p:spPr>
      </p:sp>
      <p:sp>
        <p:nvSpPr>
          <p:cNvPr id="79" name="p21_ellipse_79">
            <a:extLst>
              <a:ext uri="{FF2B5EF4-FFF2-40B4-BE49-F238E27FC236}">
                <a16:creationId xmlns:a16="http://schemas.microsoft.com/office/drawing/2014/main" id="{C8E453DB-F902-4BCC-95A9-6F5D8DFB3D73}"/>
              </a:ext>
            </a:extLst>
          </p:cNvPr>
          <p:cNvSpPr>
            <a:spLocks/>
          </p:cNvSpPr>
          <p:nvPr/>
        </p:nvSpPr>
        <p:spPr>
          <a:xfrm>
            <a:off x="1395359" y="3658572"/>
            <a:ext cx="58304" cy="58304"/>
          </a:xfrm>
          <a:prstGeom prst="ellipse">
            <a:avLst/>
          </a:prstGeom>
          <a:solidFill>
            <a:srgbClr val="FFFFFF"/>
          </a:solidFill>
          <a:ln w="9474">
            <a:solidFill>
              <a:srgbClr val="394D93"/>
            </a:solidFill>
            <a:prstDash val="solid"/>
          </a:ln>
        </p:spPr>
      </p:sp>
      <p:sp>
        <p:nvSpPr>
          <p:cNvPr id="80" name="p21_rect_80">
            <a:extLst>
              <a:ext uri="{FF2B5EF4-FFF2-40B4-BE49-F238E27FC236}">
                <a16:creationId xmlns:a16="http://schemas.microsoft.com/office/drawing/2014/main" id="{9720B088-2E3D-4DF6-8AB6-DDB0692B5028}"/>
              </a:ext>
            </a:extLst>
          </p:cNvPr>
          <p:cNvSpPr>
            <a:spLocks/>
          </p:cNvSpPr>
          <p:nvPr/>
        </p:nvSpPr>
        <p:spPr>
          <a:xfrm>
            <a:off x="2004198" y="3388916"/>
            <a:ext cx="590327" cy="320672"/>
          </a:xfrm>
          <a:prstGeom prst="roundRect">
            <a:avLst>
              <a:gd name="adj" fmla="val 11364"/>
            </a:avLst>
          </a:prstGeom>
          <a:gradFill>
            <a:gsLst>
              <a:gs pos="0">
                <a:srgbClr val="E5EAF8"/>
              </a:gs>
              <a:gs pos="100000">
                <a:srgbClr val="C4CEEB"/>
              </a:gs>
            </a:gsLst>
            <a:lin ang="5400000"/>
          </a:gradFill>
          <a:ln w="7288">
            <a:solidFill>
              <a:srgbClr val="8599C3"/>
            </a:solidFill>
            <a:prstDash val="solid"/>
          </a:ln>
        </p:spPr>
      </p:sp>
      <p:sp>
        <p:nvSpPr>
          <p:cNvPr id="81" name="p21_rect_81">
            <a:extLst>
              <a:ext uri="{FF2B5EF4-FFF2-40B4-BE49-F238E27FC236}">
                <a16:creationId xmlns:a16="http://schemas.microsoft.com/office/drawing/2014/main" id="{ADDF6266-A2D5-4CFF-8737-35FA54F76270}"/>
              </a:ext>
            </a:extLst>
          </p:cNvPr>
          <p:cNvSpPr>
            <a:spLocks/>
          </p:cNvSpPr>
          <p:nvPr/>
        </p:nvSpPr>
        <p:spPr>
          <a:xfrm>
            <a:off x="2674693" y="3388916"/>
            <a:ext cx="590327" cy="320672"/>
          </a:xfrm>
          <a:prstGeom prst="roundRect">
            <a:avLst>
              <a:gd name="adj" fmla="val 11364"/>
            </a:avLst>
          </a:prstGeom>
          <a:gradFill>
            <a:gsLst>
              <a:gs pos="0">
                <a:srgbClr val="E5EAF8"/>
              </a:gs>
              <a:gs pos="100000">
                <a:srgbClr val="C4CEEB"/>
              </a:gs>
            </a:gsLst>
            <a:lin ang="5400000"/>
          </a:gradFill>
          <a:ln w="7288">
            <a:solidFill>
              <a:srgbClr val="8599C3"/>
            </a:solidFill>
            <a:prstDash val="solid"/>
          </a:ln>
        </p:spPr>
      </p:sp>
      <p:sp>
        <p:nvSpPr>
          <p:cNvPr id="82" name="p21_rect_82">
            <a:extLst>
              <a:ext uri="{FF2B5EF4-FFF2-40B4-BE49-F238E27FC236}">
                <a16:creationId xmlns:a16="http://schemas.microsoft.com/office/drawing/2014/main" id="{DC5FCBC2-BA62-4989-9565-1F581F4895B0}"/>
              </a:ext>
            </a:extLst>
          </p:cNvPr>
          <p:cNvSpPr>
            <a:spLocks/>
          </p:cNvSpPr>
          <p:nvPr/>
        </p:nvSpPr>
        <p:spPr>
          <a:xfrm>
            <a:off x="3345188" y="3388916"/>
            <a:ext cx="590327" cy="320672"/>
          </a:xfrm>
          <a:prstGeom prst="roundRect">
            <a:avLst>
              <a:gd name="adj" fmla="val 11364"/>
            </a:avLst>
          </a:prstGeom>
          <a:gradFill>
            <a:gsLst>
              <a:gs pos="0">
                <a:srgbClr val="E5EAF8"/>
              </a:gs>
              <a:gs pos="100000">
                <a:srgbClr val="C4CEEB"/>
              </a:gs>
            </a:gsLst>
            <a:lin ang="5400000"/>
          </a:gradFill>
          <a:ln w="7288">
            <a:solidFill>
              <a:srgbClr val="8599C3"/>
            </a:solidFill>
            <a:prstDash val="solid"/>
          </a:ln>
        </p:spPr>
      </p:sp>
      <p:sp>
        <p:nvSpPr>
          <p:cNvPr id="83" name="p21_path_83">
            <a:extLst>
              <a:ext uri="{FF2B5EF4-FFF2-40B4-BE49-F238E27FC236}">
                <a16:creationId xmlns:a16="http://schemas.microsoft.com/office/drawing/2014/main" id="{A6489BFA-359A-45D7-AAAF-82B1BD66BE3B}"/>
              </a:ext>
            </a:extLst>
          </p:cNvPr>
          <p:cNvSpPr>
            <a:spLocks/>
          </p:cNvSpPr>
          <p:nvPr/>
        </p:nvSpPr>
        <p:spPr>
          <a:xfrm>
            <a:off x="4307203" y="3257732"/>
            <a:ext cx="801679" cy="729"/>
          </a:xfrm>
          <a:custGeom>
            <a:avLst/>
            <a:gdLst/>
            <a:ahLst/>
            <a:cxnLst/>
            <a:rect l="0" t="0" r="0" b="0"/>
            <a:pathLst>
              <a:path w="1047750" h="953">
                <a:moveTo>
                  <a:pt x="0" y="0"/>
                </a:moveTo>
                <a:lnTo>
                  <a:pt x="742950" y="0"/>
                </a:lnTo>
                <a:lnTo>
                  <a:pt x="742950" y="0"/>
                </a:lnTo>
                <a:lnTo>
                  <a:pt x="1047750" y="0"/>
                </a:lnTo>
              </a:path>
            </a:pathLst>
          </a:custGeom>
          <a:noFill/>
          <a:ln w="13118">
            <a:solidFill>
              <a:srgbClr val="394D93"/>
            </a:solidFill>
            <a:prstDash val="solid"/>
          </a:ln>
        </p:spPr>
      </p:sp>
      <p:sp>
        <p:nvSpPr>
          <p:cNvPr id="84" name="p21_path_84">
            <a:extLst>
              <a:ext uri="{FF2B5EF4-FFF2-40B4-BE49-F238E27FC236}">
                <a16:creationId xmlns:a16="http://schemas.microsoft.com/office/drawing/2014/main" id="{F8440302-0188-4EBB-AB26-22544D707879}"/>
              </a:ext>
            </a:extLst>
          </p:cNvPr>
          <p:cNvSpPr>
            <a:spLocks/>
          </p:cNvSpPr>
          <p:nvPr/>
        </p:nvSpPr>
        <p:spPr>
          <a:xfrm>
            <a:off x="5021426" y="3219252"/>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85" name="p21_rect_85">
            <a:extLst>
              <a:ext uri="{FF2B5EF4-FFF2-40B4-BE49-F238E27FC236}">
                <a16:creationId xmlns:a16="http://schemas.microsoft.com/office/drawing/2014/main" id="{03DB7240-F942-4D60-92D4-628F3B062F67}"/>
              </a:ext>
            </a:extLst>
          </p:cNvPr>
          <p:cNvSpPr>
            <a:spLocks/>
          </p:cNvSpPr>
          <p:nvPr/>
        </p:nvSpPr>
        <p:spPr>
          <a:xfrm>
            <a:off x="182200" y="4044835"/>
            <a:ext cx="4052123" cy="1195231"/>
          </a:xfrm>
          <a:prstGeom prst="roundRect">
            <a:avLst>
              <a:gd name="adj" fmla="val 8537"/>
            </a:avLst>
          </a:prstGeom>
          <a:gradFill>
            <a:gsLst>
              <a:gs pos="0">
                <a:srgbClr val="FEFEFF"/>
              </a:gs>
              <a:gs pos="100000">
                <a:srgbClr val="EDF0F8"/>
              </a:gs>
            </a:gsLst>
            <a:lin ang="5400000"/>
          </a:gradFill>
          <a:ln w="12390">
            <a:solidFill>
              <a:srgbClr val="172956"/>
            </a:solidFill>
            <a:prstDash val="solid"/>
          </a:ln>
        </p:spPr>
      </p:sp>
      <p:sp>
        <p:nvSpPr>
          <p:cNvPr id="86" name="p21_rect_86">
            <a:extLst>
              <a:ext uri="{FF2B5EF4-FFF2-40B4-BE49-F238E27FC236}">
                <a16:creationId xmlns:a16="http://schemas.microsoft.com/office/drawing/2014/main" id="{168A925B-2D96-445C-BA74-8E94B64B7371}"/>
              </a:ext>
            </a:extLst>
          </p:cNvPr>
          <p:cNvSpPr>
            <a:spLocks/>
          </p:cNvSpPr>
          <p:nvPr/>
        </p:nvSpPr>
        <p:spPr>
          <a:xfrm>
            <a:off x="306096" y="4759058"/>
            <a:ext cx="1443022" cy="349824"/>
          </a:xfrm>
          <a:prstGeom prst="roundRect">
            <a:avLst>
              <a:gd name="adj" fmla="val 10417"/>
            </a:avLst>
          </a:prstGeom>
          <a:solidFill>
            <a:srgbClr val="FFFFFF"/>
          </a:solidFill>
          <a:ln w="7288">
            <a:solidFill>
              <a:srgbClr val="8599C3"/>
            </a:solidFill>
            <a:prstDash val="solid"/>
          </a:ln>
        </p:spPr>
      </p:sp>
      <p:sp>
        <p:nvSpPr>
          <p:cNvPr id="87" name="p21_ellipse_87">
            <a:extLst>
              <a:ext uri="{FF2B5EF4-FFF2-40B4-BE49-F238E27FC236}">
                <a16:creationId xmlns:a16="http://schemas.microsoft.com/office/drawing/2014/main" id="{282EB3CE-303F-444E-B922-94A48753A83A}"/>
              </a:ext>
            </a:extLst>
          </p:cNvPr>
          <p:cNvSpPr>
            <a:spLocks/>
          </p:cNvSpPr>
          <p:nvPr/>
        </p:nvSpPr>
        <p:spPr>
          <a:xfrm>
            <a:off x="378976" y="4810074"/>
            <a:ext cx="240504" cy="240504"/>
          </a:xfrm>
          <a:prstGeom prst="ellipse">
            <a:avLst/>
          </a:prstGeom>
          <a:gradFill>
            <a:gsLst>
              <a:gs pos="0">
                <a:srgbClr val="E5EAF8"/>
              </a:gs>
              <a:gs pos="100000">
                <a:srgbClr val="C4CEEB"/>
              </a:gs>
            </a:gsLst>
            <a:lin ang="5400000"/>
          </a:gradFill>
          <a:ln w="10203">
            <a:solidFill>
              <a:srgbClr val="394D93"/>
            </a:solidFill>
            <a:prstDash val="solid"/>
          </a:ln>
        </p:spPr>
      </p:sp>
      <p:sp>
        <p:nvSpPr>
          <p:cNvPr id="88" name="p21_path_88">
            <a:extLst>
              <a:ext uri="{FF2B5EF4-FFF2-40B4-BE49-F238E27FC236}">
                <a16:creationId xmlns:a16="http://schemas.microsoft.com/office/drawing/2014/main" id="{BE5252BA-B396-46B8-B830-EF45283B1CF3}"/>
              </a:ext>
            </a:extLst>
          </p:cNvPr>
          <p:cNvSpPr>
            <a:spLocks/>
          </p:cNvSpPr>
          <p:nvPr/>
        </p:nvSpPr>
        <p:spPr>
          <a:xfrm>
            <a:off x="502871" y="4861090"/>
            <a:ext cx="729" cy="72880"/>
          </a:xfrm>
          <a:custGeom>
            <a:avLst/>
            <a:gdLst/>
            <a:ahLst/>
            <a:cxnLst/>
            <a:rect l="0" t="0" r="0" b="0"/>
            <a:pathLst>
              <a:path w="953" h="95250">
                <a:moveTo>
                  <a:pt x="0" y="0"/>
                </a:moveTo>
                <a:lnTo>
                  <a:pt x="0" y="95250"/>
                </a:lnTo>
              </a:path>
            </a:pathLst>
          </a:custGeom>
          <a:noFill/>
          <a:ln w="14576">
            <a:solidFill>
              <a:srgbClr val="394D93"/>
            </a:solidFill>
            <a:prstDash val="solid"/>
          </a:ln>
        </p:spPr>
      </p:sp>
      <p:sp>
        <p:nvSpPr>
          <p:cNvPr id="89" name="p21_path_89">
            <a:extLst>
              <a:ext uri="{FF2B5EF4-FFF2-40B4-BE49-F238E27FC236}">
                <a16:creationId xmlns:a16="http://schemas.microsoft.com/office/drawing/2014/main" id="{63E2385D-C008-4949-A5D5-4116ECA31435}"/>
              </a:ext>
            </a:extLst>
          </p:cNvPr>
          <p:cNvSpPr>
            <a:spLocks/>
          </p:cNvSpPr>
          <p:nvPr/>
        </p:nvSpPr>
        <p:spPr>
          <a:xfrm>
            <a:off x="502871" y="4933970"/>
            <a:ext cx="72880" cy="51016"/>
          </a:xfrm>
          <a:custGeom>
            <a:avLst/>
            <a:gdLst/>
            <a:ahLst/>
            <a:cxnLst/>
            <a:rect l="0" t="0" r="0" b="0"/>
            <a:pathLst>
              <a:path w="95250" h="66675">
                <a:moveTo>
                  <a:pt x="0" y="0"/>
                </a:moveTo>
                <a:lnTo>
                  <a:pt x="95250" y="66675"/>
                </a:lnTo>
              </a:path>
            </a:pathLst>
          </a:custGeom>
          <a:noFill/>
          <a:ln w="14576">
            <a:solidFill>
              <a:srgbClr val="394D93"/>
            </a:solidFill>
            <a:prstDash val="solid"/>
          </a:ln>
        </p:spPr>
      </p:sp>
      <p:sp>
        <p:nvSpPr>
          <p:cNvPr id="90" name="p21_path_90">
            <a:extLst>
              <a:ext uri="{FF2B5EF4-FFF2-40B4-BE49-F238E27FC236}">
                <a16:creationId xmlns:a16="http://schemas.microsoft.com/office/drawing/2014/main" id="{41E6DD6B-DF55-4240-A79B-C3C4A024C383}"/>
              </a:ext>
            </a:extLst>
          </p:cNvPr>
          <p:cNvSpPr>
            <a:spLocks/>
          </p:cNvSpPr>
          <p:nvPr/>
        </p:nvSpPr>
        <p:spPr>
          <a:xfrm>
            <a:off x="4307203" y="3257732"/>
            <a:ext cx="801679" cy="1384718"/>
          </a:xfrm>
          <a:custGeom>
            <a:avLst/>
            <a:gdLst/>
            <a:ahLst/>
            <a:cxnLst/>
            <a:rect l="0" t="0" r="0" b="0"/>
            <a:pathLst>
              <a:path w="1047750" h="1809750">
                <a:moveTo>
                  <a:pt x="0" y="1809750"/>
                </a:moveTo>
                <a:lnTo>
                  <a:pt x="742950" y="1809750"/>
                </a:lnTo>
                <a:lnTo>
                  <a:pt x="742950" y="0"/>
                </a:lnTo>
                <a:lnTo>
                  <a:pt x="1047750" y="0"/>
                </a:lnTo>
              </a:path>
            </a:pathLst>
          </a:custGeom>
          <a:noFill/>
          <a:ln w="13118">
            <a:solidFill>
              <a:srgbClr val="394D93"/>
            </a:solidFill>
            <a:prstDash val="solid"/>
          </a:ln>
        </p:spPr>
      </p:sp>
      <p:sp>
        <p:nvSpPr>
          <p:cNvPr id="91" name="p21_path_91">
            <a:extLst>
              <a:ext uri="{FF2B5EF4-FFF2-40B4-BE49-F238E27FC236}">
                <a16:creationId xmlns:a16="http://schemas.microsoft.com/office/drawing/2014/main" id="{244BA6D6-D918-46DF-8B29-AA2A8FA2B47B}"/>
              </a:ext>
            </a:extLst>
          </p:cNvPr>
          <p:cNvSpPr>
            <a:spLocks/>
          </p:cNvSpPr>
          <p:nvPr/>
        </p:nvSpPr>
        <p:spPr>
          <a:xfrm>
            <a:off x="5021426" y="3219252"/>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92" name="p21_rect_92">
            <a:extLst>
              <a:ext uri="{FF2B5EF4-FFF2-40B4-BE49-F238E27FC236}">
                <a16:creationId xmlns:a16="http://schemas.microsoft.com/office/drawing/2014/main" id="{347B080E-EA30-44B4-8168-1708AC203714}"/>
              </a:ext>
            </a:extLst>
          </p:cNvPr>
          <p:cNvSpPr>
            <a:spLocks/>
          </p:cNvSpPr>
          <p:nvPr/>
        </p:nvSpPr>
        <p:spPr>
          <a:xfrm>
            <a:off x="5218202" y="1566918"/>
            <a:ext cx="2886045" cy="3381628"/>
          </a:xfrm>
          <a:prstGeom prst="roundRect">
            <a:avLst>
              <a:gd name="adj" fmla="val 3535"/>
            </a:avLst>
          </a:prstGeom>
          <a:gradFill>
            <a:gsLst>
              <a:gs pos="0">
                <a:srgbClr val="FEFEFF"/>
              </a:gs>
              <a:gs pos="100000">
                <a:srgbClr val="EDF0F8"/>
              </a:gs>
            </a:gsLst>
            <a:lin ang="5400000"/>
          </a:gradFill>
          <a:ln w="12390">
            <a:solidFill>
              <a:srgbClr val="172956"/>
            </a:solidFill>
            <a:prstDash val="solid"/>
          </a:ln>
        </p:spPr>
      </p:sp>
      <p:sp>
        <p:nvSpPr>
          <p:cNvPr id="93" name="p21_rect_93">
            <a:extLst>
              <a:ext uri="{FF2B5EF4-FFF2-40B4-BE49-F238E27FC236}">
                <a16:creationId xmlns:a16="http://schemas.microsoft.com/office/drawing/2014/main" id="{9A0A1280-0C46-4B11-95F0-B64E2CDF7A54}"/>
              </a:ext>
            </a:extLst>
          </p:cNvPr>
          <p:cNvSpPr>
            <a:spLocks/>
          </p:cNvSpPr>
          <p:nvPr/>
        </p:nvSpPr>
        <p:spPr>
          <a:xfrm>
            <a:off x="5378538" y="2303005"/>
            <a:ext cx="2565373" cy="670495"/>
          </a:xfrm>
          <a:prstGeom prst="roundRect">
            <a:avLst>
              <a:gd name="adj" fmla="val 8696"/>
            </a:avLst>
          </a:prstGeom>
          <a:gradFill>
            <a:gsLst>
              <a:gs pos="0">
                <a:srgbClr val="FEFEFF"/>
              </a:gs>
              <a:gs pos="100000">
                <a:srgbClr val="EDF0F8"/>
              </a:gs>
            </a:gsLst>
            <a:lin ang="5400000"/>
          </a:gradFill>
          <a:ln w="8017">
            <a:solidFill>
              <a:srgbClr val="8599C3"/>
            </a:solidFill>
            <a:prstDash val="solid"/>
          </a:ln>
        </p:spPr>
      </p:sp>
      <p:sp>
        <p:nvSpPr>
          <p:cNvPr id="94" name="p21_path_94">
            <a:extLst>
              <a:ext uri="{FF2B5EF4-FFF2-40B4-BE49-F238E27FC236}">
                <a16:creationId xmlns:a16="http://schemas.microsoft.com/office/drawing/2014/main" id="{6FAA2C24-EE30-485C-A3AC-0160EF960BFC}"/>
              </a:ext>
            </a:extLst>
          </p:cNvPr>
          <p:cNvSpPr>
            <a:spLocks/>
          </p:cNvSpPr>
          <p:nvPr/>
        </p:nvSpPr>
        <p:spPr>
          <a:xfrm>
            <a:off x="5775126" y="3207154"/>
            <a:ext cx="156084" cy="230446"/>
          </a:xfrm>
          <a:custGeom>
            <a:avLst/>
            <a:gdLst/>
            <a:ahLst/>
            <a:cxnLst/>
            <a:rect l="0" t="0" r="0" b="0"/>
            <a:pathLst>
              <a:path w="203994" h="301181">
                <a:moveTo>
                  <a:pt x="203994" y="0"/>
                </a:moveTo>
                <a:lnTo>
                  <a:pt x="0" y="301181"/>
                </a:lnTo>
              </a:path>
            </a:pathLst>
          </a:custGeom>
          <a:noFill/>
          <a:ln w="10932">
            <a:solidFill>
              <a:srgbClr val="394D93"/>
            </a:solidFill>
            <a:prstDash val="solid"/>
          </a:ln>
        </p:spPr>
      </p:sp>
      <p:sp>
        <p:nvSpPr>
          <p:cNvPr id="95" name="p21_path_95">
            <a:extLst>
              <a:ext uri="{FF2B5EF4-FFF2-40B4-BE49-F238E27FC236}">
                <a16:creationId xmlns:a16="http://schemas.microsoft.com/office/drawing/2014/main" id="{E0CD2112-8CD0-4DA0-BB06-FE2E72332503}"/>
              </a:ext>
            </a:extLst>
          </p:cNvPr>
          <p:cNvSpPr>
            <a:spLocks/>
          </p:cNvSpPr>
          <p:nvPr/>
        </p:nvSpPr>
        <p:spPr>
          <a:xfrm>
            <a:off x="5931210" y="3207154"/>
            <a:ext cx="181058" cy="230446"/>
          </a:xfrm>
          <a:custGeom>
            <a:avLst/>
            <a:gdLst/>
            <a:ahLst/>
            <a:cxnLst/>
            <a:rect l="0" t="0" r="0" b="0"/>
            <a:pathLst>
              <a:path w="236633" h="301181">
                <a:moveTo>
                  <a:pt x="0" y="0"/>
                </a:moveTo>
                <a:lnTo>
                  <a:pt x="236633" y="301181"/>
                </a:lnTo>
              </a:path>
            </a:pathLst>
          </a:custGeom>
          <a:noFill/>
          <a:ln w="10932">
            <a:solidFill>
              <a:srgbClr val="394D93"/>
            </a:solidFill>
            <a:prstDash val="solid"/>
          </a:ln>
        </p:spPr>
      </p:sp>
      <p:sp>
        <p:nvSpPr>
          <p:cNvPr id="96" name="p21_path_96">
            <a:extLst>
              <a:ext uri="{FF2B5EF4-FFF2-40B4-BE49-F238E27FC236}">
                <a16:creationId xmlns:a16="http://schemas.microsoft.com/office/drawing/2014/main" id="{1C301AB9-190A-4ED0-BE43-623C67FD5178}"/>
              </a:ext>
            </a:extLst>
          </p:cNvPr>
          <p:cNvSpPr>
            <a:spLocks/>
          </p:cNvSpPr>
          <p:nvPr/>
        </p:nvSpPr>
        <p:spPr>
          <a:xfrm>
            <a:off x="5668988" y="3437600"/>
            <a:ext cx="106137" cy="252748"/>
          </a:xfrm>
          <a:custGeom>
            <a:avLst/>
            <a:gdLst/>
            <a:ahLst/>
            <a:cxnLst/>
            <a:rect l="0" t="0" r="0" b="0"/>
            <a:pathLst>
              <a:path w="138716" h="330327">
                <a:moveTo>
                  <a:pt x="138716" y="0"/>
                </a:moveTo>
                <a:lnTo>
                  <a:pt x="0" y="330327"/>
                </a:lnTo>
              </a:path>
            </a:pathLst>
          </a:custGeom>
          <a:noFill/>
          <a:ln w="10932">
            <a:solidFill>
              <a:srgbClr val="394D93"/>
            </a:solidFill>
            <a:prstDash val="solid"/>
          </a:ln>
        </p:spPr>
      </p:sp>
      <p:sp>
        <p:nvSpPr>
          <p:cNvPr id="97" name="p21_path_97">
            <a:extLst>
              <a:ext uri="{FF2B5EF4-FFF2-40B4-BE49-F238E27FC236}">
                <a16:creationId xmlns:a16="http://schemas.microsoft.com/office/drawing/2014/main" id="{5AB3778C-CDC8-4D94-8993-9286E29F9871}"/>
              </a:ext>
            </a:extLst>
          </p:cNvPr>
          <p:cNvSpPr>
            <a:spLocks/>
          </p:cNvSpPr>
          <p:nvPr/>
        </p:nvSpPr>
        <p:spPr>
          <a:xfrm>
            <a:off x="5775126" y="3437600"/>
            <a:ext cx="87407" cy="252748"/>
          </a:xfrm>
          <a:custGeom>
            <a:avLst/>
            <a:gdLst/>
            <a:ahLst/>
            <a:cxnLst/>
            <a:rect l="0" t="0" r="0" b="0"/>
            <a:pathLst>
              <a:path w="114237" h="330327">
                <a:moveTo>
                  <a:pt x="0" y="0"/>
                </a:moveTo>
                <a:lnTo>
                  <a:pt x="114237" y="330327"/>
                </a:lnTo>
              </a:path>
            </a:pathLst>
          </a:custGeom>
          <a:noFill/>
          <a:ln w="10932">
            <a:solidFill>
              <a:srgbClr val="394D93"/>
            </a:solidFill>
            <a:prstDash val="solid"/>
          </a:ln>
        </p:spPr>
      </p:sp>
      <p:sp>
        <p:nvSpPr>
          <p:cNvPr id="98" name="p21_path_98">
            <a:extLst>
              <a:ext uri="{FF2B5EF4-FFF2-40B4-BE49-F238E27FC236}">
                <a16:creationId xmlns:a16="http://schemas.microsoft.com/office/drawing/2014/main" id="{315FB50A-CCEE-4690-A233-BFA3854ED3CD}"/>
              </a:ext>
            </a:extLst>
          </p:cNvPr>
          <p:cNvSpPr>
            <a:spLocks/>
          </p:cNvSpPr>
          <p:nvPr/>
        </p:nvSpPr>
        <p:spPr>
          <a:xfrm>
            <a:off x="6037348" y="3437600"/>
            <a:ext cx="74921" cy="252748"/>
          </a:xfrm>
          <a:custGeom>
            <a:avLst/>
            <a:gdLst/>
            <a:ahLst/>
            <a:cxnLst/>
            <a:rect l="0" t="0" r="0" b="0"/>
            <a:pathLst>
              <a:path w="97917" h="330327">
                <a:moveTo>
                  <a:pt x="97917" y="0"/>
                </a:moveTo>
                <a:lnTo>
                  <a:pt x="0" y="330327"/>
                </a:lnTo>
              </a:path>
            </a:pathLst>
          </a:custGeom>
          <a:noFill/>
          <a:ln w="10932">
            <a:solidFill>
              <a:srgbClr val="394D93"/>
            </a:solidFill>
            <a:prstDash val="solid"/>
          </a:ln>
        </p:spPr>
      </p:sp>
      <p:sp>
        <p:nvSpPr>
          <p:cNvPr id="99" name="p21_path_99">
            <a:extLst>
              <a:ext uri="{FF2B5EF4-FFF2-40B4-BE49-F238E27FC236}">
                <a16:creationId xmlns:a16="http://schemas.microsoft.com/office/drawing/2014/main" id="{7F38234F-0174-44F0-AE08-B8CB98EA67E1}"/>
              </a:ext>
            </a:extLst>
          </p:cNvPr>
          <p:cNvSpPr>
            <a:spLocks/>
          </p:cNvSpPr>
          <p:nvPr/>
        </p:nvSpPr>
        <p:spPr>
          <a:xfrm>
            <a:off x="6112268" y="3437600"/>
            <a:ext cx="87407" cy="252748"/>
          </a:xfrm>
          <a:custGeom>
            <a:avLst/>
            <a:gdLst/>
            <a:ahLst/>
            <a:cxnLst/>
            <a:rect l="0" t="0" r="0" b="0"/>
            <a:pathLst>
              <a:path w="114236" h="330327">
                <a:moveTo>
                  <a:pt x="0" y="0"/>
                </a:moveTo>
                <a:lnTo>
                  <a:pt x="114236" y="330327"/>
                </a:lnTo>
              </a:path>
            </a:pathLst>
          </a:custGeom>
          <a:noFill/>
          <a:ln w="10932">
            <a:solidFill>
              <a:srgbClr val="394D93"/>
            </a:solidFill>
            <a:prstDash val="solid"/>
          </a:ln>
        </p:spPr>
      </p:sp>
      <p:sp>
        <p:nvSpPr>
          <p:cNvPr id="100" name="p21_path_100">
            <a:extLst>
              <a:ext uri="{FF2B5EF4-FFF2-40B4-BE49-F238E27FC236}">
                <a16:creationId xmlns:a16="http://schemas.microsoft.com/office/drawing/2014/main" id="{C21A936D-E079-4A09-8EDD-E43385B67EFE}"/>
              </a:ext>
            </a:extLst>
          </p:cNvPr>
          <p:cNvSpPr>
            <a:spLocks/>
          </p:cNvSpPr>
          <p:nvPr/>
        </p:nvSpPr>
        <p:spPr>
          <a:xfrm>
            <a:off x="5787613" y="3690347"/>
            <a:ext cx="74921" cy="200711"/>
          </a:xfrm>
          <a:custGeom>
            <a:avLst/>
            <a:gdLst/>
            <a:ahLst/>
            <a:cxnLst/>
            <a:rect l="0" t="0" r="0" b="0"/>
            <a:pathLst>
              <a:path w="97917" h="262318">
                <a:moveTo>
                  <a:pt x="97917" y="0"/>
                </a:moveTo>
                <a:lnTo>
                  <a:pt x="0" y="262318"/>
                </a:lnTo>
              </a:path>
            </a:pathLst>
          </a:custGeom>
          <a:noFill/>
          <a:ln w="10932">
            <a:solidFill>
              <a:srgbClr val="394D93"/>
            </a:solidFill>
            <a:prstDash val="solid"/>
          </a:ln>
        </p:spPr>
      </p:sp>
      <p:sp>
        <p:nvSpPr>
          <p:cNvPr id="101" name="p21_path_101">
            <a:extLst>
              <a:ext uri="{FF2B5EF4-FFF2-40B4-BE49-F238E27FC236}">
                <a16:creationId xmlns:a16="http://schemas.microsoft.com/office/drawing/2014/main" id="{7F1A58E0-2BD9-422D-873F-F58CC87D5555}"/>
              </a:ext>
            </a:extLst>
          </p:cNvPr>
          <p:cNvSpPr>
            <a:spLocks/>
          </p:cNvSpPr>
          <p:nvPr/>
        </p:nvSpPr>
        <p:spPr>
          <a:xfrm>
            <a:off x="5862533" y="3690347"/>
            <a:ext cx="68677" cy="200711"/>
          </a:xfrm>
          <a:custGeom>
            <a:avLst/>
            <a:gdLst/>
            <a:ahLst/>
            <a:cxnLst/>
            <a:rect l="0" t="0" r="0" b="0"/>
            <a:pathLst>
              <a:path w="89757" h="262318">
                <a:moveTo>
                  <a:pt x="0" y="0"/>
                </a:moveTo>
                <a:lnTo>
                  <a:pt x="89757" y="262318"/>
                </a:lnTo>
              </a:path>
            </a:pathLst>
          </a:custGeom>
          <a:noFill/>
          <a:ln w="10932">
            <a:solidFill>
              <a:srgbClr val="394D93"/>
            </a:solidFill>
            <a:prstDash val="solid"/>
          </a:ln>
        </p:spPr>
      </p:sp>
      <p:sp>
        <p:nvSpPr>
          <p:cNvPr id="102" name="p21_ellipse_102">
            <a:extLst>
              <a:ext uri="{FF2B5EF4-FFF2-40B4-BE49-F238E27FC236}">
                <a16:creationId xmlns:a16="http://schemas.microsoft.com/office/drawing/2014/main" id="{B520CA5A-B126-46AD-9654-ABCCA657D20E}"/>
              </a:ext>
            </a:extLst>
          </p:cNvPr>
          <p:cNvSpPr>
            <a:spLocks/>
          </p:cNvSpPr>
          <p:nvPr/>
        </p:nvSpPr>
        <p:spPr>
          <a:xfrm>
            <a:off x="5902058" y="3178002"/>
            <a:ext cx="58304" cy="58304"/>
          </a:xfrm>
          <a:prstGeom prst="ellipse">
            <a:avLst/>
          </a:prstGeom>
          <a:solidFill>
            <a:srgbClr val="CAD4EF"/>
          </a:solidFill>
          <a:ln w="9474">
            <a:solidFill>
              <a:srgbClr val="394D93"/>
            </a:solidFill>
            <a:prstDash val="solid"/>
          </a:ln>
        </p:spPr>
      </p:sp>
      <p:sp>
        <p:nvSpPr>
          <p:cNvPr id="103" name="p21_ellipse_103">
            <a:extLst>
              <a:ext uri="{FF2B5EF4-FFF2-40B4-BE49-F238E27FC236}">
                <a16:creationId xmlns:a16="http://schemas.microsoft.com/office/drawing/2014/main" id="{0B15ADFE-1666-44EB-935C-BF7D691A87A6}"/>
              </a:ext>
            </a:extLst>
          </p:cNvPr>
          <p:cNvSpPr>
            <a:spLocks/>
          </p:cNvSpPr>
          <p:nvPr/>
        </p:nvSpPr>
        <p:spPr>
          <a:xfrm>
            <a:off x="5745974" y="3408448"/>
            <a:ext cx="58304" cy="58304"/>
          </a:xfrm>
          <a:prstGeom prst="ellipse">
            <a:avLst/>
          </a:prstGeom>
          <a:solidFill>
            <a:srgbClr val="CAD4EF"/>
          </a:solidFill>
          <a:ln w="9474">
            <a:solidFill>
              <a:srgbClr val="394D93"/>
            </a:solidFill>
            <a:prstDash val="solid"/>
          </a:ln>
        </p:spPr>
      </p:sp>
      <p:sp>
        <p:nvSpPr>
          <p:cNvPr id="104" name="p21_ellipse_104">
            <a:extLst>
              <a:ext uri="{FF2B5EF4-FFF2-40B4-BE49-F238E27FC236}">
                <a16:creationId xmlns:a16="http://schemas.microsoft.com/office/drawing/2014/main" id="{96FFFA40-768F-4D41-BAF0-885F0984DD89}"/>
              </a:ext>
            </a:extLst>
          </p:cNvPr>
          <p:cNvSpPr>
            <a:spLocks/>
          </p:cNvSpPr>
          <p:nvPr/>
        </p:nvSpPr>
        <p:spPr>
          <a:xfrm>
            <a:off x="6083116" y="3408448"/>
            <a:ext cx="58304" cy="58304"/>
          </a:xfrm>
          <a:prstGeom prst="ellipse">
            <a:avLst/>
          </a:prstGeom>
          <a:solidFill>
            <a:srgbClr val="CAD4EF"/>
          </a:solidFill>
          <a:ln w="9474">
            <a:solidFill>
              <a:srgbClr val="394D93"/>
            </a:solidFill>
            <a:prstDash val="solid"/>
          </a:ln>
        </p:spPr>
      </p:sp>
      <p:sp>
        <p:nvSpPr>
          <p:cNvPr id="105" name="p21_ellipse_105">
            <a:extLst>
              <a:ext uri="{FF2B5EF4-FFF2-40B4-BE49-F238E27FC236}">
                <a16:creationId xmlns:a16="http://schemas.microsoft.com/office/drawing/2014/main" id="{8A933D06-19C0-4090-AD82-0A39D22F771E}"/>
              </a:ext>
            </a:extLst>
          </p:cNvPr>
          <p:cNvSpPr>
            <a:spLocks/>
          </p:cNvSpPr>
          <p:nvPr/>
        </p:nvSpPr>
        <p:spPr>
          <a:xfrm>
            <a:off x="5639837" y="3661195"/>
            <a:ext cx="58304" cy="58304"/>
          </a:xfrm>
          <a:prstGeom prst="ellipse">
            <a:avLst/>
          </a:prstGeom>
          <a:solidFill>
            <a:srgbClr val="CAD4EF"/>
          </a:solidFill>
          <a:ln w="9474">
            <a:solidFill>
              <a:srgbClr val="394D93"/>
            </a:solidFill>
            <a:prstDash val="solid"/>
          </a:ln>
        </p:spPr>
      </p:sp>
      <p:sp>
        <p:nvSpPr>
          <p:cNvPr id="106" name="p21_ellipse_106">
            <a:extLst>
              <a:ext uri="{FF2B5EF4-FFF2-40B4-BE49-F238E27FC236}">
                <a16:creationId xmlns:a16="http://schemas.microsoft.com/office/drawing/2014/main" id="{DB3119BE-EADD-4E1E-B32E-407F7F56CB33}"/>
              </a:ext>
            </a:extLst>
          </p:cNvPr>
          <p:cNvSpPr>
            <a:spLocks/>
          </p:cNvSpPr>
          <p:nvPr/>
        </p:nvSpPr>
        <p:spPr>
          <a:xfrm>
            <a:off x="5833381" y="3661195"/>
            <a:ext cx="58304" cy="58304"/>
          </a:xfrm>
          <a:prstGeom prst="ellipse">
            <a:avLst/>
          </a:prstGeom>
          <a:solidFill>
            <a:srgbClr val="CAD4EF"/>
          </a:solidFill>
          <a:ln w="9474">
            <a:solidFill>
              <a:srgbClr val="394D93"/>
            </a:solidFill>
            <a:prstDash val="solid"/>
          </a:ln>
        </p:spPr>
      </p:sp>
      <p:sp>
        <p:nvSpPr>
          <p:cNvPr id="107" name="p21_ellipse_107">
            <a:extLst>
              <a:ext uri="{FF2B5EF4-FFF2-40B4-BE49-F238E27FC236}">
                <a16:creationId xmlns:a16="http://schemas.microsoft.com/office/drawing/2014/main" id="{2F4AFA3A-BCD6-439E-905C-3AE2439A3240}"/>
              </a:ext>
            </a:extLst>
          </p:cNvPr>
          <p:cNvSpPr>
            <a:spLocks/>
          </p:cNvSpPr>
          <p:nvPr/>
        </p:nvSpPr>
        <p:spPr>
          <a:xfrm>
            <a:off x="6008196" y="3661195"/>
            <a:ext cx="58304" cy="58304"/>
          </a:xfrm>
          <a:prstGeom prst="ellipse">
            <a:avLst/>
          </a:prstGeom>
          <a:solidFill>
            <a:srgbClr val="FFFFFF"/>
          </a:solidFill>
          <a:ln w="9474">
            <a:solidFill>
              <a:srgbClr val="394D93"/>
            </a:solidFill>
            <a:prstDash val="solid"/>
          </a:ln>
        </p:spPr>
      </p:sp>
      <p:sp>
        <p:nvSpPr>
          <p:cNvPr id="108" name="p21_ellipse_108">
            <a:extLst>
              <a:ext uri="{FF2B5EF4-FFF2-40B4-BE49-F238E27FC236}">
                <a16:creationId xmlns:a16="http://schemas.microsoft.com/office/drawing/2014/main" id="{8E2CC4F5-B1A8-4D68-AFF2-1C3A3A78BA91}"/>
              </a:ext>
            </a:extLst>
          </p:cNvPr>
          <p:cNvSpPr>
            <a:spLocks/>
          </p:cNvSpPr>
          <p:nvPr/>
        </p:nvSpPr>
        <p:spPr>
          <a:xfrm>
            <a:off x="6170524" y="3661195"/>
            <a:ext cx="58304" cy="58304"/>
          </a:xfrm>
          <a:prstGeom prst="ellipse">
            <a:avLst/>
          </a:prstGeom>
          <a:solidFill>
            <a:srgbClr val="FFFFFF"/>
          </a:solidFill>
          <a:ln w="9474">
            <a:solidFill>
              <a:srgbClr val="394D93"/>
            </a:solidFill>
            <a:prstDash val="solid"/>
          </a:ln>
        </p:spPr>
      </p:sp>
      <p:sp>
        <p:nvSpPr>
          <p:cNvPr id="109" name="p21_ellipse_109">
            <a:extLst>
              <a:ext uri="{FF2B5EF4-FFF2-40B4-BE49-F238E27FC236}">
                <a16:creationId xmlns:a16="http://schemas.microsoft.com/office/drawing/2014/main" id="{DEBC258B-4B97-4C1D-81A1-8E21045244C3}"/>
              </a:ext>
            </a:extLst>
          </p:cNvPr>
          <p:cNvSpPr>
            <a:spLocks/>
          </p:cNvSpPr>
          <p:nvPr/>
        </p:nvSpPr>
        <p:spPr>
          <a:xfrm>
            <a:off x="5758461" y="3861907"/>
            <a:ext cx="58304" cy="58304"/>
          </a:xfrm>
          <a:prstGeom prst="ellipse">
            <a:avLst/>
          </a:prstGeom>
          <a:solidFill>
            <a:srgbClr val="FFFFFF"/>
          </a:solidFill>
          <a:ln w="9474">
            <a:solidFill>
              <a:srgbClr val="394D93"/>
            </a:solidFill>
            <a:prstDash val="solid"/>
          </a:ln>
        </p:spPr>
      </p:sp>
      <p:sp>
        <p:nvSpPr>
          <p:cNvPr id="110" name="p21_ellipse_110">
            <a:extLst>
              <a:ext uri="{FF2B5EF4-FFF2-40B4-BE49-F238E27FC236}">
                <a16:creationId xmlns:a16="http://schemas.microsoft.com/office/drawing/2014/main" id="{F3967539-E110-4A68-B513-BC87EBDBEEF9}"/>
              </a:ext>
            </a:extLst>
          </p:cNvPr>
          <p:cNvSpPr>
            <a:spLocks/>
          </p:cNvSpPr>
          <p:nvPr/>
        </p:nvSpPr>
        <p:spPr>
          <a:xfrm>
            <a:off x="5902058" y="3861907"/>
            <a:ext cx="58304" cy="58304"/>
          </a:xfrm>
          <a:prstGeom prst="ellipse">
            <a:avLst/>
          </a:prstGeom>
          <a:solidFill>
            <a:srgbClr val="FFFFFF"/>
          </a:solidFill>
          <a:ln w="9474">
            <a:solidFill>
              <a:srgbClr val="394D93"/>
            </a:solidFill>
            <a:prstDash val="solid"/>
          </a:ln>
        </p:spPr>
      </p:sp>
      <p:sp>
        <p:nvSpPr>
          <p:cNvPr id="111" name="p21_path_111">
            <a:extLst>
              <a:ext uri="{FF2B5EF4-FFF2-40B4-BE49-F238E27FC236}">
                <a16:creationId xmlns:a16="http://schemas.microsoft.com/office/drawing/2014/main" id="{8AEBAFD1-5A51-48AC-B460-27BC26B71F15}"/>
              </a:ext>
            </a:extLst>
          </p:cNvPr>
          <p:cNvSpPr>
            <a:spLocks/>
          </p:cNvSpPr>
          <p:nvPr/>
        </p:nvSpPr>
        <p:spPr>
          <a:xfrm>
            <a:off x="6407821" y="3207154"/>
            <a:ext cx="193545" cy="230446"/>
          </a:xfrm>
          <a:custGeom>
            <a:avLst/>
            <a:gdLst/>
            <a:ahLst/>
            <a:cxnLst/>
            <a:rect l="0" t="0" r="0" b="0"/>
            <a:pathLst>
              <a:path w="252952" h="301181">
                <a:moveTo>
                  <a:pt x="252952" y="0"/>
                </a:moveTo>
                <a:lnTo>
                  <a:pt x="0" y="301181"/>
                </a:lnTo>
              </a:path>
            </a:pathLst>
          </a:custGeom>
          <a:noFill/>
          <a:ln w="10932">
            <a:solidFill>
              <a:srgbClr val="394D93"/>
            </a:solidFill>
            <a:prstDash val="solid"/>
          </a:ln>
        </p:spPr>
      </p:sp>
      <p:sp>
        <p:nvSpPr>
          <p:cNvPr id="112" name="p21_path_112">
            <a:extLst>
              <a:ext uri="{FF2B5EF4-FFF2-40B4-BE49-F238E27FC236}">
                <a16:creationId xmlns:a16="http://schemas.microsoft.com/office/drawing/2014/main" id="{F1DA59EE-4590-49A2-89E2-0504578712F7}"/>
              </a:ext>
            </a:extLst>
          </p:cNvPr>
          <p:cNvSpPr>
            <a:spLocks/>
          </p:cNvSpPr>
          <p:nvPr/>
        </p:nvSpPr>
        <p:spPr>
          <a:xfrm>
            <a:off x="6601366" y="3207154"/>
            <a:ext cx="156084" cy="230446"/>
          </a:xfrm>
          <a:custGeom>
            <a:avLst/>
            <a:gdLst/>
            <a:ahLst/>
            <a:cxnLst/>
            <a:rect l="0" t="0" r="0" b="0"/>
            <a:pathLst>
              <a:path w="203994" h="301181">
                <a:moveTo>
                  <a:pt x="0" y="0"/>
                </a:moveTo>
                <a:lnTo>
                  <a:pt x="203994" y="301181"/>
                </a:lnTo>
              </a:path>
            </a:pathLst>
          </a:custGeom>
          <a:noFill/>
          <a:ln w="10932">
            <a:solidFill>
              <a:srgbClr val="394D93"/>
            </a:solidFill>
            <a:prstDash val="solid"/>
          </a:ln>
        </p:spPr>
      </p:sp>
      <p:sp>
        <p:nvSpPr>
          <p:cNvPr id="113" name="p21_path_113">
            <a:extLst>
              <a:ext uri="{FF2B5EF4-FFF2-40B4-BE49-F238E27FC236}">
                <a16:creationId xmlns:a16="http://schemas.microsoft.com/office/drawing/2014/main" id="{0791BDA6-DC71-4943-AB51-3DE3B4B1C457}"/>
              </a:ext>
            </a:extLst>
          </p:cNvPr>
          <p:cNvSpPr>
            <a:spLocks/>
          </p:cNvSpPr>
          <p:nvPr/>
        </p:nvSpPr>
        <p:spPr>
          <a:xfrm>
            <a:off x="6326657" y="3437600"/>
            <a:ext cx="81164" cy="275049"/>
          </a:xfrm>
          <a:custGeom>
            <a:avLst/>
            <a:gdLst/>
            <a:ahLst/>
            <a:cxnLst/>
            <a:rect l="0" t="0" r="0" b="0"/>
            <a:pathLst>
              <a:path w="106077" h="359474">
                <a:moveTo>
                  <a:pt x="106077" y="0"/>
                </a:moveTo>
                <a:lnTo>
                  <a:pt x="0" y="359474"/>
                </a:lnTo>
              </a:path>
            </a:pathLst>
          </a:custGeom>
          <a:noFill/>
          <a:ln w="10932">
            <a:solidFill>
              <a:srgbClr val="394D93"/>
            </a:solidFill>
            <a:prstDash val="solid"/>
          </a:ln>
        </p:spPr>
      </p:sp>
      <p:sp>
        <p:nvSpPr>
          <p:cNvPr id="114" name="p21_path_114">
            <a:extLst>
              <a:ext uri="{FF2B5EF4-FFF2-40B4-BE49-F238E27FC236}">
                <a16:creationId xmlns:a16="http://schemas.microsoft.com/office/drawing/2014/main" id="{C9DA0786-A18D-4310-80B5-F05034034896}"/>
              </a:ext>
            </a:extLst>
          </p:cNvPr>
          <p:cNvSpPr>
            <a:spLocks/>
          </p:cNvSpPr>
          <p:nvPr/>
        </p:nvSpPr>
        <p:spPr>
          <a:xfrm>
            <a:off x="6407821" y="3437600"/>
            <a:ext cx="81164" cy="275049"/>
          </a:xfrm>
          <a:custGeom>
            <a:avLst/>
            <a:gdLst/>
            <a:ahLst/>
            <a:cxnLst/>
            <a:rect l="0" t="0" r="0" b="0"/>
            <a:pathLst>
              <a:path w="106077" h="359474">
                <a:moveTo>
                  <a:pt x="0" y="0"/>
                </a:moveTo>
                <a:lnTo>
                  <a:pt x="106077" y="359474"/>
                </a:lnTo>
              </a:path>
            </a:pathLst>
          </a:custGeom>
          <a:noFill/>
          <a:ln w="10932">
            <a:solidFill>
              <a:srgbClr val="394D93"/>
            </a:solidFill>
            <a:prstDash val="solid"/>
          </a:ln>
        </p:spPr>
      </p:sp>
      <p:sp>
        <p:nvSpPr>
          <p:cNvPr id="115" name="p21_path_115">
            <a:extLst>
              <a:ext uri="{FF2B5EF4-FFF2-40B4-BE49-F238E27FC236}">
                <a16:creationId xmlns:a16="http://schemas.microsoft.com/office/drawing/2014/main" id="{7397C8A2-B408-4A4F-B9BC-A5F070728B0E}"/>
              </a:ext>
            </a:extLst>
          </p:cNvPr>
          <p:cNvSpPr>
            <a:spLocks/>
          </p:cNvSpPr>
          <p:nvPr/>
        </p:nvSpPr>
        <p:spPr>
          <a:xfrm>
            <a:off x="6657556" y="3437600"/>
            <a:ext cx="99894" cy="215579"/>
          </a:xfrm>
          <a:custGeom>
            <a:avLst/>
            <a:gdLst/>
            <a:ahLst/>
            <a:cxnLst/>
            <a:rect l="0" t="0" r="0" b="0"/>
            <a:pathLst>
              <a:path w="130556" h="281749">
                <a:moveTo>
                  <a:pt x="130556" y="0"/>
                </a:moveTo>
                <a:lnTo>
                  <a:pt x="0" y="281749"/>
                </a:lnTo>
              </a:path>
            </a:pathLst>
          </a:custGeom>
          <a:noFill/>
          <a:ln w="10932">
            <a:solidFill>
              <a:srgbClr val="394D93"/>
            </a:solidFill>
            <a:prstDash val="solid"/>
          </a:ln>
        </p:spPr>
      </p:sp>
      <p:sp>
        <p:nvSpPr>
          <p:cNvPr id="116" name="p21_path_116">
            <a:extLst>
              <a:ext uri="{FF2B5EF4-FFF2-40B4-BE49-F238E27FC236}">
                <a16:creationId xmlns:a16="http://schemas.microsoft.com/office/drawing/2014/main" id="{11E0410B-69BB-4737-8406-B508EC9EC966}"/>
              </a:ext>
            </a:extLst>
          </p:cNvPr>
          <p:cNvSpPr>
            <a:spLocks/>
          </p:cNvSpPr>
          <p:nvPr/>
        </p:nvSpPr>
        <p:spPr>
          <a:xfrm>
            <a:off x="6757450" y="3437600"/>
            <a:ext cx="106137" cy="215579"/>
          </a:xfrm>
          <a:custGeom>
            <a:avLst/>
            <a:gdLst/>
            <a:ahLst/>
            <a:cxnLst/>
            <a:rect l="0" t="0" r="0" b="0"/>
            <a:pathLst>
              <a:path w="138716" h="281749">
                <a:moveTo>
                  <a:pt x="0" y="0"/>
                </a:moveTo>
                <a:lnTo>
                  <a:pt x="138716" y="281749"/>
                </a:lnTo>
              </a:path>
            </a:pathLst>
          </a:custGeom>
          <a:noFill/>
          <a:ln w="10932">
            <a:solidFill>
              <a:srgbClr val="394D93"/>
            </a:solidFill>
            <a:prstDash val="solid"/>
          </a:ln>
        </p:spPr>
      </p:sp>
      <p:sp>
        <p:nvSpPr>
          <p:cNvPr id="117" name="p21_path_117">
            <a:extLst>
              <a:ext uri="{FF2B5EF4-FFF2-40B4-BE49-F238E27FC236}">
                <a16:creationId xmlns:a16="http://schemas.microsoft.com/office/drawing/2014/main" id="{7DF5C85C-0791-404E-9CD6-642FC4037160}"/>
              </a:ext>
            </a:extLst>
          </p:cNvPr>
          <p:cNvSpPr>
            <a:spLocks/>
          </p:cNvSpPr>
          <p:nvPr/>
        </p:nvSpPr>
        <p:spPr>
          <a:xfrm>
            <a:off x="6582635" y="3653179"/>
            <a:ext cx="74921" cy="237880"/>
          </a:xfrm>
          <a:custGeom>
            <a:avLst/>
            <a:gdLst/>
            <a:ahLst/>
            <a:cxnLst/>
            <a:rect l="0" t="0" r="0" b="0"/>
            <a:pathLst>
              <a:path w="97917" h="310896">
                <a:moveTo>
                  <a:pt x="97917" y="0"/>
                </a:moveTo>
                <a:lnTo>
                  <a:pt x="0" y="310896"/>
                </a:lnTo>
              </a:path>
            </a:pathLst>
          </a:custGeom>
          <a:noFill/>
          <a:ln w="10932">
            <a:solidFill>
              <a:srgbClr val="394D93"/>
            </a:solidFill>
            <a:prstDash val="solid"/>
          </a:ln>
        </p:spPr>
      </p:sp>
      <p:sp>
        <p:nvSpPr>
          <p:cNvPr id="118" name="p21_path_118">
            <a:extLst>
              <a:ext uri="{FF2B5EF4-FFF2-40B4-BE49-F238E27FC236}">
                <a16:creationId xmlns:a16="http://schemas.microsoft.com/office/drawing/2014/main" id="{BB942990-1130-48CA-9467-2B9088325AC7}"/>
              </a:ext>
            </a:extLst>
          </p:cNvPr>
          <p:cNvSpPr>
            <a:spLocks/>
          </p:cNvSpPr>
          <p:nvPr/>
        </p:nvSpPr>
        <p:spPr>
          <a:xfrm>
            <a:off x="6657556" y="3653179"/>
            <a:ext cx="68677" cy="237880"/>
          </a:xfrm>
          <a:custGeom>
            <a:avLst/>
            <a:gdLst/>
            <a:ahLst/>
            <a:cxnLst/>
            <a:rect l="0" t="0" r="0" b="0"/>
            <a:pathLst>
              <a:path w="89757" h="310896">
                <a:moveTo>
                  <a:pt x="0" y="0"/>
                </a:moveTo>
                <a:lnTo>
                  <a:pt x="89757" y="310896"/>
                </a:lnTo>
              </a:path>
            </a:pathLst>
          </a:custGeom>
          <a:noFill/>
          <a:ln w="10932">
            <a:solidFill>
              <a:srgbClr val="394D93"/>
            </a:solidFill>
            <a:prstDash val="solid"/>
          </a:ln>
        </p:spPr>
      </p:sp>
      <p:sp>
        <p:nvSpPr>
          <p:cNvPr id="119" name="p21_ellipse_119">
            <a:extLst>
              <a:ext uri="{FF2B5EF4-FFF2-40B4-BE49-F238E27FC236}">
                <a16:creationId xmlns:a16="http://schemas.microsoft.com/office/drawing/2014/main" id="{EE001DF1-97B2-4F69-B0B9-697154369B81}"/>
              </a:ext>
            </a:extLst>
          </p:cNvPr>
          <p:cNvSpPr>
            <a:spLocks/>
          </p:cNvSpPr>
          <p:nvPr/>
        </p:nvSpPr>
        <p:spPr>
          <a:xfrm>
            <a:off x="6572214" y="3178002"/>
            <a:ext cx="58304" cy="58304"/>
          </a:xfrm>
          <a:prstGeom prst="ellipse">
            <a:avLst/>
          </a:prstGeom>
          <a:solidFill>
            <a:srgbClr val="CAD4EF"/>
          </a:solidFill>
          <a:ln w="9474">
            <a:solidFill>
              <a:srgbClr val="394D93"/>
            </a:solidFill>
            <a:prstDash val="solid"/>
          </a:ln>
        </p:spPr>
      </p:sp>
      <p:sp>
        <p:nvSpPr>
          <p:cNvPr id="120" name="p21_ellipse_120">
            <a:extLst>
              <a:ext uri="{FF2B5EF4-FFF2-40B4-BE49-F238E27FC236}">
                <a16:creationId xmlns:a16="http://schemas.microsoft.com/office/drawing/2014/main" id="{81B17D47-75DD-4148-B474-47DBE40C1103}"/>
              </a:ext>
            </a:extLst>
          </p:cNvPr>
          <p:cNvSpPr>
            <a:spLocks/>
          </p:cNvSpPr>
          <p:nvPr/>
        </p:nvSpPr>
        <p:spPr>
          <a:xfrm>
            <a:off x="6378669" y="3408448"/>
            <a:ext cx="58304" cy="58304"/>
          </a:xfrm>
          <a:prstGeom prst="ellipse">
            <a:avLst/>
          </a:prstGeom>
          <a:solidFill>
            <a:srgbClr val="CAD4EF"/>
          </a:solidFill>
          <a:ln w="9474">
            <a:solidFill>
              <a:srgbClr val="394D93"/>
            </a:solidFill>
            <a:prstDash val="solid"/>
          </a:ln>
        </p:spPr>
      </p:sp>
      <p:sp>
        <p:nvSpPr>
          <p:cNvPr id="121" name="p21_ellipse_121">
            <a:extLst>
              <a:ext uri="{FF2B5EF4-FFF2-40B4-BE49-F238E27FC236}">
                <a16:creationId xmlns:a16="http://schemas.microsoft.com/office/drawing/2014/main" id="{2E92F6EA-A026-4424-AC67-CA80158EEAEA}"/>
              </a:ext>
            </a:extLst>
          </p:cNvPr>
          <p:cNvSpPr>
            <a:spLocks/>
          </p:cNvSpPr>
          <p:nvPr/>
        </p:nvSpPr>
        <p:spPr>
          <a:xfrm>
            <a:off x="6728298" y="3408448"/>
            <a:ext cx="58304" cy="58304"/>
          </a:xfrm>
          <a:prstGeom prst="ellipse">
            <a:avLst/>
          </a:prstGeom>
          <a:solidFill>
            <a:srgbClr val="CAD4EF"/>
          </a:solidFill>
          <a:ln w="9474">
            <a:solidFill>
              <a:srgbClr val="394D93"/>
            </a:solidFill>
            <a:prstDash val="solid"/>
          </a:ln>
        </p:spPr>
      </p:sp>
      <p:sp>
        <p:nvSpPr>
          <p:cNvPr id="122" name="p21_ellipse_122">
            <a:extLst>
              <a:ext uri="{FF2B5EF4-FFF2-40B4-BE49-F238E27FC236}">
                <a16:creationId xmlns:a16="http://schemas.microsoft.com/office/drawing/2014/main" id="{39AE1418-FD9B-4563-A3DF-52F1845496E7}"/>
              </a:ext>
            </a:extLst>
          </p:cNvPr>
          <p:cNvSpPr>
            <a:spLocks/>
          </p:cNvSpPr>
          <p:nvPr/>
        </p:nvSpPr>
        <p:spPr>
          <a:xfrm>
            <a:off x="6297505" y="3683497"/>
            <a:ext cx="58304" cy="58304"/>
          </a:xfrm>
          <a:prstGeom prst="ellipse">
            <a:avLst/>
          </a:prstGeom>
          <a:solidFill>
            <a:srgbClr val="CAD4EF"/>
          </a:solidFill>
          <a:ln w="9474">
            <a:solidFill>
              <a:srgbClr val="394D93"/>
            </a:solidFill>
            <a:prstDash val="solid"/>
          </a:ln>
        </p:spPr>
      </p:sp>
      <p:sp>
        <p:nvSpPr>
          <p:cNvPr id="123" name="p21_ellipse_123">
            <a:extLst>
              <a:ext uri="{FF2B5EF4-FFF2-40B4-BE49-F238E27FC236}">
                <a16:creationId xmlns:a16="http://schemas.microsoft.com/office/drawing/2014/main" id="{E90C5E00-3FF5-470F-A2AD-1FEA18B94F43}"/>
              </a:ext>
            </a:extLst>
          </p:cNvPr>
          <p:cNvSpPr>
            <a:spLocks/>
          </p:cNvSpPr>
          <p:nvPr/>
        </p:nvSpPr>
        <p:spPr>
          <a:xfrm>
            <a:off x="6459833" y="3683497"/>
            <a:ext cx="58304" cy="58304"/>
          </a:xfrm>
          <a:prstGeom prst="ellipse">
            <a:avLst/>
          </a:prstGeom>
          <a:solidFill>
            <a:srgbClr val="CAD4EF"/>
          </a:solidFill>
          <a:ln w="9474">
            <a:solidFill>
              <a:srgbClr val="394D93"/>
            </a:solidFill>
            <a:prstDash val="solid"/>
          </a:ln>
        </p:spPr>
      </p:sp>
      <p:sp>
        <p:nvSpPr>
          <p:cNvPr id="124" name="p21_ellipse_124">
            <a:extLst>
              <a:ext uri="{FF2B5EF4-FFF2-40B4-BE49-F238E27FC236}">
                <a16:creationId xmlns:a16="http://schemas.microsoft.com/office/drawing/2014/main" id="{F56FA22E-5962-48D7-AA39-C0388C8F8126}"/>
              </a:ext>
            </a:extLst>
          </p:cNvPr>
          <p:cNvSpPr>
            <a:spLocks/>
          </p:cNvSpPr>
          <p:nvPr/>
        </p:nvSpPr>
        <p:spPr>
          <a:xfrm>
            <a:off x="6628404" y="3624027"/>
            <a:ext cx="58304" cy="58304"/>
          </a:xfrm>
          <a:prstGeom prst="ellipse">
            <a:avLst/>
          </a:prstGeom>
          <a:solidFill>
            <a:srgbClr val="FFFFFF"/>
          </a:solidFill>
          <a:ln w="9474">
            <a:solidFill>
              <a:srgbClr val="394D93"/>
            </a:solidFill>
            <a:prstDash val="solid"/>
          </a:ln>
        </p:spPr>
      </p:sp>
      <p:sp>
        <p:nvSpPr>
          <p:cNvPr id="125" name="p21_ellipse_125">
            <a:extLst>
              <a:ext uri="{FF2B5EF4-FFF2-40B4-BE49-F238E27FC236}">
                <a16:creationId xmlns:a16="http://schemas.microsoft.com/office/drawing/2014/main" id="{E83F07D3-C79E-43BD-9CFF-F398A624932E}"/>
              </a:ext>
            </a:extLst>
          </p:cNvPr>
          <p:cNvSpPr>
            <a:spLocks/>
          </p:cNvSpPr>
          <p:nvPr/>
        </p:nvSpPr>
        <p:spPr>
          <a:xfrm>
            <a:off x="6834435" y="3624027"/>
            <a:ext cx="58304" cy="58304"/>
          </a:xfrm>
          <a:prstGeom prst="ellipse">
            <a:avLst/>
          </a:prstGeom>
          <a:solidFill>
            <a:srgbClr val="FFFFFF"/>
          </a:solidFill>
          <a:ln w="9474">
            <a:solidFill>
              <a:srgbClr val="394D93"/>
            </a:solidFill>
            <a:prstDash val="solid"/>
          </a:ln>
        </p:spPr>
      </p:sp>
      <p:sp>
        <p:nvSpPr>
          <p:cNvPr id="126" name="p21_ellipse_126">
            <a:extLst>
              <a:ext uri="{FF2B5EF4-FFF2-40B4-BE49-F238E27FC236}">
                <a16:creationId xmlns:a16="http://schemas.microsoft.com/office/drawing/2014/main" id="{16770FA1-2584-4322-8434-B92665F91DDE}"/>
              </a:ext>
            </a:extLst>
          </p:cNvPr>
          <p:cNvSpPr>
            <a:spLocks/>
          </p:cNvSpPr>
          <p:nvPr/>
        </p:nvSpPr>
        <p:spPr>
          <a:xfrm>
            <a:off x="6553483" y="3861907"/>
            <a:ext cx="58304" cy="58304"/>
          </a:xfrm>
          <a:prstGeom prst="ellipse">
            <a:avLst/>
          </a:prstGeom>
          <a:solidFill>
            <a:srgbClr val="FFFFFF"/>
          </a:solidFill>
          <a:ln w="9474">
            <a:solidFill>
              <a:srgbClr val="394D93"/>
            </a:solidFill>
            <a:prstDash val="solid"/>
          </a:ln>
        </p:spPr>
      </p:sp>
      <p:sp>
        <p:nvSpPr>
          <p:cNvPr id="127" name="p21_ellipse_127">
            <a:extLst>
              <a:ext uri="{FF2B5EF4-FFF2-40B4-BE49-F238E27FC236}">
                <a16:creationId xmlns:a16="http://schemas.microsoft.com/office/drawing/2014/main" id="{83949E31-4A28-4782-AF71-5FC257D155A0}"/>
              </a:ext>
            </a:extLst>
          </p:cNvPr>
          <p:cNvSpPr>
            <a:spLocks/>
          </p:cNvSpPr>
          <p:nvPr/>
        </p:nvSpPr>
        <p:spPr>
          <a:xfrm>
            <a:off x="6697081" y="3861907"/>
            <a:ext cx="58304" cy="58304"/>
          </a:xfrm>
          <a:prstGeom prst="ellipse">
            <a:avLst/>
          </a:prstGeom>
          <a:solidFill>
            <a:srgbClr val="FFFFFF"/>
          </a:solidFill>
          <a:ln w="9474">
            <a:solidFill>
              <a:srgbClr val="394D93"/>
            </a:solidFill>
            <a:prstDash val="solid"/>
          </a:ln>
        </p:spPr>
      </p:sp>
      <p:sp>
        <p:nvSpPr>
          <p:cNvPr id="128" name="p21_path_128">
            <a:extLst>
              <a:ext uri="{FF2B5EF4-FFF2-40B4-BE49-F238E27FC236}">
                <a16:creationId xmlns:a16="http://schemas.microsoft.com/office/drawing/2014/main" id="{660CDCA0-C13E-47C8-9EAB-BDC07808600B}"/>
              </a:ext>
            </a:extLst>
          </p:cNvPr>
          <p:cNvSpPr>
            <a:spLocks/>
          </p:cNvSpPr>
          <p:nvPr/>
        </p:nvSpPr>
        <p:spPr>
          <a:xfrm>
            <a:off x="7109193" y="3207154"/>
            <a:ext cx="168571" cy="223013"/>
          </a:xfrm>
          <a:custGeom>
            <a:avLst/>
            <a:gdLst/>
            <a:ahLst/>
            <a:cxnLst/>
            <a:rect l="0" t="0" r="0" b="0"/>
            <a:pathLst>
              <a:path w="220313" h="291465">
                <a:moveTo>
                  <a:pt x="220313" y="0"/>
                </a:moveTo>
                <a:lnTo>
                  <a:pt x="0" y="291465"/>
                </a:lnTo>
              </a:path>
            </a:pathLst>
          </a:custGeom>
          <a:noFill/>
          <a:ln w="10932">
            <a:solidFill>
              <a:srgbClr val="394D93"/>
            </a:solidFill>
            <a:prstDash val="solid"/>
          </a:ln>
        </p:spPr>
      </p:sp>
      <p:sp>
        <p:nvSpPr>
          <p:cNvPr id="129" name="p21_path_129">
            <a:extLst>
              <a:ext uri="{FF2B5EF4-FFF2-40B4-BE49-F238E27FC236}">
                <a16:creationId xmlns:a16="http://schemas.microsoft.com/office/drawing/2014/main" id="{0E394D5F-2E80-4DC4-9C16-803F4A965E2F}"/>
              </a:ext>
            </a:extLst>
          </p:cNvPr>
          <p:cNvSpPr>
            <a:spLocks/>
          </p:cNvSpPr>
          <p:nvPr/>
        </p:nvSpPr>
        <p:spPr>
          <a:xfrm>
            <a:off x="7277764" y="3207154"/>
            <a:ext cx="206032" cy="223013"/>
          </a:xfrm>
          <a:custGeom>
            <a:avLst/>
            <a:gdLst/>
            <a:ahLst/>
            <a:cxnLst/>
            <a:rect l="0" t="0" r="0" b="0"/>
            <a:pathLst>
              <a:path w="269272" h="291465">
                <a:moveTo>
                  <a:pt x="0" y="0"/>
                </a:moveTo>
                <a:lnTo>
                  <a:pt x="269272" y="291465"/>
                </a:lnTo>
              </a:path>
            </a:pathLst>
          </a:custGeom>
          <a:noFill/>
          <a:ln w="10932">
            <a:solidFill>
              <a:srgbClr val="394D93"/>
            </a:solidFill>
            <a:prstDash val="solid"/>
          </a:ln>
        </p:spPr>
      </p:sp>
      <p:sp>
        <p:nvSpPr>
          <p:cNvPr id="130" name="p21_path_130">
            <a:extLst>
              <a:ext uri="{FF2B5EF4-FFF2-40B4-BE49-F238E27FC236}">
                <a16:creationId xmlns:a16="http://schemas.microsoft.com/office/drawing/2014/main" id="{CE972D24-871A-45AC-8AE0-2FC5E607F11E}"/>
              </a:ext>
            </a:extLst>
          </p:cNvPr>
          <p:cNvSpPr>
            <a:spLocks/>
          </p:cNvSpPr>
          <p:nvPr/>
        </p:nvSpPr>
        <p:spPr>
          <a:xfrm>
            <a:off x="7028029" y="3430166"/>
            <a:ext cx="81164" cy="223013"/>
          </a:xfrm>
          <a:custGeom>
            <a:avLst/>
            <a:gdLst/>
            <a:ahLst/>
            <a:cxnLst/>
            <a:rect l="0" t="0" r="0" b="0"/>
            <a:pathLst>
              <a:path w="106077" h="291465">
                <a:moveTo>
                  <a:pt x="106077" y="0"/>
                </a:moveTo>
                <a:lnTo>
                  <a:pt x="0" y="291465"/>
                </a:lnTo>
              </a:path>
            </a:pathLst>
          </a:custGeom>
          <a:noFill/>
          <a:ln w="10932">
            <a:solidFill>
              <a:srgbClr val="394D93"/>
            </a:solidFill>
            <a:prstDash val="solid"/>
          </a:ln>
        </p:spPr>
      </p:sp>
      <p:sp>
        <p:nvSpPr>
          <p:cNvPr id="131" name="p21_path_131">
            <a:extLst>
              <a:ext uri="{FF2B5EF4-FFF2-40B4-BE49-F238E27FC236}">
                <a16:creationId xmlns:a16="http://schemas.microsoft.com/office/drawing/2014/main" id="{EAAC8EE7-52E2-482A-8B2E-FD3B2ECB855D}"/>
              </a:ext>
            </a:extLst>
          </p:cNvPr>
          <p:cNvSpPr>
            <a:spLocks/>
          </p:cNvSpPr>
          <p:nvPr/>
        </p:nvSpPr>
        <p:spPr>
          <a:xfrm>
            <a:off x="7109193" y="3430166"/>
            <a:ext cx="106137" cy="223013"/>
          </a:xfrm>
          <a:custGeom>
            <a:avLst/>
            <a:gdLst/>
            <a:ahLst/>
            <a:cxnLst/>
            <a:rect l="0" t="0" r="0" b="0"/>
            <a:pathLst>
              <a:path w="138716" h="291465">
                <a:moveTo>
                  <a:pt x="0" y="0"/>
                </a:moveTo>
                <a:lnTo>
                  <a:pt x="138716" y="291465"/>
                </a:lnTo>
              </a:path>
            </a:pathLst>
          </a:custGeom>
          <a:noFill/>
          <a:ln w="10932">
            <a:solidFill>
              <a:srgbClr val="394D93"/>
            </a:solidFill>
            <a:prstDash val="solid"/>
          </a:ln>
        </p:spPr>
      </p:sp>
      <p:sp>
        <p:nvSpPr>
          <p:cNvPr id="132" name="p21_path_132">
            <a:extLst>
              <a:ext uri="{FF2B5EF4-FFF2-40B4-BE49-F238E27FC236}">
                <a16:creationId xmlns:a16="http://schemas.microsoft.com/office/drawing/2014/main" id="{B3C6A0C2-A97B-4AC2-B003-3EC1C7F6AF31}"/>
              </a:ext>
            </a:extLst>
          </p:cNvPr>
          <p:cNvSpPr>
            <a:spLocks/>
          </p:cNvSpPr>
          <p:nvPr/>
        </p:nvSpPr>
        <p:spPr>
          <a:xfrm>
            <a:off x="7396388" y="3430166"/>
            <a:ext cx="87407" cy="245314"/>
          </a:xfrm>
          <a:custGeom>
            <a:avLst/>
            <a:gdLst/>
            <a:ahLst/>
            <a:cxnLst/>
            <a:rect l="0" t="0" r="0" b="0"/>
            <a:pathLst>
              <a:path w="114237" h="320611">
                <a:moveTo>
                  <a:pt x="114237" y="0"/>
                </a:moveTo>
                <a:lnTo>
                  <a:pt x="0" y="320611"/>
                </a:lnTo>
              </a:path>
            </a:pathLst>
          </a:custGeom>
          <a:noFill/>
          <a:ln w="10932">
            <a:solidFill>
              <a:srgbClr val="394D93"/>
            </a:solidFill>
            <a:prstDash val="solid"/>
          </a:ln>
        </p:spPr>
      </p:sp>
      <p:sp>
        <p:nvSpPr>
          <p:cNvPr id="133" name="p21_path_133">
            <a:extLst>
              <a:ext uri="{FF2B5EF4-FFF2-40B4-BE49-F238E27FC236}">
                <a16:creationId xmlns:a16="http://schemas.microsoft.com/office/drawing/2014/main" id="{6A7E5093-18BA-45B2-82A7-8FB8B2DCA808}"/>
              </a:ext>
            </a:extLst>
          </p:cNvPr>
          <p:cNvSpPr>
            <a:spLocks/>
          </p:cNvSpPr>
          <p:nvPr/>
        </p:nvSpPr>
        <p:spPr>
          <a:xfrm>
            <a:off x="7483796" y="3430166"/>
            <a:ext cx="87407" cy="245314"/>
          </a:xfrm>
          <a:custGeom>
            <a:avLst/>
            <a:gdLst/>
            <a:ahLst/>
            <a:cxnLst/>
            <a:rect l="0" t="0" r="0" b="0"/>
            <a:pathLst>
              <a:path w="114237" h="320611">
                <a:moveTo>
                  <a:pt x="0" y="0"/>
                </a:moveTo>
                <a:lnTo>
                  <a:pt x="114237" y="320611"/>
                </a:lnTo>
              </a:path>
            </a:pathLst>
          </a:custGeom>
          <a:noFill/>
          <a:ln w="10932">
            <a:solidFill>
              <a:srgbClr val="394D93"/>
            </a:solidFill>
            <a:prstDash val="solid"/>
          </a:ln>
        </p:spPr>
      </p:sp>
      <p:sp>
        <p:nvSpPr>
          <p:cNvPr id="134" name="p21_path_134">
            <a:extLst>
              <a:ext uri="{FF2B5EF4-FFF2-40B4-BE49-F238E27FC236}">
                <a16:creationId xmlns:a16="http://schemas.microsoft.com/office/drawing/2014/main" id="{A6BA76CA-C462-49F6-9F9F-460B65527A7D}"/>
              </a:ext>
            </a:extLst>
          </p:cNvPr>
          <p:cNvSpPr>
            <a:spLocks/>
          </p:cNvSpPr>
          <p:nvPr/>
        </p:nvSpPr>
        <p:spPr>
          <a:xfrm>
            <a:off x="7140410" y="3653179"/>
            <a:ext cx="74921" cy="237880"/>
          </a:xfrm>
          <a:custGeom>
            <a:avLst/>
            <a:gdLst/>
            <a:ahLst/>
            <a:cxnLst/>
            <a:rect l="0" t="0" r="0" b="0"/>
            <a:pathLst>
              <a:path w="97917" h="310896">
                <a:moveTo>
                  <a:pt x="97917" y="0"/>
                </a:moveTo>
                <a:lnTo>
                  <a:pt x="0" y="310896"/>
                </a:lnTo>
              </a:path>
            </a:pathLst>
          </a:custGeom>
          <a:noFill/>
          <a:ln w="10932">
            <a:solidFill>
              <a:srgbClr val="394D93"/>
            </a:solidFill>
            <a:prstDash val="solid"/>
          </a:ln>
        </p:spPr>
      </p:sp>
      <p:sp>
        <p:nvSpPr>
          <p:cNvPr id="135" name="p21_path_135">
            <a:extLst>
              <a:ext uri="{FF2B5EF4-FFF2-40B4-BE49-F238E27FC236}">
                <a16:creationId xmlns:a16="http://schemas.microsoft.com/office/drawing/2014/main" id="{BDC0762D-981C-4500-B93C-42A9A7768301}"/>
              </a:ext>
            </a:extLst>
          </p:cNvPr>
          <p:cNvSpPr>
            <a:spLocks/>
          </p:cNvSpPr>
          <p:nvPr/>
        </p:nvSpPr>
        <p:spPr>
          <a:xfrm>
            <a:off x="7215330" y="3653179"/>
            <a:ext cx="56190" cy="237880"/>
          </a:xfrm>
          <a:custGeom>
            <a:avLst/>
            <a:gdLst/>
            <a:ahLst/>
            <a:cxnLst/>
            <a:rect l="0" t="0" r="0" b="0"/>
            <a:pathLst>
              <a:path w="73438" h="310896">
                <a:moveTo>
                  <a:pt x="0" y="0"/>
                </a:moveTo>
                <a:lnTo>
                  <a:pt x="73438" y="310896"/>
                </a:lnTo>
              </a:path>
            </a:pathLst>
          </a:custGeom>
          <a:noFill/>
          <a:ln w="10932">
            <a:solidFill>
              <a:srgbClr val="394D93"/>
            </a:solidFill>
            <a:prstDash val="solid"/>
          </a:ln>
        </p:spPr>
      </p:sp>
      <p:sp>
        <p:nvSpPr>
          <p:cNvPr id="136" name="p21_ellipse_136">
            <a:extLst>
              <a:ext uri="{FF2B5EF4-FFF2-40B4-BE49-F238E27FC236}">
                <a16:creationId xmlns:a16="http://schemas.microsoft.com/office/drawing/2014/main" id="{0ACE5DEE-8CD8-462C-9120-E9B5D65D405C}"/>
              </a:ext>
            </a:extLst>
          </p:cNvPr>
          <p:cNvSpPr>
            <a:spLocks/>
          </p:cNvSpPr>
          <p:nvPr/>
        </p:nvSpPr>
        <p:spPr>
          <a:xfrm>
            <a:off x="7248612" y="3178002"/>
            <a:ext cx="58304" cy="58304"/>
          </a:xfrm>
          <a:prstGeom prst="ellipse">
            <a:avLst/>
          </a:prstGeom>
          <a:solidFill>
            <a:srgbClr val="CAD4EF"/>
          </a:solidFill>
          <a:ln w="9474">
            <a:solidFill>
              <a:srgbClr val="394D93"/>
            </a:solidFill>
            <a:prstDash val="solid"/>
          </a:ln>
        </p:spPr>
      </p:sp>
      <p:sp>
        <p:nvSpPr>
          <p:cNvPr id="137" name="p21_ellipse_137">
            <a:extLst>
              <a:ext uri="{FF2B5EF4-FFF2-40B4-BE49-F238E27FC236}">
                <a16:creationId xmlns:a16="http://schemas.microsoft.com/office/drawing/2014/main" id="{C66273FC-E17E-4EFF-A4BB-BD30D0EB63C0}"/>
              </a:ext>
            </a:extLst>
          </p:cNvPr>
          <p:cNvSpPr>
            <a:spLocks/>
          </p:cNvSpPr>
          <p:nvPr/>
        </p:nvSpPr>
        <p:spPr>
          <a:xfrm>
            <a:off x="7080041" y="3401014"/>
            <a:ext cx="58304" cy="58304"/>
          </a:xfrm>
          <a:prstGeom prst="ellipse">
            <a:avLst/>
          </a:prstGeom>
          <a:solidFill>
            <a:srgbClr val="CAD4EF"/>
          </a:solidFill>
          <a:ln w="9474">
            <a:solidFill>
              <a:srgbClr val="394D93"/>
            </a:solidFill>
            <a:prstDash val="solid"/>
          </a:ln>
        </p:spPr>
      </p:sp>
      <p:sp>
        <p:nvSpPr>
          <p:cNvPr id="138" name="p21_ellipse_138">
            <a:extLst>
              <a:ext uri="{FF2B5EF4-FFF2-40B4-BE49-F238E27FC236}">
                <a16:creationId xmlns:a16="http://schemas.microsoft.com/office/drawing/2014/main" id="{CC27196D-E340-4609-96D3-87151912F0A4}"/>
              </a:ext>
            </a:extLst>
          </p:cNvPr>
          <p:cNvSpPr>
            <a:spLocks/>
          </p:cNvSpPr>
          <p:nvPr/>
        </p:nvSpPr>
        <p:spPr>
          <a:xfrm>
            <a:off x="7454644" y="3401014"/>
            <a:ext cx="58304" cy="58304"/>
          </a:xfrm>
          <a:prstGeom prst="ellipse">
            <a:avLst/>
          </a:prstGeom>
          <a:solidFill>
            <a:srgbClr val="CAD4EF"/>
          </a:solidFill>
          <a:ln w="9474">
            <a:solidFill>
              <a:srgbClr val="394D93"/>
            </a:solidFill>
            <a:prstDash val="solid"/>
          </a:ln>
        </p:spPr>
      </p:sp>
      <p:sp>
        <p:nvSpPr>
          <p:cNvPr id="139" name="p21_ellipse_139">
            <a:extLst>
              <a:ext uri="{FF2B5EF4-FFF2-40B4-BE49-F238E27FC236}">
                <a16:creationId xmlns:a16="http://schemas.microsoft.com/office/drawing/2014/main" id="{EBA0967F-3F48-41DD-8C96-8FEA1CAF47F8}"/>
              </a:ext>
            </a:extLst>
          </p:cNvPr>
          <p:cNvSpPr>
            <a:spLocks/>
          </p:cNvSpPr>
          <p:nvPr/>
        </p:nvSpPr>
        <p:spPr>
          <a:xfrm>
            <a:off x="6998877" y="3624027"/>
            <a:ext cx="58304" cy="58304"/>
          </a:xfrm>
          <a:prstGeom prst="ellipse">
            <a:avLst/>
          </a:prstGeom>
          <a:solidFill>
            <a:srgbClr val="CAD4EF"/>
          </a:solidFill>
          <a:ln w="9474">
            <a:solidFill>
              <a:srgbClr val="394D93"/>
            </a:solidFill>
            <a:prstDash val="solid"/>
          </a:ln>
        </p:spPr>
      </p:sp>
      <p:sp>
        <p:nvSpPr>
          <p:cNvPr id="140" name="p21_ellipse_140">
            <a:extLst>
              <a:ext uri="{FF2B5EF4-FFF2-40B4-BE49-F238E27FC236}">
                <a16:creationId xmlns:a16="http://schemas.microsoft.com/office/drawing/2014/main" id="{AE744AD6-219B-42C3-B9A7-E9DF5DBE3A8A}"/>
              </a:ext>
            </a:extLst>
          </p:cNvPr>
          <p:cNvSpPr>
            <a:spLocks/>
          </p:cNvSpPr>
          <p:nvPr/>
        </p:nvSpPr>
        <p:spPr>
          <a:xfrm>
            <a:off x="7186178" y="3624027"/>
            <a:ext cx="58304" cy="58304"/>
          </a:xfrm>
          <a:prstGeom prst="ellipse">
            <a:avLst/>
          </a:prstGeom>
          <a:solidFill>
            <a:srgbClr val="CAD4EF"/>
          </a:solidFill>
          <a:ln w="9474">
            <a:solidFill>
              <a:srgbClr val="394D93"/>
            </a:solidFill>
            <a:prstDash val="solid"/>
          </a:ln>
        </p:spPr>
      </p:sp>
      <p:sp>
        <p:nvSpPr>
          <p:cNvPr id="141" name="p21_ellipse_141">
            <a:extLst>
              <a:ext uri="{FF2B5EF4-FFF2-40B4-BE49-F238E27FC236}">
                <a16:creationId xmlns:a16="http://schemas.microsoft.com/office/drawing/2014/main" id="{1FFBC17A-002D-4190-84C1-428208C9D606}"/>
              </a:ext>
            </a:extLst>
          </p:cNvPr>
          <p:cNvSpPr>
            <a:spLocks/>
          </p:cNvSpPr>
          <p:nvPr/>
        </p:nvSpPr>
        <p:spPr>
          <a:xfrm>
            <a:off x="7367236" y="3646328"/>
            <a:ext cx="58304" cy="58304"/>
          </a:xfrm>
          <a:prstGeom prst="ellipse">
            <a:avLst/>
          </a:prstGeom>
          <a:solidFill>
            <a:srgbClr val="FFFFFF"/>
          </a:solidFill>
          <a:ln w="9474">
            <a:solidFill>
              <a:srgbClr val="394D93"/>
            </a:solidFill>
            <a:prstDash val="solid"/>
          </a:ln>
        </p:spPr>
      </p:sp>
      <p:sp>
        <p:nvSpPr>
          <p:cNvPr id="142" name="p21_ellipse_142">
            <a:extLst>
              <a:ext uri="{FF2B5EF4-FFF2-40B4-BE49-F238E27FC236}">
                <a16:creationId xmlns:a16="http://schemas.microsoft.com/office/drawing/2014/main" id="{D4616DBA-4813-4053-8EBC-1E34A8EC44B2}"/>
              </a:ext>
            </a:extLst>
          </p:cNvPr>
          <p:cNvSpPr>
            <a:spLocks/>
          </p:cNvSpPr>
          <p:nvPr/>
        </p:nvSpPr>
        <p:spPr>
          <a:xfrm>
            <a:off x="7542051" y="3646328"/>
            <a:ext cx="58304" cy="58304"/>
          </a:xfrm>
          <a:prstGeom prst="ellipse">
            <a:avLst/>
          </a:prstGeom>
          <a:solidFill>
            <a:srgbClr val="FFFFFF"/>
          </a:solidFill>
          <a:ln w="9474">
            <a:solidFill>
              <a:srgbClr val="394D93"/>
            </a:solidFill>
            <a:prstDash val="solid"/>
          </a:ln>
        </p:spPr>
      </p:sp>
      <p:sp>
        <p:nvSpPr>
          <p:cNvPr id="143" name="p21_ellipse_143">
            <a:extLst>
              <a:ext uri="{FF2B5EF4-FFF2-40B4-BE49-F238E27FC236}">
                <a16:creationId xmlns:a16="http://schemas.microsoft.com/office/drawing/2014/main" id="{D035496B-BEFE-4F4D-B1F0-2D5E683F61EF}"/>
              </a:ext>
            </a:extLst>
          </p:cNvPr>
          <p:cNvSpPr>
            <a:spLocks/>
          </p:cNvSpPr>
          <p:nvPr/>
        </p:nvSpPr>
        <p:spPr>
          <a:xfrm>
            <a:off x="7111258" y="3861907"/>
            <a:ext cx="58304" cy="58304"/>
          </a:xfrm>
          <a:prstGeom prst="ellipse">
            <a:avLst/>
          </a:prstGeom>
          <a:solidFill>
            <a:srgbClr val="FFFFFF"/>
          </a:solidFill>
          <a:ln w="9474">
            <a:solidFill>
              <a:srgbClr val="394D93"/>
            </a:solidFill>
            <a:prstDash val="solid"/>
          </a:ln>
        </p:spPr>
      </p:sp>
      <p:sp>
        <p:nvSpPr>
          <p:cNvPr id="144" name="p21_ellipse_144">
            <a:extLst>
              <a:ext uri="{FF2B5EF4-FFF2-40B4-BE49-F238E27FC236}">
                <a16:creationId xmlns:a16="http://schemas.microsoft.com/office/drawing/2014/main" id="{C8BD5C1B-B3C0-42B8-9899-52EAB5F4650C}"/>
              </a:ext>
            </a:extLst>
          </p:cNvPr>
          <p:cNvSpPr>
            <a:spLocks/>
          </p:cNvSpPr>
          <p:nvPr/>
        </p:nvSpPr>
        <p:spPr>
          <a:xfrm>
            <a:off x="7242369" y="3861907"/>
            <a:ext cx="58304" cy="58304"/>
          </a:xfrm>
          <a:prstGeom prst="ellipse">
            <a:avLst/>
          </a:prstGeom>
          <a:solidFill>
            <a:srgbClr val="FFFFFF"/>
          </a:solidFill>
          <a:ln w="9474">
            <a:solidFill>
              <a:srgbClr val="394D93"/>
            </a:solidFill>
            <a:prstDash val="solid"/>
          </a:ln>
        </p:spPr>
      </p:sp>
      <p:sp>
        <p:nvSpPr>
          <p:cNvPr id="145" name="p21_path_145">
            <a:extLst>
              <a:ext uri="{FF2B5EF4-FFF2-40B4-BE49-F238E27FC236}">
                <a16:creationId xmlns:a16="http://schemas.microsoft.com/office/drawing/2014/main" id="{D57EF832-E2D1-4364-88DA-479954CE93E6}"/>
              </a:ext>
            </a:extLst>
          </p:cNvPr>
          <p:cNvSpPr>
            <a:spLocks/>
          </p:cNvSpPr>
          <p:nvPr/>
        </p:nvSpPr>
        <p:spPr>
          <a:xfrm>
            <a:off x="6661224" y="2988077"/>
            <a:ext cx="729" cy="138472"/>
          </a:xfrm>
          <a:custGeom>
            <a:avLst/>
            <a:gdLst/>
            <a:ahLst/>
            <a:cxnLst/>
            <a:rect l="0" t="0" r="0" b="0"/>
            <a:pathLst>
              <a:path w="953" h="180975">
                <a:moveTo>
                  <a:pt x="0" y="0"/>
                </a:moveTo>
                <a:lnTo>
                  <a:pt x="0" y="180975"/>
                </a:lnTo>
              </a:path>
            </a:pathLst>
          </a:custGeom>
          <a:noFill/>
          <a:ln w="12390">
            <a:solidFill>
              <a:srgbClr val="394D93"/>
            </a:solidFill>
            <a:prstDash val="solid"/>
          </a:ln>
        </p:spPr>
      </p:sp>
      <p:sp>
        <p:nvSpPr>
          <p:cNvPr id="146" name="p21_path_146">
            <a:extLst>
              <a:ext uri="{FF2B5EF4-FFF2-40B4-BE49-F238E27FC236}">
                <a16:creationId xmlns:a16="http://schemas.microsoft.com/office/drawing/2014/main" id="{C18280CB-A5DD-4EFB-A4FB-83CA6509B8EE}"/>
              </a:ext>
            </a:extLst>
          </p:cNvPr>
          <p:cNvSpPr>
            <a:spLocks/>
          </p:cNvSpPr>
          <p:nvPr/>
        </p:nvSpPr>
        <p:spPr>
          <a:xfrm>
            <a:off x="6622744" y="3039092"/>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147" name="p21_path_147">
            <a:extLst>
              <a:ext uri="{FF2B5EF4-FFF2-40B4-BE49-F238E27FC236}">
                <a16:creationId xmlns:a16="http://schemas.microsoft.com/office/drawing/2014/main" id="{52320477-B4FF-4F6C-AE21-0C23FD59E193}"/>
              </a:ext>
            </a:extLst>
          </p:cNvPr>
          <p:cNvSpPr>
            <a:spLocks/>
          </p:cNvSpPr>
          <p:nvPr/>
        </p:nvSpPr>
        <p:spPr>
          <a:xfrm>
            <a:off x="6668512" y="3957379"/>
            <a:ext cx="729" cy="174912"/>
          </a:xfrm>
          <a:custGeom>
            <a:avLst/>
            <a:gdLst/>
            <a:ahLst/>
            <a:cxnLst/>
            <a:rect l="0" t="0" r="0" b="0"/>
            <a:pathLst>
              <a:path w="953" h="228600">
                <a:moveTo>
                  <a:pt x="0" y="0"/>
                </a:moveTo>
                <a:lnTo>
                  <a:pt x="0" y="228600"/>
                </a:lnTo>
              </a:path>
            </a:pathLst>
          </a:custGeom>
          <a:noFill/>
          <a:ln w="12390">
            <a:solidFill>
              <a:srgbClr val="394D93"/>
            </a:solidFill>
            <a:prstDash val="solid"/>
          </a:ln>
        </p:spPr>
      </p:sp>
      <p:sp>
        <p:nvSpPr>
          <p:cNvPr id="148" name="p21_path_148">
            <a:extLst>
              <a:ext uri="{FF2B5EF4-FFF2-40B4-BE49-F238E27FC236}">
                <a16:creationId xmlns:a16="http://schemas.microsoft.com/office/drawing/2014/main" id="{D8A0CB5A-FBDE-4335-831E-69820FB0D294}"/>
              </a:ext>
            </a:extLst>
          </p:cNvPr>
          <p:cNvSpPr>
            <a:spLocks/>
          </p:cNvSpPr>
          <p:nvPr/>
        </p:nvSpPr>
        <p:spPr>
          <a:xfrm>
            <a:off x="6630032" y="4044835"/>
            <a:ext cx="76961" cy="87456"/>
          </a:xfrm>
          <a:custGeom>
            <a:avLst/>
            <a:gdLst/>
            <a:ahLst/>
            <a:cxnLst/>
            <a:rect l="0" t="0" r="0" b="0"/>
            <a:pathLst>
              <a:path w="100584" h="114300">
                <a:moveTo>
                  <a:pt x="50292" y="114300"/>
                </a:moveTo>
                <a:lnTo>
                  <a:pt x="0" y="0"/>
                </a:lnTo>
                <a:lnTo>
                  <a:pt x="100584" y="0"/>
                </a:lnTo>
                <a:close/>
              </a:path>
            </a:pathLst>
          </a:custGeom>
          <a:solidFill>
            <a:srgbClr val="394D93"/>
          </a:solidFill>
          <a:ln w="0">
            <a:noFill/>
            <a:prstDash val="solid"/>
          </a:ln>
        </p:spPr>
      </p:sp>
      <p:sp>
        <p:nvSpPr>
          <p:cNvPr id="149" name="p21_rect_149">
            <a:extLst>
              <a:ext uri="{FF2B5EF4-FFF2-40B4-BE49-F238E27FC236}">
                <a16:creationId xmlns:a16="http://schemas.microsoft.com/office/drawing/2014/main" id="{E6A0D2A1-FAA9-45B4-9B41-D7F3E149ED92}"/>
              </a:ext>
            </a:extLst>
          </p:cNvPr>
          <p:cNvSpPr>
            <a:spLocks/>
          </p:cNvSpPr>
          <p:nvPr/>
        </p:nvSpPr>
        <p:spPr>
          <a:xfrm>
            <a:off x="5378538" y="4197883"/>
            <a:ext cx="2565373" cy="553887"/>
          </a:xfrm>
          <a:prstGeom prst="roundRect">
            <a:avLst>
              <a:gd name="adj" fmla="val 10526"/>
            </a:avLst>
          </a:prstGeom>
          <a:gradFill>
            <a:gsLst>
              <a:gs pos="0">
                <a:srgbClr val="FFFDFE"/>
              </a:gs>
              <a:gs pos="100000">
                <a:srgbClr val="F7EAF2"/>
              </a:gs>
            </a:gsLst>
            <a:lin ang="5400000"/>
          </a:gradFill>
          <a:ln w="8746">
            <a:solidFill>
              <a:srgbClr val="9C3E76"/>
            </a:solidFill>
            <a:prstDash val="solid"/>
          </a:ln>
        </p:spPr>
      </p:sp>
      <p:sp>
        <p:nvSpPr>
          <p:cNvPr id="150" name="p21_path_150">
            <a:extLst>
              <a:ext uri="{FF2B5EF4-FFF2-40B4-BE49-F238E27FC236}">
                <a16:creationId xmlns:a16="http://schemas.microsoft.com/office/drawing/2014/main" id="{86B6BBBD-C703-4AEC-9689-C4EC9115E43C}"/>
              </a:ext>
            </a:extLst>
          </p:cNvPr>
          <p:cNvSpPr>
            <a:spLocks/>
          </p:cNvSpPr>
          <p:nvPr/>
        </p:nvSpPr>
        <p:spPr>
          <a:xfrm>
            <a:off x="8191702" y="3257732"/>
            <a:ext cx="677783" cy="729"/>
          </a:xfrm>
          <a:custGeom>
            <a:avLst/>
            <a:gdLst/>
            <a:ahLst/>
            <a:cxnLst/>
            <a:rect l="0" t="0" r="0" b="0"/>
            <a:pathLst>
              <a:path w="885825" h="953">
                <a:moveTo>
                  <a:pt x="0" y="0"/>
                </a:moveTo>
                <a:lnTo>
                  <a:pt x="885825" y="0"/>
                </a:lnTo>
              </a:path>
            </a:pathLst>
          </a:custGeom>
          <a:noFill/>
          <a:ln w="17491">
            <a:solidFill>
              <a:srgbClr val="394D93"/>
            </a:solidFill>
            <a:prstDash val="solid"/>
          </a:ln>
        </p:spPr>
      </p:sp>
      <p:sp>
        <p:nvSpPr>
          <p:cNvPr id="151" name="p21_path_151">
            <a:extLst>
              <a:ext uri="{FF2B5EF4-FFF2-40B4-BE49-F238E27FC236}">
                <a16:creationId xmlns:a16="http://schemas.microsoft.com/office/drawing/2014/main" id="{02DBC6EB-9125-4969-AF1D-99D100DFA119}"/>
              </a:ext>
            </a:extLst>
          </p:cNvPr>
          <p:cNvSpPr>
            <a:spLocks/>
          </p:cNvSpPr>
          <p:nvPr/>
        </p:nvSpPr>
        <p:spPr>
          <a:xfrm>
            <a:off x="8782030" y="3219252"/>
            <a:ext cx="87456" cy="76961"/>
          </a:xfrm>
          <a:custGeom>
            <a:avLst/>
            <a:gdLst/>
            <a:ahLst/>
            <a:cxnLst/>
            <a:rect l="0" t="0" r="0" b="0"/>
            <a:pathLst>
              <a:path w="114300" h="100584">
                <a:moveTo>
                  <a:pt x="114300" y="50292"/>
                </a:moveTo>
                <a:lnTo>
                  <a:pt x="0" y="100584"/>
                </a:lnTo>
                <a:lnTo>
                  <a:pt x="0" y="0"/>
                </a:lnTo>
                <a:close/>
              </a:path>
            </a:pathLst>
          </a:custGeom>
          <a:solidFill>
            <a:srgbClr val="394D93"/>
          </a:solidFill>
          <a:ln w="0">
            <a:noFill/>
            <a:prstDash val="solid"/>
          </a:ln>
        </p:spPr>
      </p:sp>
      <p:sp>
        <p:nvSpPr>
          <p:cNvPr id="152" name="p21_rect_152">
            <a:extLst>
              <a:ext uri="{FF2B5EF4-FFF2-40B4-BE49-F238E27FC236}">
                <a16:creationId xmlns:a16="http://schemas.microsoft.com/office/drawing/2014/main" id="{6ED88429-FE28-4F49-9817-B95C670D4D79}"/>
              </a:ext>
            </a:extLst>
          </p:cNvPr>
          <p:cNvSpPr>
            <a:spLocks/>
          </p:cNvSpPr>
          <p:nvPr/>
        </p:nvSpPr>
        <p:spPr>
          <a:xfrm>
            <a:off x="9022533" y="1275399"/>
            <a:ext cx="2980789" cy="3964667"/>
          </a:xfrm>
          <a:prstGeom prst="roundRect">
            <a:avLst>
              <a:gd name="adj" fmla="val 3423"/>
            </a:avLst>
          </a:prstGeom>
          <a:gradFill>
            <a:gsLst>
              <a:gs pos="0">
                <a:srgbClr val="FEFEFF"/>
              </a:gs>
              <a:gs pos="100000">
                <a:srgbClr val="EDF0F8"/>
              </a:gs>
            </a:gsLst>
            <a:lin ang="5400000"/>
          </a:gradFill>
          <a:ln w="12390">
            <a:solidFill>
              <a:srgbClr val="172956"/>
            </a:solidFill>
            <a:prstDash val="solid"/>
          </a:ln>
        </p:spPr>
      </p:sp>
      <p:sp>
        <p:nvSpPr>
          <p:cNvPr id="153" name="p21_rect_153">
            <a:extLst>
              <a:ext uri="{FF2B5EF4-FFF2-40B4-BE49-F238E27FC236}">
                <a16:creationId xmlns:a16="http://schemas.microsoft.com/office/drawing/2014/main" id="{C8AEF8EB-DEB6-41F9-977B-CB912517EA47}"/>
              </a:ext>
            </a:extLst>
          </p:cNvPr>
          <p:cNvSpPr>
            <a:spLocks/>
          </p:cNvSpPr>
          <p:nvPr/>
        </p:nvSpPr>
        <p:spPr>
          <a:xfrm>
            <a:off x="9161005" y="1982334"/>
            <a:ext cx="2703845" cy="1158791"/>
          </a:xfrm>
          <a:prstGeom prst="roundRect">
            <a:avLst>
              <a:gd name="adj" fmla="val 4403"/>
            </a:avLst>
          </a:prstGeom>
          <a:solidFill>
            <a:srgbClr val="FFFFFF"/>
          </a:solidFill>
          <a:ln w="7288">
            <a:solidFill>
              <a:srgbClr val="C3CFE7"/>
            </a:solidFill>
            <a:prstDash val="solid"/>
          </a:ln>
        </p:spPr>
      </p:sp>
      <p:sp>
        <p:nvSpPr>
          <p:cNvPr id="154" name="p21_path_154">
            <a:extLst>
              <a:ext uri="{FF2B5EF4-FFF2-40B4-BE49-F238E27FC236}">
                <a16:creationId xmlns:a16="http://schemas.microsoft.com/office/drawing/2014/main" id="{CDE323AB-CEE8-4227-9AE8-29773313020A}"/>
              </a:ext>
            </a:extLst>
          </p:cNvPr>
          <p:cNvSpPr>
            <a:spLocks/>
          </p:cNvSpPr>
          <p:nvPr/>
        </p:nvSpPr>
        <p:spPr>
          <a:xfrm>
            <a:off x="9306765" y="2266565"/>
            <a:ext cx="729" cy="743375"/>
          </a:xfrm>
          <a:custGeom>
            <a:avLst/>
            <a:gdLst/>
            <a:ahLst/>
            <a:cxnLst/>
            <a:rect l="0" t="0" r="0" b="0"/>
            <a:pathLst>
              <a:path w="953" h="971550">
                <a:moveTo>
                  <a:pt x="0" y="0"/>
                </a:moveTo>
                <a:lnTo>
                  <a:pt x="0" y="971550"/>
                </a:lnTo>
              </a:path>
            </a:pathLst>
          </a:custGeom>
          <a:noFill/>
          <a:ln w="8746">
            <a:solidFill>
              <a:srgbClr val="8599C3"/>
            </a:solidFill>
            <a:prstDash val="solid"/>
          </a:ln>
        </p:spPr>
      </p:sp>
      <p:sp>
        <p:nvSpPr>
          <p:cNvPr id="155" name="p21_path_155">
            <a:extLst>
              <a:ext uri="{FF2B5EF4-FFF2-40B4-BE49-F238E27FC236}">
                <a16:creationId xmlns:a16="http://schemas.microsoft.com/office/drawing/2014/main" id="{3179BA50-1F87-4F0B-AB7D-8150D35A18F0}"/>
              </a:ext>
            </a:extLst>
          </p:cNvPr>
          <p:cNvSpPr>
            <a:spLocks/>
          </p:cNvSpPr>
          <p:nvPr/>
        </p:nvSpPr>
        <p:spPr>
          <a:xfrm>
            <a:off x="9306765" y="3009940"/>
            <a:ext cx="2412325" cy="729"/>
          </a:xfrm>
          <a:custGeom>
            <a:avLst/>
            <a:gdLst/>
            <a:ahLst/>
            <a:cxnLst/>
            <a:rect l="0" t="0" r="0" b="0"/>
            <a:pathLst>
              <a:path w="3152775" h="953">
                <a:moveTo>
                  <a:pt x="0" y="0"/>
                </a:moveTo>
                <a:lnTo>
                  <a:pt x="3152775" y="0"/>
                </a:lnTo>
              </a:path>
            </a:pathLst>
          </a:custGeom>
          <a:noFill/>
          <a:ln w="8746">
            <a:solidFill>
              <a:srgbClr val="8599C3"/>
            </a:solidFill>
            <a:prstDash val="solid"/>
          </a:ln>
        </p:spPr>
      </p:sp>
      <p:sp>
        <p:nvSpPr>
          <p:cNvPr id="156" name="p21_rect_156">
            <a:extLst>
              <a:ext uri="{FF2B5EF4-FFF2-40B4-BE49-F238E27FC236}">
                <a16:creationId xmlns:a16="http://schemas.microsoft.com/office/drawing/2014/main" id="{272979EF-8E55-4C63-A678-34E95AAA1034}"/>
              </a:ext>
            </a:extLst>
          </p:cNvPr>
          <p:cNvSpPr>
            <a:spLocks/>
          </p:cNvSpPr>
          <p:nvPr/>
        </p:nvSpPr>
        <p:spPr>
          <a:xfrm>
            <a:off x="10947146" y="2266565"/>
            <a:ext cx="771944" cy="743375"/>
          </a:xfrm>
          <a:prstGeom prst="rect">
            <a:avLst/>
          </a:prstGeom>
          <a:solidFill>
            <a:srgbClr val="E9EDF8"/>
          </a:solidFill>
          <a:ln w="0">
            <a:noFill/>
            <a:prstDash val="solid"/>
          </a:ln>
        </p:spPr>
      </p:sp>
      <p:sp>
        <p:nvSpPr>
          <p:cNvPr id="157" name="p21_path_157">
            <a:extLst>
              <a:ext uri="{FF2B5EF4-FFF2-40B4-BE49-F238E27FC236}">
                <a16:creationId xmlns:a16="http://schemas.microsoft.com/office/drawing/2014/main" id="{77D274E0-2893-4A49-ABD6-4F46C2AB2693}"/>
              </a:ext>
            </a:extLst>
          </p:cNvPr>
          <p:cNvSpPr>
            <a:spLocks/>
          </p:cNvSpPr>
          <p:nvPr/>
        </p:nvSpPr>
        <p:spPr>
          <a:xfrm>
            <a:off x="9306765" y="2438980"/>
            <a:ext cx="2412325" cy="429144"/>
          </a:xfrm>
          <a:custGeom>
            <a:avLst/>
            <a:gdLst/>
            <a:ahLst/>
            <a:cxnLst/>
            <a:rect l="0" t="0" r="0" b="0"/>
            <a:pathLst>
              <a:path w="3152775" h="560867">
                <a:moveTo>
                  <a:pt x="0" y="211001"/>
                </a:moveTo>
                <a:lnTo>
                  <a:pt x="31846" y="351018"/>
                </a:lnTo>
                <a:lnTo>
                  <a:pt x="63692" y="279091"/>
                </a:lnTo>
                <a:lnTo>
                  <a:pt x="95539" y="280769"/>
                </a:lnTo>
                <a:lnTo>
                  <a:pt x="127385" y="282786"/>
                </a:lnTo>
                <a:lnTo>
                  <a:pt x="159231" y="449314"/>
                </a:lnTo>
                <a:lnTo>
                  <a:pt x="191077" y="374746"/>
                </a:lnTo>
                <a:lnTo>
                  <a:pt x="222923" y="146999"/>
                </a:lnTo>
                <a:lnTo>
                  <a:pt x="254770" y="322824"/>
                </a:lnTo>
                <a:lnTo>
                  <a:pt x="286616" y="271931"/>
                </a:lnTo>
                <a:lnTo>
                  <a:pt x="318462" y="19184"/>
                </a:lnTo>
                <a:lnTo>
                  <a:pt x="350308" y="566"/>
                </a:lnTo>
                <a:lnTo>
                  <a:pt x="382155" y="154429"/>
                </a:lnTo>
                <a:lnTo>
                  <a:pt x="414001" y="193380"/>
                </a:lnTo>
                <a:lnTo>
                  <a:pt x="445847" y="336257"/>
                </a:lnTo>
                <a:lnTo>
                  <a:pt x="477693" y="442705"/>
                </a:lnTo>
                <a:lnTo>
                  <a:pt x="509539" y="413547"/>
                </a:lnTo>
                <a:lnTo>
                  <a:pt x="541386" y="468492"/>
                </a:lnTo>
                <a:lnTo>
                  <a:pt x="573232" y="442129"/>
                </a:lnTo>
                <a:lnTo>
                  <a:pt x="605078" y="366512"/>
                </a:lnTo>
                <a:lnTo>
                  <a:pt x="636924" y="351940"/>
                </a:lnTo>
                <a:lnTo>
                  <a:pt x="668770" y="401478"/>
                </a:lnTo>
                <a:lnTo>
                  <a:pt x="700617" y="228184"/>
                </a:lnTo>
                <a:lnTo>
                  <a:pt x="732463" y="283968"/>
                </a:lnTo>
                <a:lnTo>
                  <a:pt x="764309" y="216197"/>
                </a:lnTo>
                <a:lnTo>
                  <a:pt x="796155" y="126541"/>
                </a:lnTo>
                <a:lnTo>
                  <a:pt x="828002" y="147254"/>
                </a:lnTo>
                <a:lnTo>
                  <a:pt x="859848" y="146164"/>
                </a:lnTo>
                <a:lnTo>
                  <a:pt x="891694" y="116984"/>
                </a:lnTo>
                <a:lnTo>
                  <a:pt x="923540" y="226657"/>
                </a:lnTo>
                <a:lnTo>
                  <a:pt x="955386" y="439965"/>
                </a:lnTo>
                <a:lnTo>
                  <a:pt x="987233" y="284928"/>
                </a:lnTo>
                <a:lnTo>
                  <a:pt x="1019079" y="280617"/>
                </a:lnTo>
                <a:lnTo>
                  <a:pt x="1050925" y="440445"/>
                </a:lnTo>
                <a:lnTo>
                  <a:pt x="1082771" y="292845"/>
                </a:lnTo>
                <a:lnTo>
                  <a:pt x="1114617" y="379248"/>
                </a:lnTo>
                <a:lnTo>
                  <a:pt x="1146464" y="307699"/>
                </a:lnTo>
                <a:lnTo>
                  <a:pt x="1178310" y="371058"/>
                </a:lnTo>
                <a:lnTo>
                  <a:pt x="1210156" y="246479"/>
                </a:lnTo>
                <a:lnTo>
                  <a:pt x="1242002" y="262309"/>
                </a:lnTo>
                <a:lnTo>
                  <a:pt x="1273848" y="250103"/>
                </a:lnTo>
                <a:lnTo>
                  <a:pt x="1305695" y="16002"/>
                </a:lnTo>
                <a:lnTo>
                  <a:pt x="1337541" y="202020"/>
                </a:lnTo>
                <a:lnTo>
                  <a:pt x="1369387" y="243810"/>
                </a:lnTo>
                <a:lnTo>
                  <a:pt x="1401233" y="179026"/>
                </a:lnTo>
                <a:lnTo>
                  <a:pt x="1433080" y="247802"/>
                </a:lnTo>
                <a:lnTo>
                  <a:pt x="1464926" y="327732"/>
                </a:lnTo>
                <a:lnTo>
                  <a:pt x="1496772" y="560867"/>
                </a:lnTo>
                <a:lnTo>
                  <a:pt x="1528618" y="382363"/>
                </a:lnTo>
                <a:lnTo>
                  <a:pt x="1560464" y="446868"/>
                </a:lnTo>
                <a:lnTo>
                  <a:pt x="1592311" y="361303"/>
                </a:lnTo>
                <a:lnTo>
                  <a:pt x="1624157" y="227547"/>
                </a:lnTo>
                <a:lnTo>
                  <a:pt x="1656003" y="195396"/>
                </a:lnTo>
                <a:lnTo>
                  <a:pt x="1687849" y="178557"/>
                </a:lnTo>
                <a:lnTo>
                  <a:pt x="1719695" y="38100"/>
                </a:lnTo>
                <a:lnTo>
                  <a:pt x="1751542" y="0"/>
                </a:lnTo>
                <a:lnTo>
                  <a:pt x="1783388" y="98851"/>
                </a:lnTo>
                <a:lnTo>
                  <a:pt x="1815234" y="333369"/>
                </a:lnTo>
                <a:lnTo>
                  <a:pt x="1847080" y="391232"/>
                </a:lnTo>
                <a:lnTo>
                  <a:pt x="1878927" y="256961"/>
                </a:lnTo>
                <a:lnTo>
                  <a:pt x="1910773" y="257884"/>
                </a:lnTo>
                <a:lnTo>
                  <a:pt x="1942619" y="479767"/>
                </a:lnTo>
                <a:lnTo>
                  <a:pt x="1974465" y="303813"/>
                </a:lnTo>
                <a:lnTo>
                  <a:pt x="2006311" y="422604"/>
                </a:lnTo>
                <a:lnTo>
                  <a:pt x="2038158" y="198660"/>
                </a:lnTo>
                <a:lnTo>
                  <a:pt x="2070004" y="188312"/>
                </a:lnTo>
                <a:lnTo>
                  <a:pt x="2101850" y="198214"/>
                </a:lnTo>
                <a:lnTo>
                  <a:pt x="2133696" y="223792"/>
                </a:lnTo>
                <a:lnTo>
                  <a:pt x="2165542" y="174333"/>
                </a:lnTo>
                <a:lnTo>
                  <a:pt x="2197389" y="37664"/>
                </a:lnTo>
                <a:lnTo>
                  <a:pt x="2229235" y="59802"/>
                </a:lnTo>
                <a:lnTo>
                  <a:pt x="2261081" y="274883"/>
                </a:lnTo>
                <a:lnTo>
                  <a:pt x="2292927" y="223446"/>
                </a:lnTo>
                <a:lnTo>
                  <a:pt x="2324773" y="425429"/>
                </a:lnTo>
                <a:lnTo>
                  <a:pt x="2356620" y="405361"/>
                </a:lnTo>
                <a:lnTo>
                  <a:pt x="2388466" y="394197"/>
                </a:lnTo>
                <a:lnTo>
                  <a:pt x="2420312" y="361608"/>
                </a:lnTo>
                <a:lnTo>
                  <a:pt x="2452158" y="294650"/>
                </a:lnTo>
                <a:lnTo>
                  <a:pt x="2484005" y="406288"/>
                </a:lnTo>
                <a:lnTo>
                  <a:pt x="2515851" y="244493"/>
                </a:lnTo>
                <a:lnTo>
                  <a:pt x="2547697" y="169246"/>
                </a:lnTo>
                <a:lnTo>
                  <a:pt x="2579543" y="251221"/>
                </a:lnTo>
                <a:lnTo>
                  <a:pt x="2611389" y="261810"/>
                </a:lnTo>
                <a:lnTo>
                  <a:pt x="2643236" y="182274"/>
                </a:lnTo>
                <a:lnTo>
                  <a:pt x="2675082" y="143281"/>
                </a:lnTo>
                <a:lnTo>
                  <a:pt x="2706928" y="108926"/>
                </a:lnTo>
                <a:lnTo>
                  <a:pt x="2738774" y="197404"/>
                </a:lnTo>
                <a:lnTo>
                  <a:pt x="2770620" y="333935"/>
                </a:lnTo>
                <a:lnTo>
                  <a:pt x="2802467" y="316457"/>
                </a:lnTo>
                <a:lnTo>
                  <a:pt x="2834313" y="281265"/>
                </a:lnTo>
                <a:lnTo>
                  <a:pt x="2866159" y="432050"/>
                </a:lnTo>
                <a:lnTo>
                  <a:pt x="2898005" y="542903"/>
                </a:lnTo>
                <a:lnTo>
                  <a:pt x="2929852" y="245767"/>
                </a:lnTo>
                <a:lnTo>
                  <a:pt x="2961698" y="199181"/>
                </a:lnTo>
                <a:lnTo>
                  <a:pt x="2993544" y="201868"/>
                </a:lnTo>
                <a:lnTo>
                  <a:pt x="3025390" y="130481"/>
                </a:lnTo>
                <a:lnTo>
                  <a:pt x="3057236" y="119316"/>
                </a:lnTo>
                <a:lnTo>
                  <a:pt x="3089083" y="152851"/>
                </a:lnTo>
                <a:lnTo>
                  <a:pt x="3120929" y="187469"/>
                </a:lnTo>
                <a:lnTo>
                  <a:pt x="3152775" y="25023"/>
                </a:lnTo>
              </a:path>
            </a:pathLst>
          </a:custGeom>
          <a:noFill/>
          <a:ln w="13847">
            <a:solidFill>
              <a:srgbClr val="394D93"/>
            </a:solidFill>
            <a:prstDash val="solid"/>
          </a:ln>
        </p:spPr>
      </p:sp>
      <p:sp>
        <p:nvSpPr>
          <p:cNvPr id="158" name="p21_path_158">
            <a:extLst>
              <a:ext uri="{FF2B5EF4-FFF2-40B4-BE49-F238E27FC236}">
                <a16:creationId xmlns:a16="http://schemas.microsoft.com/office/drawing/2014/main" id="{BF7AD7CE-4D54-4B41-863A-169F567DDE5A}"/>
              </a:ext>
            </a:extLst>
          </p:cNvPr>
          <p:cNvSpPr>
            <a:spLocks/>
          </p:cNvSpPr>
          <p:nvPr/>
        </p:nvSpPr>
        <p:spPr>
          <a:xfrm>
            <a:off x="9306765" y="2467276"/>
            <a:ext cx="2412325" cy="413362"/>
          </a:xfrm>
          <a:custGeom>
            <a:avLst/>
            <a:gdLst/>
            <a:ahLst/>
            <a:cxnLst/>
            <a:rect l="0" t="0" r="0" b="0"/>
            <a:pathLst>
              <a:path w="3152775" h="540242">
                <a:moveTo>
                  <a:pt x="0" y="202944"/>
                </a:moveTo>
                <a:lnTo>
                  <a:pt x="31846" y="424565"/>
                </a:lnTo>
                <a:lnTo>
                  <a:pt x="63692" y="286985"/>
                </a:lnTo>
                <a:lnTo>
                  <a:pt x="95539" y="305808"/>
                </a:lnTo>
                <a:lnTo>
                  <a:pt x="127385" y="274197"/>
                </a:lnTo>
                <a:lnTo>
                  <a:pt x="159231" y="514134"/>
                </a:lnTo>
                <a:lnTo>
                  <a:pt x="191077" y="454619"/>
                </a:lnTo>
                <a:lnTo>
                  <a:pt x="222923" y="364014"/>
                </a:lnTo>
                <a:lnTo>
                  <a:pt x="254770" y="171701"/>
                </a:lnTo>
                <a:lnTo>
                  <a:pt x="286616" y="315431"/>
                </a:lnTo>
                <a:lnTo>
                  <a:pt x="318462" y="119556"/>
                </a:lnTo>
                <a:lnTo>
                  <a:pt x="350308" y="8554"/>
                </a:lnTo>
                <a:lnTo>
                  <a:pt x="382155" y="125115"/>
                </a:lnTo>
                <a:lnTo>
                  <a:pt x="414001" y="141438"/>
                </a:lnTo>
                <a:lnTo>
                  <a:pt x="445847" y="232972"/>
                </a:lnTo>
                <a:lnTo>
                  <a:pt x="477693" y="253073"/>
                </a:lnTo>
                <a:lnTo>
                  <a:pt x="509539" y="242340"/>
                </a:lnTo>
                <a:lnTo>
                  <a:pt x="541386" y="473819"/>
                </a:lnTo>
                <a:lnTo>
                  <a:pt x="573232" y="402325"/>
                </a:lnTo>
                <a:lnTo>
                  <a:pt x="605078" y="255806"/>
                </a:lnTo>
                <a:lnTo>
                  <a:pt x="636924" y="365598"/>
                </a:lnTo>
                <a:lnTo>
                  <a:pt x="668770" y="299249"/>
                </a:lnTo>
                <a:lnTo>
                  <a:pt x="700617" y="222999"/>
                </a:lnTo>
                <a:lnTo>
                  <a:pt x="732463" y="340354"/>
                </a:lnTo>
                <a:lnTo>
                  <a:pt x="764309" y="12683"/>
                </a:lnTo>
                <a:lnTo>
                  <a:pt x="796155" y="216148"/>
                </a:lnTo>
                <a:lnTo>
                  <a:pt x="828002" y="78003"/>
                </a:lnTo>
                <a:lnTo>
                  <a:pt x="859848" y="228480"/>
                </a:lnTo>
                <a:lnTo>
                  <a:pt x="891694" y="237952"/>
                </a:lnTo>
                <a:lnTo>
                  <a:pt x="923540" y="173656"/>
                </a:lnTo>
                <a:lnTo>
                  <a:pt x="955386" y="360121"/>
                </a:lnTo>
                <a:lnTo>
                  <a:pt x="987233" y="416680"/>
                </a:lnTo>
                <a:lnTo>
                  <a:pt x="1019079" y="540242"/>
                </a:lnTo>
                <a:lnTo>
                  <a:pt x="1050925" y="377578"/>
                </a:lnTo>
                <a:lnTo>
                  <a:pt x="1082771" y="342301"/>
                </a:lnTo>
                <a:lnTo>
                  <a:pt x="1114617" y="301041"/>
                </a:lnTo>
                <a:lnTo>
                  <a:pt x="1146464" y="169700"/>
                </a:lnTo>
                <a:lnTo>
                  <a:pt x="1178310" y="201822"/>
                </a:lnTo>
                <a:lnTo>
                  <a:pt x="1210156" y="146315"/>
                </a:lnTo>
                <a:lnTo>
                  <a:pt x="1242002" y="85106"/>
                </a:lnTo>
                <a:lnTo>
                  <a:pt x="1273848" y="0"/>
                </a:lnTo>
                <a:lnTo>
                  <a:pt x="1305695" y="209050"/>
                </a:lnTo>
                <a:lnTo>
                  <a:pt x="1337541" y="96860"/>
                </a:lnTo>
                <a:lnTo>
                  <a:pt x="1369387" y="135925"/>
                </a:lnTo>
                <a:lnTo>
                  <a:pt x="1401233" y="415116"/>
                </a:lnTo>
                <a:lnTo>
                  <a:pt x="1433080" y="238589"/>
                </a:lnTo>
                <a:lnTo>
                  <a:pt x="1464926" y="376840"/>
                </a:lnTo>
                <a:lnTo>
                  <a:pt x="1496772" y="319298"/>
                </a:lnTo>
                <a:lnTo>
                  <a:pt x="1528618" y="341910"/>
                </a:lnTo>
                <a:lnTo>
                  <a:pt x="1560464" y="457213"/>
                </a:lnTo>
                <a:lnTo>
                  <a:pt x="1592311" y="225485"/>
                </a:lnTo>
                <a:lnTo>
                  <a:pt x="1624157" y="393668"/>
                </a:lnTo>
                <a:lnTo>
                  <a:pt x="1656003" y="232563"/>
                </a:lnTo>
                <a:lnTo>
                  <a:pt x="1687849" y="274030"/>
                </a:lnTo>
                <a:lnTo>
                  <a:pt x="1719695" y="143608"/>
                </a:lnTo>
                <a:lnTo>
                  <a:pt x="1751542" y="61899"/>
                </a:lnTo>
                <a:lnTo>
                  <a:pt x="1783388" y="58975"/>
                </a:lnTo>
                <a:lnTo>
                  <a:pt x="1815234" y="232682"/>
                </a:lnTo>
                <a:lnTo>
                  <a:pt x="1847080" y="357682"/>
                </a:lnTo>
                <a:lnTo>
                  <a:pt x="1878927" y="229114"/>
                </a:lnTo>
                <a:lnTo>
                  <a:pt x="1910773" y="532888"/>
                </a:lnTo>
                <a:lnTo>
                  <a:pt x="1942619" y="373802"/>
                </a:lnTo>
                <a:lnTo>
                  <a:pt x="1974465" y="295010"/>
                </a:lnTo>
                <a:lnTo>
                  <a:pt x="2006311" y="253374"/>
                </a:lnTo>
                <a:lnTo>
                  <a:pt x="2038158" y="483545"/>
                </a:lnTo>
                <a:lnTo>
                  <a:pt x="2070004" y="172298"/>
                </a:lnTo>
                <a:lnTo>
                  <a:pt x="2101850" y="244047"/>
                </a:lnTo>
                <a:lnTo>
                  <a:pt x="2133696" y="121407"/>
                </a:lnTo>
                <a:lnTo>
                  <a:pt x="2165542" y="262434"/>
                </a:lnTo>
                <a:lnTo>
                  <a:pt x="2197389" y="32993"/>
                </a:lnTo>
                <a:lnTo>
                  <a:pt x="2229235" y="58665"/>
                </a:lnTo>
                <a:lnTo>
                  <a:pt x="2261081" y="129501"/>
                </a:lnTo>
                <a:lnTo>
                  <a:pt x="2292927" y="232206"/>
                </a:lnTo>
                <a:lnTo>
                  <a:pt x="2324773" y="415809"/>
                </a:lnTo>
                <a:lnTo>
                  <a:pt x="2356620" y="335332"/>
                </a:lnTo>
                <a:lnTo>
                  <a:pt x="2388466" y="294911"/>
                </a:lnTo>
                <a:lnTo>
                  <a:pt x="2420312" y="472388"/>
                </a:lnTo>
                <a:lnTo>
                  <a:pt x="2452158" y="456600"/>
                </a:lnTo>
                <a:lnTo>
                  <a:pt x="2484005" y="405047"/>
                </a:lnTo>
                <a:lnTo>
                  <a:pt x="2515851" y="381842"/>
                </a:lnTo>
                <a:lnTo>
                  <a:pt x="2547697" y="247055"/>
                </a:lnTo>
                <a:lnTo>
                  <a:pt x="2579543" y="314189"/>
                </a:lnTo>
                <a:lnTo>
                  <a:pt x="2611389" y="65896"/>
                </a:lnTo>
                <a:lnTo>
                  <a:pt x="2643236" y="139795"/>
                </a:lnTo>
                <a:lnTo>
                  <a:pt x="2675082" y="185859"/>
                </a:lnTo>
                <a:lnTo>
                  <a:pt x="2706928" y="47404"/>
                </a:lnTo>
                <a:lnTo>
                  <a:pt x="2738774" y="273767"/>
                </a:lnTo>
                <a:lnTo>
                  <a:pt x="2770620" y="388778"/>
                </a:lnTo>
                <a:lnTo>
                  <a:pt x="2802467" y="253863"/>
                </a:lnTo>
                <a:lnTo>
                  <a:pt x="2834313" y="281238"/>
                </a:lnTo>
                <a:lnTo>
                  <a:pt x="2866159" y="339494"/>
                </a:lnTo>
                <a:lnTo>
                  <a:pt x="2898005" y="273110"/>
                </a:lnTo>
                <a:lnTo>
                  <a:pt x="2929852" y="303433"/>
                </a:lnTo>
                <a:lnTo>
                  <a:pt x="2961698" y="307144"/>
                </a:lnTo>
                <a:lnTo>
                  <a:pt x="2993544" y="393059"/>
                </a:lnTo>
                <a:lnTo>
                  <a:pt x="3025390" y="73696"/>
                </a:lnTo>
                <a:lnTo>
                  <a:pt x="3057236" y="228068"/>
                </a:lnTo>
                <a:lnTo>
                  <a:pt x="3089083" y="72103"/>
                </a:lnTo>
                <a:lnTo>
                  <a:pt x="3120929" y="40814"/>
                </a:lnTo>
                <a:lnTo>
                  <a:pt x="3152775" y="293266"/>
                </a:lnTo>
              </a:path>
            </a:pathLst>
          </a:custGeom>
          <a:noFill/>
          <a:ln w="13847">
            <a:solidFill>
              <a:srgbClr val="9C3E76"/>
            </a:solidFill>
            <a:prstDash val="dash"/>
          </a:ln>
        </p:spPr>
      </p:sp>
      <p:sp>
        <p:nvSpPr>
          <p:cNvPr id="159" name="p21_path_159">
            <a:extLst>
              <a:ext uri="{FF2B5EF4-FFF2-40B4-BE49-F238E27FC236}">
                <a16:creationId xmlns:a16="http://schemas.microsoft.com/office/drawing/2014/main" id="{6F5C2DF8-284A-42FF-9890-40A18AA02F7B}"/>
              </a:ext>
            </a:extLst>
          </p:cNvPr>
          <p:cNvSpPr>
            <a:spLocks/>
          </p:cNvSpPr>
          <p:nvPr/>
        </p:nvSpPr>
        <p:spPr>
          <a:xfrm>
            <a:off x="9277613" y="2106230"/>
            <a:ext cx="247792" cy="729"/>
          </a:xfrm>
          <a:custGeom>
            <a:avLst/>
            <a:gdLst/>
            <a:ahLst/>
            <a:cxnLst/>
            <a:rect l="0" t="0" r="0" b="0"/>
            <a:pathLst>
              <a:path w="323850" h="953">
                <a:moveTo>
                  <a:pt x="0" y="0"/>
                </a:moveTo>
                <a:lnTo>
                  <a:pt x="323850" y="0"/>
                </a:lnTo>
              </a:path>
            </a:pathLst>
          </a:custGeom>
          <a:noFill/>
          <a:ln w="14576">
            <a:solidFill>
              <a:srgbClr val="394D93"/>
            </a:solidFill>
            <a:prstDash val="solid"/>
          </a:ln>
        </p:spPr>
      </p:sp>
      <p:sp>
        <p:nvSpPr>
          <p:cNvPr id="160" name="p21_path_160">
            <a:extLst>
              <a:ext uri="{FF2B5EF4-FFF2-40B4-BE49-F238E27FC236}">
                <a16:creationId xmlns:a16="http://schemas.microsoft.com/office/drawing/2014/main" id="{373AE2E9-C8DC-47D5-A8A7-9A62075913C6}"/>
              </a:ext>
            </a:extLst>
          </p:cNvPr>
          <p:cNvSpPr>
            <a:spLocks/>
          </p:cNvSpPr>
          <p:nvPr/>
        </p:nvSpPr>
        <p:spPr>
          <a:xfrm>
            <a:off x="10232340" y="2106230"/>
            <a:ext cx="255080" cy="729"/>
          </a:xfrm>
          <a:custGeom>
            <a:avLst/>
            <a:gdLst/>
            <a:ahLst/>
            <a:cxnLst/>
            <a:rect l="0" t="0" r="0" b="0"/>
            <a:pathLst>
              <a:path w="333375" h="953">
                <a:moveTo>
                  <a:pt x="0" y="0"/>
                </a:moveTo>
                <a:lnTo>
                  <a:pt x="333375" y="0"/>
                </a:lnTo>
              </a:path>
            </a:pathLst>
          </a:custGeom>
          <a:noFill/>
          <a:ln w="14576">
            <a:solidFill>
              <a:srgbClr val="9C3E76"/>
            </a:solidFill>
            <a:prstDash val="dash"/>
          </a:ln>
        </p:spPr>
      </p:sp>
      <p:sp>
        <p:nvSpPr>
          <p:cNvPr id="161" name="p21_rect_161">
            <a:extLst>
              <a:ext uri="{FF2B5EF4-FFF2-40B4-BE49-F238E27FC236}">
                <a16:creationId xmlns:a16="http://schemas.microsoft.com/office/drawing/2014/main" id="{77965094-58F1-4F44-A977-B7700AF1C806}"/>
              </a:ext>
            </a:extLst>
          </p:cNvPr>
          <p:cNvSpPr>
            <a:spLocks/>
          </p:cNvSpPr>
          <p:nvPr/>
        </p:nvSpPr>
        <p:spPr>
          <a:xfrm>
            <a:off x="9161005" y="3308748"/>
            <a:ext cx="2703845" cy="772527"/>
          </a:xfrm>
          <a:prstGeom prst="roundRect">
            <a:avLst>
              <a:gd name="adj" fmla="val 7547"/>
            </a:avLst>
          </a:prstGeom>
          <a:solidFill>
            <a:srgbClr val="FFFFFF"/>
          </a:solidFill>
          <a:ln w="7288">
            <a:solidFill>
              <a:srgbClr val="8599C3"/>
            </a:solidFill>
            <a:prstDash val="solid"/>
          </a:ln>
        </p:spPr>
      </p:sp>
      <p:sp>
        <p:nvSpPr>
          <p:cNvPr id="162" name="p21_path_162">
            <a:extLst>
              <a:ext uri="{FF2B5EF4-FFF2-40B4-BE49-F238E27FC236}">
                <a16:creationId xmlns:a16="http://schemas.microsoft.com/office/drawing/2014/main" id="{2B35400E-7738-427B-A2E7-E96F1665AB40}"/>
              </a:ext>
            </a:extLst>
          </p:cNvPr>
          <p:cNvSpPr>
            <a:spLocks/>
          </p:cNvSpPr>
          <p:nvPr/>
        </p:nvSpPr>
        <p:spPr>
          <a:xfrm>
            <a:off x="9277613" y="3454508"/>
            <a:ext cx="320672" cy="459143"/>
          </a:xfrm>
          <a:custGeom>
            <a:avLst/>
            <a:gdLst/>
            <a:ahLst/>
            <a:cxnLst/>
            <a:rect l="0" t="0" r="0" b="0"/>
            <a:pathLst>
              <a:path w="419100" h="600075">
                <a:moveTo>
                  <a:pt x="0" y="0"/>
                </a:moveTo>
                <a:lnTo>
                  <a:pt x="305943" y="0"/>
                </a:lnTo>
                <a:lnTo>
                  <a:pt x="419100" y="120015"/>
                </a:lnTo>
                <a:lnTo>
                  <a:pt x="419100" y="600075"/>
                </a:lnTo>
                <a:lnTo>
                  <a:pt x="0" y="600075"/>
                </a:lnTo>
                <a:close/>
              </a:path>
            </a:pathLst>
          </a:custGeom>
          <a:solidFill>
            <a:srgbClr val="FFFFFF"/>
          </a:solidFill>
          <a:ln w="11661">
            <a:solidFill>
              <a:srgbClr val="394D93"/>
            </a:solidFill>
            <a:prstDash val="solid"/>
          </a:ln>
        </p:spPr>
      </p:sp>
      <p:sp>
        <p:nvSpPr>
          <p:cNvPr id="163" name="p21_path_163">
            <a:extLst>
              <a:ext uri="{FF2B5EF4-FFF2-40B4-BE49-F238E27FC236}">
                <a16:creationId xmlns:a16="http://schemas.microsoft.com/office/drawing/2014/main" id="{03CA5099-7ACB-48D2-B8C2-A9CE77B2068D}"/>
              </a:ext>
            </a:extLst>
          </p:cNvPr>
          <p:cNvSpPr>
            <a:spLocks/>
          </p:cNvSpPr>
          <p:nvPr/>
        </p:nvSpPr>
        <p:spPr>
          <a:xfrm>
            <a:off x="9511703" y="3454508"/>
            <a:ext cx="86581" cy="91829"/>
          </a:xfrm>
          <a:custGeom>
            <a:avLst/>
            <a:gdLst/>
            <a:ahLst/>
            <a:cxnLst/>
            <a:rect l="0" t="0" r="0" b="0"/>
            <a:pathLst>
              <a:path w="113157" h="120015">
                <a:moveTo>
                  <a:pt x="0" y="0"/>
                </a:moveTo>
                <a:lnTo>
                  <a:pt x="0" y="120015"/>
                </a:lnTo>
                <a:lnTo>
                  <a:pt x="113157" y="120015"/>
                </a:lnTo>
              </a:path>
            </a:pathLst>
          </a:custGeom>
          <a:noFill/>
          <a:ln w="10203">
            <a:solidFill>
              <a:srgbClr val="394D93"/>
            </a:solidFill>
            <a:prstDash val="solid"/>
          </a:ln>
        </p:spPr>
      </p:sp>
      <p:sp>
        <p:nvSpPr>
          <p:cNvPr id="164" name="p21_path_164">
            <a:extLst>
              <a:ext uri="{FF2B5EF4-FFF2-40B4-BE49-F238E27FC236}">
                <a16:creationId xmlns:a16="http://schemas.microsoft.com/office/drawing/2014/main" id="{7F9C0373-9EA4-4774-A880-5649DE886576}"/>
              </a:ext>
            </a:extLst>
          </p:cNvPr>
          <p:cNvSpPr>
            <a:spLocks/>
          </p:cNvSpPr>
          <p:nvPr/>
        </p:nvSpPr>
        <p:spPr>
          <a:xfrm>
            <a:off x="9335917" y="3614844"/>
            <a:ext cx="204064" cy="729"/>
          </a:xfrm>
          <a:custGeom>
            <a:avLst/>
            <a:gdLst/>
            <a:ahLst/>
            <a:cxnLst/>
            <a:rect l="0" t="0" r="0" b="0"/>
            <a:pathLst>
              <a:path w="266700" h="953">
                <a:moveTo>
                  <a:pt x="0" y="0"/>
                </a:moveTo>
                <a:lnTo>
                  <a:pt x="266700" y="0"/>
                </a:lnTo>
              </a:path>
            </a:pathLst>
          </a:custGeom>
          <a:noFill/>
          <a:ln w="9474">
            <a:solidFill>
              <a:srgbClr val="394D93"/>
            </a:solidFill>
            <a:prstDash val="solid"/>
          </a:ln>
        </p:spPr>
      </p:sp>
      <p:sp>
        <p:nvSpPr>
          <p:cNvPr id="165" name="p21_path_165">
            <a:extLst>
              <a:ext uri="{FF2B5EF4-FFF2-40B4-BE49-F238E27FC236}">
                <a16:creationId xmlns:a16="http://schemas.microsoft.com/office/drawing/2014/main" id="{1CE2F7DF-422E-4FC3-98AB-1C201C64A366}"/>
              </a:ext>
            </a:extLst>
          </p:cNvPr>
          <p:cNvSpPr>
            <a:spLocks/>
          </p:cNvSpPr>
          <p:nvPr/>
        </p:nvSpPr>
        <p:spPr>
          <a:xfrm>
            <a:off x="9335917" y="3673148"/>
            <a:ext cx="204064" cy="729"/>
          </a:xfrm>
          <a:custGeom>
            <a:avLst/>
            <a:gdLst/>
            <a:ahLst/>
            <a:cxnLst/>
            <a:rect l="0" t="0" r="0" b="0"/>
            <a:pathLst>
              <a:path w="266700" h="953">
                <a:moveTo>
                  <a:pt x="0" y="0"/>
                </a:moveTo>
                <a:lnTo>
                  <a:pt x="266700" y="0"/>
                </a:lnTo>
              </a:path>
            </a:pathLst>
          </a:custGeom>
          <a:noFill/>
          <a:ln w="9474">
            <a:solidFill>
              <a:srgbClr val="394D93"/>
            </a:solidFill>
            <a:prstDash val="solid"/>
          </a:ln>
        </p:spPr>
      </p:sp>
      <p:sp>
        <p:nvSpPr>
          <p:cNvPr id="166" name="p21_path_166">
            <a:extLst>
              <a:ext uri="{FF2B5EF4-FFF2-40B4-BE49-F238E27FC236}">
                <a16:creationId xmlns:a16="http://schemas.microsoft.com/office/drawing/2014/main" id="{C114BFF0-5D58-4CEC-B096-86C96ED71BF5}"/>
              </a:ext>
            </a:extLst>
          </p:cNvPr>
          <p:cNvSpPr>
            <a:spLocks/>
          </p:cNvSpPr>
          <p:nvPr/>
        </p:nvSpPr>
        <p:spPr>
          <a:xfrm>
            <a:off x="9335917" y="3731452"/>
            <a:ext cx="204064" cy="729"/>
          </a:xfrm>
          <a:custGeom>
            <a:avLst/>
            <a:gdLst/>
            <a:ahLst/>
            <a:cxnLst/>
            <a:rect l="0" t="0" r="0" b="0"/>
            <a:pathLst>
              <a:path w="266700" h="953">
                <a:moveTo>
                  <a:pt x="0" y="0"/>
                </a:moveTo>
                <a:lnTo>
                  <a:pt x="266700" y="0"/>
                </a:lnTo>
              </a:path>
            </a:pathLst>
          </a:custGeom>
          <a:noFill/>
          <a:ln w="9474">
            <a:solidFill>
              <a:srgbClr val="394D93"/>
            </a:solidFill>
            <a:prstDash val="solid"/>
          </a:ln>
        </p:spPr>
      </p:sp>
      <p:sp>
        <p:nvSpPr>
          <p:cNvPr id="167" name="p21_path_167">
            <a:extLst>
              <a:ext uri="{FF2B5EF4-FFF2-40B4-BE49-F238E27FC236}">
                <a16:creationId xmlns:a16="http://schemas.microsoft.com/office/drawing/2014/main" id="{EA59272F-9919-44C6-84F7-DD7DF9EC8C54}"/>
              </a:ext>
            </a:extLst>
          </p:cNvPr>
          <p:cNvSpPr>
            <a:spLocks/>
          </p:cNvSpPr>
          <p:nvPr/>
        </p:nvSpPr>
        <p:spPr>
          <a:xfrm>
            <a:off x="9335917" y="3789756"/>
            <a:ext cx="204064" cy="729"/>
          </a:xfrm>
          <a:custGeom>
            <a:avLst/>
            <a:gdLst/>
            <a:ahLst/>
            <a:cxnLst/>
            <a:rect l="0" t="0" r="0" b="0"/>
            <a:pathLst>
              <a:path w="266700" h="953">
                <a:moveTo>
                  <a:pt x="0" y="0"/>
                </a:moveTo>
                <a:lnTo>
                  <a:pt x="266700" y="0"/>
                </a:lnTo>
              </a:path>
            </a:pathLst>
          </a:custGeom>
          <a:noFill/>
          <a:ln w="9474">
            <a:solidFill>
              <a:srgbClr val="394D93"/>
            </a:solidFill>
            <a:prstDash val="solid"/>
          </a:ln>
        </p:spPr>
      </p:sp>
      <p:sp>
        <p:nvSpPr>
          <p:cNvPr id="168" name="p21_rect_168">
            <a:extLst>
              <a:ext uri="{FF2B5EF4-FFF2-40B4-BE49-F238E27FC236}">
                <a16:creationId xmlns:a16="http://schemas.microsoft.com/office/drawing/2014/main" id="{1877CB2A-9AEF-4403-B4C6-8D90FD42C8E4}"/>
              </a:ext>
            </a:extLst>
          </p:cNvPr>
          <p:cNvSpPr>
            <a:spLocks/>
          </p:cNvSpPr>
          <p:nvPr/>
        </p:nvSpPr>
        <p:spPr>
          <a:xfrm>
            <a:off x="9161005" y="4241611"/>
            <a:ext cx="2703845" cy="816255"/>
          </a:xfrm>
          <a:prstGeom prst="roundRect">
            <a:avLst>
              <a:gd name="adj" fmla="val 7143"/>
            </a:avLst>
          </a:prstGeom>
          <a:gradFill>
            <a:gsLst>
              <a:gs pos="0">
                <a:srgbClr val="FFFDFE"/>
              </a:gs>
              <a:gs pos="100000">
                <a:srgbClr val="F7EAF2"/>
              </a:gs>
            </a:gsLst>
            <a:lin ang="5400000"/>
          </a:gradFill>
          <a:ln w="8746">
            <a:solidFill>
              <a:srgbClr val="9C3E76"/>
            </a:solidFill>
            <a:prstDash val="solid"/>
          </a:ln>
        </p:spPr>
      </p:sp>
      <p:sp>
        <p:nvSpPr>
          <p:cNvPr id="169" name="p21_path_169">
            <a:extLst>
              <a:ext uri="{FF2B5EF4-FFF2-40B4-BE49-F238E27FC236}">
                <a16:creationId xmlns:a16="http://schemas.microsoft.com/office/drawing/2014/main" id="{D62C459D-EB9E-45CC-911D-D1B85BED1A87}"/>
              </a:ext>
            </a:extLst>
          </p:cNvPr>
          <p:cNvSpPr>
            <a:spLocks/>
          </p:cNvSpPr>
          <p:nvPr/>
        </p:nvSpPr>
        <p:spPr>
          <a:xfrm>
            <a:off x="6661224" y="4992274"/>
            <a:ext cx="3862635" cy="604903"/>
          </a:xfrm>
          <a:custGeom>
            <a:avLst/>
            <a:gdLst/>
            <a:ahLst/>
            <a:cxnLst/>
            <a:rect l="0" t="0" r="0" b="0"/>
            <a:pathLst>
              <a:path w="5048250" h="790575">
                <a:moveTo>
                  <a:pt x="5048250" y="352425"/>
                </a:moveTo>
                <a:cubicBezTo>
                  <a:pt x="5048250" y="790575"/>
                  <a:pt x="0" y="790575"/>
                  <a:pt x="0" y="0"/>
                </a:cubicBezTo>
              </a:path>
            </a:pathLst>
          </a:custGeom>
          <a:noFill/>
          <a:ln w="18220">
            <a:solidFill>
              <a:srgbClr val="9C3E76"/>
            </a:solidFill>
            <a:prstDash val="solid"/>
          </a:ln>
        </p:spPr>
      </p:sp>
      <p:sp>
        <p:nvSpPr>
          <p:cNvPr id="170" name="p21_path_170">
            <a:extLst>
              <a:ext uri="{FF2B5EF4-FFF2-40B4-BE49-F238E27FC236}">
                <a16:creationId xmlns:a16="http://schemas.microsoft.com/office/drawing/2014/main" id="{B9C461DC-A33D-4A64-A9EE-5849064C612F}"/>
              </a:ext>
            </a:extLst>
          </p:cNvPr>
          <p:cNvSpPr>
            <a:spLocks/>
          </p:cNvSpPr>
          <p:nvPr/>
        </p:nvSpPr>
        <p:spPr>
          <a:xfrm>
            <a:off x="6622744" y="4992274"/>
            <a:ext cx="76961" cy="87456"/>
          </a:xfrm>
          <a:custGeom>
            <a:avLst/>
            <a:gdLst/>
            <a:ahLst/>
            <a:cxnLst/>
            <a:rect l="0" t="0" r="0" b="0"/>
            <a:pathLst>
              <a:path w="100584" h="114300">
                <a:moveTo>
                  <a:pt x="50292" y="0"/>
                </a:moveTo>
                <a:lnTo>
                  <a:pt x="100584" y="114300"/>
                </a:lnTo>
                <a:lnTo>
                  <a:pt x="0" y="114300"/>
                </a:lnTo>
                <a:close/>
              </a:path>
            </a:pathLst>
          </a:custGeom>
          <a:solidFill>
            <a:srgbClr val="9C3E76"/>
          </a:solidFill>
          <a:ln w="0">
            <a:noFill/>
            <a:prstDash val="solid"/>
          </a:ln>
        </p:spPr>
      </p:sp>
      <p:sp>
        <p:nvSpPr>
          <p:cNvPr id="171" name="p21_rect_171">
            <a:extLst>
              <a:ext uri="{FF2B5EF4-FFF2-40B4-BE49-F238E27FC236}">
                <a16:creationId xmlns:a16="http://schemas.microsoft.com/office/drawing/2014/main" id="{873CF6B6-243D-4CFC-A044-0F7DAFCA9DF4}"/>
              </a:ext>
            </a:extLst>
          </p:cNvPr>
          <p:cNvSpPr>
            <a:spLocks/>
          </p:cNvSpPr>
          <p:nvPr/>
        </p:nvSpPr>
        <p:spPr>
          <a:xfrm>
            <a:off x="189488" y="5895985"/>
            <a:ext cx="3833484" cy="721511"/>
          </a:xfrm>
          <a:prstGeom prst="roundRect">
            <a:avLst>
              <a:gd name="adj" fmla="val 9091"/>
            </a:avLst>
          </a:prstGeom>
          <a:gradFill>
            <a:gsLst>
              <a:gs pos="0">
                <a:srgbClr val="FEFEFF"/>
              </a:gs>
              <a:gs pos="100000">
                <a:srgbClr val="EDF0F8"/>
              </a:gs>
            </a:gsLst>
            <a:lin ang="5400000"/>
          </a:gradFill>
          <a:ln w="8746">
            <a:solidFill>
              <a:srgbClr val="8599C3"/>
            </a:solidFill>
            <a:prstDash val="solid"/>
          </a:ln>
        </p:spPr>
      </p:sp>
      <p:sp>
        <p:nvSpPr>
          <p:cNvPr id="172" name="p21_rect_172">
            <a:extLst>
              <a:ext uri="{FF2B5EF4-FFF2-40B4-BE49-F238E27FC236}">
                <a16:creationId xmlns:a16="http://schemas.microsoft.com/office/drawing/2014/main" id="{F22D1B90-9335-4AF1-89EC-44028BDCA713}"/>
              </a:ext>
            </a:extLst>
          </p:cNvPr>
          <p:cNvSpPr>
            <a:spLocks/>
          </p:cNvSpPr>
          <p:nvPr/>
        </p:nvSpPr>
        <p:spPr>
          <a:xfrm>
            <a:off x="4176019" y="5895985"/>
            <a:ext cx="3833484" cy="721511"/>
          </a:xfrm>
          <a:prstGeom prst="roundRect">
            <a:avLst>
              <a:gd name="adj" fmla="val 9091"/>
            </a:avLst>
          </a:prstGeom>
          <a:gradFill>
            <a:gsLst>
              <a:gs pos="0">
                <a:srgbClr val="FEFEFF"/>
              </a:gs>
              <a:gs pos="100000">
                <a:srgbClr val="EDF0F8"/>
              </a:gs>
            </a:gsLst>
            <a:lin ang="5400000"/>
          </a:gradFill>
          <a:ln w="8746">
            <a:solidFill>
              <a:srgbClr val="8599C3"/>
            </a:solidFill>
            <a:prstDash val="solid"/>
          </a:ln>
        </p:spPr>
      </p:sp>
      <p:sp>
        <p:nvSpPr>
          <p:cNvPr id="173" name="p21_rect_173">
            <a:extLst>
              <a:ext uri="{FF2B5EF4-FFF2-40B4-BE49-F238E27FC236}">
                <a16:creationId xmlns:a16="http://schemas.microsoft.com/office/drawing/2014/main" id="{1011EE24-341B-441B-9CF3-3E95E986A585}"/>
              </a:ext>
            </a:extLst>
          </p:cNvPr>
          <p:cNvSpPr>
            <a:spLocks/>
          </p:cNvSpPr>
          <p:nvPr/>
        </p:nvSpPr>
        <p:spPr>
          <a:xfrm>
            <a:off x="8162550" y="5895985"/>
            <a:ext cx="3833484" cy="721511"/>
          </a:xfrm>
          <a:prstGeom prst="roundRect">
            <a:avLst>
              <a:gd name="adj" fmla="val 9091"/>
            </a:avLst>
          </a:prstGeom>
          <a:gradFill>
            <a:gsLst>
              <a:gs pos="0">
                <a:srgbClr val="FEFEFF"/>
              </a:gs>
              <a:gs pos="100000">
                <a:srgbClr val="EDF0F8"/>
              </a:gs>
            </a:gsLst>
            <a:lin ang="5400000"/>
          </a:gradFill>
          <a:ln w="8746">
            <a:solidFill>
              <a:srgbClr val="8599C3"/>
            </a:solidFill>
            <a:prstDash val="solid"/>
          </a:ln>
        </p:spPr>
      </p:sp>
      <p:sp>
        <p:nvSpPr>
          <p:cNvPr id="174" name="p21_label_1">
            <a:extLst>
              <a:ext uri="{FF2B5EF4-FFF2-40B4-BE49-F238E27FC236}">
                <a16:creationId xmlns:a16="http://schemas.microsoft.com/office/drawing/2014/main" id="{9CFF5B3D-5A99-46C7-BEF3-ED01ADE2805F}"/>
              </a:ext>
            </a:extLst>
          </p:cNvPr>
          <p:cNvSpPr>
            <a:spLocks/>
          </p:cNvSpPr>
          <p:nvPr/>
        </p:nvSpPr>
        <p:spPr>
          <a:xfrm>
            <a:off x="174912" y="58304"/>
            <a:ext cx="10421828" cy="444567"/>
          </a:xfrm>
          <a:prstGeom prst="rect">
            <a:avLst/>
          </a:prstGeom>
          <a:noFill/>
          <a:ln w="0">
            <a:noFill/>
          </a:ln>
        </p:spPr>
        <p:txBody>
          <a:bodyPr wrap="square" lIns="0" tIns="0" rIns="0" bIns="0" anchor="t">
            <a:noAutofit/>
          </a:bodyPr>
          <a:lstStyle>
            <a:defPPr algn="l">
              <a:defRPr sz="2640" b="1">
                <a:solidFill>
                  <a:srgbClr val="172956"/>
                </a:solidFill>
                <a:latin typeface="Source Han Serif SC Heavy"/>
                <a:ea typeface="Source Han Serif SC Heavy"/>
                <a:cs typeface="Source Han Serif SC Heavy"/>
              </a:defRPr>
            </a:defPPr>
          </a:lstStyle>
          <a:p>
            <a:pPr algn="l">
              <a:defRPr sz="2640" b="1">
                <a:solidFill>
                  <a:srgbClr val="172956"/>
                </a:solidFill>
                <a:latin typeface="Source Han Serif SC Heavy"/>
                <a:ea typeface="Source Han Serif SC Heavy"/>
                <a:cs typeface="Source Han Serif SC Heavy"/>
              </a:defRPr>
            </a:pPr>
            <a:r>
              <a:rPr sz="2640" b="1">
                <a:solidFill>
                  <a:srgbClr val="172956"/>
                </a:solidFill>
                <a:latin typeface="Source Han Serif SC Heavy"/>
                <a:ea typeface="Source Han Serif SC Heavy"/>
                <a:cs typeface="Source Han Serif SC Heavy"/>
              </a:rPr>
              <a:t>总结：把信息增量连接到决策收益与系统证据</a:t>
            </a:r>
          </a:p>
        </p:txBody>
      </p:sp>
      <p:sp>
        <p:nvSpPr>
          <p:cNvPr id="175" name="p21_label_2">
            <a:extLst>
              <a:ext uri="{FF2B5EF4-FFF2-40B4-BE49-F238E27FC236}">
                <a16:creationId xmlns:a16="http://schemas.microsoft.com/office/drawing/2014/main" id="{31999A01-3E77-4D81-9840-03A81C84CB9D}"/>
              </a:ext>
            </a:extLst>
          </p:cNvPr>
          <p:cNvSpPr>
            <a:spLocks/>
          </p:cNvSpPr>
          <p:nvPr/>
        </p:nvSpPr>
        <p:spPr>
          <a:xfrm>
            <a:off x="204064" y="510159"/>
            <a:ext cx="10859107" cy="233216"/>
          </a:xfrm>
          <a:prstGeom prst="rect">
            <a:avLst/>
          </a:prstGeom>
          <a:noFill/>
          <a:ln w="0">
            <a:noFill/>
          </a:ln>
        </p:spPr>
        <p:txBody>
          <a:bodyPr wrap="square" lIns="0" tIns="0" rIns="0" bIns="0" anchor="t">
            <a:noAutofit/>
          </a:bodyPr>
          <a:lstStyle>
            <a:defPPr algn="l">
              <a:defRPr sz="1320" b="0">
                <a:solidFill>
                  <a:srgbClr val="52617D"/>
                </a:solidFill>
                <a:latin typeface="Noto Sans SC"/>
                <a:ea typeface="Noto Sans SC"/>
                <a:cs typeface="Noto Sans SC"/>
              </a:defRPr>
            </a:defPPr>
          </a:lstStyle>
          <a:p>
            <a:pPr algn="l">
              <a:defRPr sz="1320" b="0">
                <a:solidFill>
                  <a:srgbClr val="52617D"/>
                </a:solidFill>
                <a:latin typeface="Noto Sans SC"/>
                <a:ea typeface="Noto Sans SC"/>
                <a:cs typeface="Noto Sans SC"/>
              </a:defRPr>
            </a:pPr>
            <a:r>
              <a:rPr sz="1320" b="0">
                <a:solidFill>
                  <a:srgbClr val="52617D"/>
                </a:solidFill>
                <a:latin typeface="Noto Sans SC"/>
                <a:ea typeface="Noto Sans SC"/>
                <a:cs typeface="Noto Sans SC"/>
              </a:rPr>
              <a:t>三类证据汇入一次决策；最终结论以跨任务实测为依据</a:t>
            </a:r>
          </a:p>
        </p:txBody>
      </p:sp>
      <p:sp>
        <p:nvSpPr>
          <p:cNvPr id="176" name="p21_label_3">
            <a:extLst>
              <a:ext uri="{FF2B5EF4-FFF2-40B4-BE49-F238E27FC236}">
                <a16:creationId xmlns:a16="http://schemas.microsoft.com/office/drawing/2014/main" id="{1EE6AFD6-357A-48AB-A6ED-AD08D0BD65A4}"/>
              </a:ext>
            </a:extLst>
          </p:cNvPr>
          <p:cNvSpPr>
            <a:spLocks/>
          </p:cNvSpPr>
          <p:nvPr/>
        </p:nvSpPr>
        <p:spPr>
          <a:xfrm>
            <a:off x="11004867" y="94744"/>
            <a:ext cx="1020319" cy="233216"/>
          </a:xfrm>
          <a:prstGeom prst="rect">
            <a:avLst/>
          </a:prstGeom>
          <a:noFill/>
          <a:ln w="0">
            <a:noFill/>
          </a:ln>
        </p:spPr>
        <p:txBody>
          <a:bodyPr wrap="square" lIns="0" tIns="0" rIns="0" bIns="0" anchor="t">
            <a:noAutofit/>
          </a:bodyPr>
          <a:lstStyle>
            <a:defPPr algn="r">
              <a:defRPr sz="1173" b="0">
                <a:solidFill>
                  <a:srgbClr val="52617D"/>
                </a:solidFill>
                <a:latin typeface="Noto Sans SC"/>
                <a:ea typeface="Noto Sans SC"/>
                <a:cs typeface="Noto Sans SC"/>
              </a:defRPr>
            </a:defPPr>
          </a:lstStyle>
          <a:p>
            <a:pPr algn="r">
              <a:defRPr sz="1173" b="0">
                <a:solidFill>
                  <a:srgbClr val="52617D"/>
                </a:solidFill>
                <a:latin typeface="Noto Sans SC"/>
                <a:ea typeface="Noto Sans SC"/>
                <a:cs typeface="Noto Sans SC"/>
              </a:defRPr>
            </a:pPr>
            <a:r>
              <a:rPr sz="1173" b="0">
                <a:solidFill>
                  <a:srgbClr val="52617D"/>
                </a:solidFill>
                <a:latin typeface="Noto Sans SC"/>
                <a:ea typeface="Noto Sans SC"/>
                <a:cs typeface="Noto Sans SC"/>
              </a:rPr>
              <a:t>05 总结与意义</a:t>
            </a:r>
          </a:p>
        </p:txBody>
      </p:sp>
      <p:sp>
        <p:nvSpPr>
          <p:cNvPr id="177" name="p21_label_4">
            <a:extLst>
              <a:ext uri="{FF2B5EF4-FFF2-40B4-BE49-F238E27FC236}">
                <a16:creationId xmlns:a16="http://schemas.microsoft.com/office/drawing/2014/main" id="{84729FAE-6771-4117-830E-4A2BCD76BD55}"/>
              </a:ext>
            </a:extLst>
          </p:cNvPr>
          <p:cNvSpPr>
            <a:spLocks/>
          </p:cNvSpPr>
          <p:nvPr/>
        </p:nvSpPr>
        <p:spPr>
          <a:xfrm>
            <a:off x="298808" y="1340990"/>
            <a:ext cx="3818908"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信息视角</a:t>
            </a:r>
          </a:p>
        </p:txBody>
      </p:sp>
      <p:sp>
        <p:nvSpPr>
          <p:cNvPr id="178" name="p21_label_5">
            <a:extLst>
              <a:ext uri="{FF2B5EF4-FFF2-40B4-BE49-F238E27FC236}">
                <a16:creationId xmlns:a16="http://schemas.microsoft.com/office/drawing/2014/main" id="{2B334305-D53C-473D-8E5F-8FDB73D0A558}"/>
              </a:ext>
            </a:extLst>
          </p:cNvPr>
          <p:cNvSpPr>
            <a:spLocks/>
          </p:cNvSpPr>
          <p:nvPr/>
        </p:nvSpPr>
        <p:spPr>
          <a:xfrm>
            <a:off x="313384" y="1668950"/>
            <a:ext cx="3753316" cy="233216"/>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细粒度残差能否补充静态特征？</a:t>
            </a:r>
          </a:p>
        </p:txBody>
      </p:sp>
      <p:sp>
        <p:nvSpPr>
          <p:cNvPr id="179" name="p21_label_6">
            <a:extLst>
              <a:ext uri="{FF2B5EF4-FFF2-40B4-BE49-F238E27FC236}">
                <a16:creationId xmlns:a16="http://schemas.microsoft.com/office/drawing/2014/main" id="{7C2E62A5-8CFC-45C9-B48E-6880ECDDAFA5}"/>
              </a:ext>
            </a:extLst>
          </p:cNvPr>
          <p:cNvSpPr>
            <a:spLocks/>
          </p:cNvSpPr>
          <p:nvPr/>
        </p:nvSpPr>
        <p:spPr>
          <a:xfrm>
            <a:off x="298808" y="2725709"/>
            <a:ext cx="3818908"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决策视角</a:t>
            </a:r>
          </a:p>
        </p:txBody>
      </p:sp>
      <p:sp>
        <p:nvSpPr>
          <p:cNvPr id="180" name="p21_label_7">
            <a:extLst>
              <a:ext uri="{FF2B5EF4-FFF2-40B4-BE49-F238E27FC236}">
                <a16:creationId xmlns:a16="http://schemas.microsoft.com/office/drawing/2014/main" id="{31D07346-E80A-4246-B3A5-7F2C5458D627}"/>
              </a:ext>
            </a:extLst>
          </p:cNvPr>
          <p:cNvSpPr>
            <a:spLocks/>
          </p:cNvSpPr>
          <p:nvPr/>
        </p:nvSpPr>
        <p:spPr>
          <a:xfrm>
            <a:off x="313384" y="3053668"/>
            <a:ext cx="3753316" cy="233216"/>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C 相对 B 能否改善未执行候选排序？</a:t>
            </a:r>
          </a:p>
        </p:txBody>
      </p:sp>
      <p:sp>
        <p:nvSpPr>
          <p:cNvPr id="181" name="p21_label_8">
            <a:extLst>
              <a:ext uri="{FF2B5EF4-FFF2-40B4-BE49-F238E27FC236}">
                <a16:creationId xmlns:a16="http://schemas.microsoft.com/office/drawing/2014/main" id="{4AD57734-4C0D-4664-9FE6-5C821223DB2F}"/>
              </a:ext>
            </a:extLst>
          </p:cNvPr>
          <p:cNvSpPr>
            <a:spLocks/>
          </p:cNvSpPr>
          <p:nvPr/>
        </p:nvSpPr>
        <p:spPr>
          <a:xfrm>
            <a:off x="2047926" y="3447220"/>
            <a:ext cx="510159" cy="204064"/>
          </a:xfrm>
          <a:prstGeom prst="rect">
            <a:avLst/>
          </a:prstGeom>
          <a:noFill/>
          <a:ln w="0">
            <a:noFill/>
          </a:ln>
        </p:spPr>
        <p:txBody>
          <a:bodyPr wrap="square" lIns="0" tIns="0" rIns="0" bIns="0" anchor="t">
            <a:noAutofit/>
          </a:bodyPr>
          <a:lstStyle>
            <a:defPPr algn="ctr">
              <a:defRPr sz="1148" b="0">
                <a:solidFill>
                  <a:srgbClr val="172956"/>
                </a:solidFill>
                <a:latin typeface="Arial"/>
                <a:ea typeface="Arial"/>
                <a:cs typeface="Arial"/>
              </a:defRPr>
            </a:defPPr>
          </a:lstStyle>
          <a:p>
            <a:pPr algn="ctr">
              <a:defRPr sz="1148" b="0">
                <a:solidFill>
                  <a:srgbClr val="172956"/>
                </a:solidFill>
                <a:latin typeface="Arial"/>
                <a:ea typeface="Arial"/>
                <a:cs typeface="Arial"/>
              </a:defRPr>
            </a:pPr>
            <a:r>
              <a:rPr sz="1148" b="0">
                <a:solidFill>
                  <a:srgbClr val="172956"/>
                </a:solidFill>
                <a:latin typeface="Arial"/>
                <a:ea typeface="Arial"/>
                <a:cs typeface="Arial"/>
              </a:rPr>
              <a:t>M₁ ?</a:t>
            </a:r>
          </a:p>
        </p:txBody>
      </p:sp>
      <p:sp>
        <p:nvSpPr>
          <p:cNvPr id="182" name="p21_label_9">
            <a:extLst>
              <a:ext uri="{FF2B5EF4-FFF2-40B4-BE49-F238E27FC236}">
                <a16:creationId xmlns:a16="http://schemas.microsoft.com/office/drawing/2014/main" id="{AFE03B50-DB0B-45BB-AFEF-3B83364C87B4}"/>
              </a:ext>
            </a:extLst>
          </p:cNvPr>
          <p:cNvSpPr>
            <a:spLocks/>
          </p:cNvSpPr>
          <p:nvPr/>
        </p:nvSpPr>
        <p:spPr>
          <a:xfrm>
            <a:off x="2718421" y="3447220"/>
            <a:ext cx="510159" cy="204064"/>
          </a:xfrm>
          <a:prstGeom prst="rect">
            <a:avLst/>
          </a:prstGeom>
          <a:noFill/>
          <a:ln w="0">
            <a:noFill/>
          </a:ln>
        </p:spPr>
        <p:txBody>
          <a:bodyPr wrap="square" lIns="0" tIns="0" rIns="0" bIns="0" anchor="t">
            <a:noAutofit/>
          </a:bodyPr>
          <a:lstStyle>
            <a:defPPr algn="ctr">
              <a:defRPr sz="1148" b="0">
                <a:solidFill>
                  <a:srgbClr val="172956"/>
                </a:solidFill>
                <a:latin typeface="Arial"/>
                <a:ea typeface="Arial"/>
                <a:cs typeface="Arial"/>
              </a:defRPr>
            </a:defPPr>
          </a:lstStyle>
          <a:p>
            <a:pPr algn="ctr">
              <a:defRPr sz="1148" b="0">
                <a:solidFill>
                  <a:srgbClr val="172956"/>
                </a:solidFill>
                <a:latin typeface="Arial"/>
                <a:ea typeface="Arial"/>
                <a:cs typeface="Arial"/>
              </a:defRPr>
            </a:pPr>
            <a:r>
              <a:rPr sz="1148" b="0">
                <a:solidFill>
                  <a:srgbClr val="172956"/>
                </a:solidFill>
                <a:latin typeface="Arial"/>
                <a:ea typeface="Arial"/>
                <a:cs typeface="Arial"/>
              </a:rPr>
              <a:t>M₂ ?</a:t>
            </a:r>
          </a:p>
        </p:txBody>
      </p:sp>
      <p:sp>
        <p:nvSpPr>
          <p:cNvPr id="183" name="p21_label_10">
            <a:extLst>
              <a:ext uri="{FF2B5EF4-FFF2-40B4-BE49-F238E27FC236}">
                <a16:creationId xmlns:a16="http://schemas.microsoft.com/office/drawing/2014/main" id="{1EEA5BB3-3115-41AB-8361-E30A9D60B13E}"/>
              </a:ext>
            </a:extLst>
          </p:cNvPr>
          <p:cNvSpPr>
            <a:spLocks/>
          </p:cNvSpPr>
          <p:nvPr/>
        </p:nvSpPr>
        <p:spPr>
          <a:xfrm>
            <a:off x="3388916" y="3447220"/>
            <a:ext cx="510159" cy="204064"/>
          </a:xfrm>
          <a:prstGeom prst="rect">
            <a:avLst/>
          </a:prstGeom>
          <a:noFill/>
          <a:ln w="0">
            <a:noFill/>
          </a:ln>
        </p:spPr>
        <p:txBody>
          <a:bodyPr wrap="square" lIns="0" tIns="0" rIns="0" bIns="0" anchor="t">
            <a:noAutofit/>
          </a:bodyPr>
          <a:lstStyle>
            <a:defPPr algn="ctr">
              <a:defRPr sz="1148" b="0">
                <a:solidFill>
                  <a:srgbClr val="172956"/>
                </a:solidFill>
                <a:latin typeface="Arial"/>
                <a:ea typeface="Arial"/>
                <a:cs typeface="Arial"/>
              </a:defRPr>
            </a:defPPr>
          </a:lstStyle>
          <a:p>
            <a:pPr algn="ctr">
              <a:defRPr sz="1148" b="0">
                <a:solidFill>
                  <a:srgbClr val="172956"/>
                </a:solidFill>
                <a:latin typeface="Arial"/>
                <a:ea typeface="Arial"/>
                <a:cs typeface="Arial"/>
              </a:defRPr>
            </a:pPr>
            <a:r>
              <a:rPr sz="1148" b="0">
                <a:solidFill>
                  <a:srgbClr val="172956"/>
                </a:solidFill>
                <a:latin typeface="Arial"/>
                <a:ea typeface="Arial"/>
                <a:cs typeface="Arial"/>
              </a:rPr>
              <a:t>M₃ ?</a:t>
            </a:r>
          </a:p>
        </p:txBody>
      </p:sp>
      <p:sp>
        <p:nvSpPr>
          <p:cNvPr id="184" name="p21_label_11">
            <a:extLst>
              <a:ext uri="{FF2B5EF4-FFF2-40B4-BE49-F238E27FC236}">
                <a16:creationId xmlns:a16="http://schemas.microsoft.com/office/drawing/2014/main" id="{9AB38752-5BBE-4567-9EEE-C227712260C9}"/>
              </a:ext>
            </a:extLst>
          </p:cNvPr>
          <p:cNvSpPr>
            <a:spLocks/>
          </p:cNvSpPr>
          <p:nvPr/>
        </p:nvSpPr>
        <p:spPr>
          <a:xfrm>
            <a:off x="298808" y="4110427"/>
            <a:ext cx="3818908"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资源视角</a:t>
            </a:r>
          </a:p>
        </p:txBody>
      </p:sp>
      <p:sp>
        <p:nvSpPr>
          <p:cNvPr id="185" name="p21_label_12">
            <a:extLst>
              <a:ext uri="{FF2B5EF4-FFF2-40B4-BE49-F238E27FC236}">
                <a16:creationId xmlns:a16="http://schemas.microsoft.com/office/drawing/2014/main" id="{65155762-3D17-4BD0-ADA4-6FB8B6BA2B9E}"/>
              </a:ext>
            </a:extLst>
          </p:cNvPr>
          <p:cNvSpPr>
            <a:spLocks/>
          </p:cNvSpPr>
          <p:nvPr/>
        </p:nvSpPr>
        <p:spPr>
          <a:xfrm>
            <a:off x="313384" y="4438387"/>
            <a:ext cx="3753316" cy="233216"/>
          </a:xfrm>
          <a:prstGeom prst="rect">
            <a:avLst/>
          </a:prstGeom>
          <a:noFill/>
          <a:ln w="0">
            <a:noFill/>
          </a:ln>
        </p:spPr>
        <p:txBody>
          <a:bodyPr wrap="square" lIns="0" tIns="0" rIns="0" bIns="0" anchor="t">
            <a:noAutofit/>
          </a:bodyPr>
          <a:lstStyle>
            <a:defPPr algn="l">
              <a:defRPr sz="1320" b="1">
                <a:solidFill>
                  <a:srgbClr val="172956"/>
                </a:solidFill>
                <a:latin typeface="Noto Sans SC"/>
                <a:ea typeface="Noto Sans SC"/>
                <a:cs typeface="Noto Sans SC"/>
              </a:defRPr>
            </a:defPPr>
          </a:lstStyle>
          <a:p>
            <a:pPr algn="l">
              <a:defRPr sz="1320" b="1">
                <a:solidFill>
                  <a:srgbClr val="172956"/>
                </a:solidFill>
                <a:latin typeface="Noto Sans SC"/>
                <a:ea typeface="Noto Sans SC"/>
                <a:cs typeface="Noto Sans SC"/>
              </a:defRPr>
            </a:pPr>
            <a:r>
              <a:rPr sz="1320" b="1">
                <a:solidFill>
                  <a:srgbClr val="172956"/>
                </a:solidFill>
                <a:latin typeface="Noto Sans SC"/>
                <a:ea typeface="Noto Sans SC"/>
                <a:cs typeface="Noto Sans SC"/>
              </a:rPr>
              <a:t>排序改进能否减少实际建模成本？</a:t>
            </a:r>
          </a:p>
        </p:txBody>
      </p:sp>
      <p:sp>
        <p:nvSpPr>
          <p:cNvPr id="186" name="p21_label_13">
            <a:extLst>
              <a:ext uri="{FF2B5EF4-FFF2-40B4-BE49-F238E27FC236}">
                <a16:creationId xmlns:a16="http://schemas.microsoft.com/office/drawing/2014/main" id="{12C90F21-0E5A-474D-8326-80A5C516F570}"/>
              </a:ext>
            </a:extLst>
          </p:cNvPr>
          <p:cNvSpPr>
            <a:spLocks/>
          </p:cNvSpPr>
          <p:nvPr/>
        </p:nvSpPr>
        <p:spPr>
          <a:xfrm>
            <a:off x="743375" y="4817362"/>
            <a:ext cx="947439" cy="211352"/>
          </a:xfrm>
          <a:prstGeom prst="rect">
            <a:avLst/>
          </a:prstGeom>
          <a:noFill/>
          <a:ln w="0">
            <a:noFill/>
          </a:ln>
        </p:spPr>
        <p:txBody>
          <a:bodyPr wrap="square" lIns="0" tIns="0" rIns="0" bIns="0" anchor="t">
            <a:noAutofit/>
          </a:bodyPr>
          <a:lstStyle>
            <a:defPPr algn="l">
              <a:defRPr sz="1205" b="0">
                <a:solidFill>
                  <a:srgbClr val="172956"/>
                </a:solidFill>
                <a:latin typeface="Noto Sans SC"/>
                <a:ea typeface="Noto Sans SC"/>
                <a:cs typeface="Noto Sans SC"/>
              </a:defRPr>
            </a:defPPr>
          </a:lstStyle>
          <a:p>
            <a:pPr algn="l">
              <a:defRPr sz="1205" b="0">
                <a:solidFill>
                  <a:srgbClr val="172956"/>
                </a:solidFill>
                <a:latin typeface="Noto Sans SC"/>
                <a:ea typeface="Noto Sans SC"/>
                <a:cs typeface="Noto Sans SC"/>
              </a:defRPr>
            </a:pPr>
            <a:r>
              <a:rPr sz="1205" b="0">
                <a:solidFill>
                  <a:srgbClr val="172956"/>
                </a:solidFill>
                <a:latin typeface="Noto Sans SC"/>
                <a:ea typeface="Noto Sans SC"/>
                <a:cs typeface="Noto Sans SC"/>
              </a:rPr>
              <a:t>实际总成本</a:t>
            </a:r>
          </a:p>
        </p:txBody>
      </p:sp>
      <p:sp>
        <p:nvSpPr>
          <p:cNvPr id="187" name="p21_label_14">
            <a:extLst>
              <a:ext uri="{FF2B5EF4-FFF2-40B4-BE49-F238E27FC236}">
                <a16:creationId xmlns:a16="http://schemas.microsoft.com/office/drawing/2014/main" id="{C58D464A-462F-45F9-91E8-75E8AF83CD14}"/>
              </a:ext>
            </a:extLst>
          </p:cNvPr>
          <p:cNvSpPr>
            <a:spLocks/>
          </p:cNvSpPr>
          <p:nvPr/>
        </p:nvSpPr>
        <p:spPr>
          <a:xfrm>
            <a:off x="1989622" y="4766346"/>
            <a:ext cx="2026062" cy="255080"/>
          </a:xfrm>
          <a:prstGeom prst="rect">
            <a:avLst/>
          </a:prstGeom>
          <a:noFill/>
          <a:ln w="0">
            <a:noFill/>
          </a:ln>
        </p:spPr>
        <p:txBody>
          <a:bodyPr wrap="square" lIns="0" tIns="0" rIns="0" bIns="0" anchor="t">
            <a:noAutofit/>
          </a:bodyPr>
          <a:lstStyle>
            <a:defPPr algn="l">
              <a:defRPr sz="1205" b="0">
                <a:solidFill>
                  <a:srgbClr val="9C3E76"/>
                </a:solidFill>
                <a:latin typeface="Noto Sans SC"/>
                <a:ea typeface="Noto Sans SC"/>
                <a:cs typeface="Noto Sans SC"/>
              </a:defRPr>
            </a:defPPr>
          </a:lstStyle>
          <a:p>
            <a:pPr algn="l">
              <a:defRPr sz="1205" b="0">
                <a:solidFill>
                  <a:srgbClr val="9C3E76"/>
                </a:solidFill>
                <a:latin typeface="Noto Sans SC"/>
                <a:ea typeface="Noto Sans SC"/>
                <a:cs typeface="Noto Sans SC"/>
              </a:defRPr>
            </a:pPr>
            <a:r>
              <a:rPr sz="1205" b="0">
                <a:solidFill>
                  <a:srgbClr val="9C3E76"/>
                </a:solidFill>
                <a:latin typeface="Noto Sans SC"/>
                <a:ea typeface="Noto Sans SC"/>
                <a:cs typeface="Noto Sans SC"/>
              </a:rPr>
              <a:t>训练、验证、反馈、决策</a:t>
            </a:r>
          </a:p>
        </p:txBody>
      </p:sp>
      <p:sp>
        <p:nvSpPr>
          <p:cNvPr id="188" name="p21_label_15">
            <a:extLst>
              <a:ext uri="{FF2B5EF4-FFF2-40B4-BE49-F238E27FC236}">
                <a16:creationId xmlns:a16="http://schemas.microsoft.com/office/drawing/2014/main" id="{A76AC95C-79B5-4B7C-ADEA-9FF4B5135057}"/>
              </a:ext>
            </a:extLst>
          </p:cNvPr>
          <p:cNvSpPr>
            <a:spLocks/>
          </p:cNvSpPr>
          <p:nvPr/>
        </p:nvSpPr>
        <p:spPr>
          <a:xfrm>
            <a:off x="5334810" y="1632510"/>
            <a:ext cx="2652829"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集成决策</a:t>
            </a:r>
          </a:p>
        </p:txBody>
      </p:sp>
      <p:sp>
        <p:nvSpPr>
          <p:cNvPr id="189" name="p21_label_16">
            <a:extLst>
              <a:ext uri="{FF2B5EF4-FFF2-40B4-BE49-F238E27FC236}">
                <a16:creationId xmlns:a16="http://schemas.microsoft.com/office/drawing/2014/main" id="{FA1D6150-0624-4EBA-A663-8F53B5910823}"/>
              </a:ext>
            </a:extLst>
          </p:cNvPr>
          <p:cNvSpPr>
            <a:spLocks/>
          </p:cNvSpPr>
          <p:nvPr/>
        </p:nvSpPr>
        <p:spPr>
          <a:xfrm>
            <a:off x="5334810" y="1938606"/>
            <a:ext cx="2652829"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融合当前可获得的信息</a:t>
            </a:r>
          </a:p>
        </p:txBody>
      </p:sp>
      <p:sp>
        <p:nvSpPr>
          <p:cNvPr id="190" name="p21_label_17">
            <a:extLst>
              <a:ext uri="{FF2B5EF4-FFF2-40B4-BE49-F238E27FC236}">
                <a16:creationId xmlns:a16="http://schemas.microsoft.com/office/drawing/2014/main" id="{55C0B681-2F2B-4ADB-9BBB-ADE13E2432CF}"/>
              </a:ext>
            </a:extLst>
          </p:cNvPr>
          <p:cNvSpPr>
            <a:spLocks/>
          </p:cNvSpPr>
          <p:nvPr/>
        </p:nvSpPr>
        <p:spPr>
          <a:xfrm>
            <a:off x="5487858" y="2390461"/>
            <a:ext cx="2354021" cy="233216"/>
          </a:xfrm>
          <a:prstGeom prst="rect">
            <a:avLst/>
          </a:prstGeom>
          <a:noFill/>
          <a:ln w="0">
            <a:noFill/>
          </a:ln>
        </p:spPr>
        <p:txBody>
          <a:bodyPr wrap="square" lIns="0" tIns="0" rIns="0" bIns="0" anchor="t">
            <a:noAutofit/>
          </a:bodyPr>
          <a:lstStyle>
            <a:defPPr algn="ctr">
              <a:defRPr sz="1549" b="1">
                <a:solidFill>
                  <a:srgbClr val="172956"/>
                </a:solidFill>
                <a:latin typeface="Noto Sans SC"/>
                <a:ea typeface="Noto Sans SC"/>
                <a:cs typeface="Noto Sans SC"/>
              </a:defRPr>
            </a:defPPr>
          </a:lstStyle>
          <a:p>
            <a:pPr algn="ctr">
              <a:defRPr sz="1549" b="1">
                <a:solidFill>
                  <a:srgbClr val="172956"/>
                </a:solidFill>
                <a:latin typeface="Noto Sans SC"/>
                <a:ea typeface="Noto Sans SC"/>
                <a:cs typeface="Noto Sans SC"/>
              </a:defRPr>
            </a:pPr>
            <a:r>
              <a:rPr sz="1549" b="1">
                <a:solidFill>
                  <a:srgbClr val="172956"/>
                </a:solidFill>
                <a:latin typeface="Noto Sans SC"/>
                <a:ea typeface="Noto Sans SC"/>
                <a:cs typeface="Noto Sans SC"/>
              </a:rPr>
              <a:t>任务 + 历史 + 残差</a:t>
            </a:r>
          </a:p>
        </p:txBody>
      </p:sp>
      <p:sp>
        <p:nvSpPr>
          <p:cNvPr id="191" name="p21_label_18">
            <a:extLst>
              <a:ext uri="{FF2B5EF4-FFF2-40B4-BE49-F238E27FC236}">
                <a16:creationId xmlns:a16="http://schemas.microsoft.com/office/drawing/2014/main" id="{393E0B21-4C12-45B6-B8A8-F157EC749997}"/>
              </a:ext>
            </a:extLst>
          </p:cNvPr>
          <p:cNvSpPr>
            <a:spLocks/>
          </p:cNvSpPr>
          <p:nvPr/>
        </p:nvSpPr>
        <p:spPr>
          <a:xfrm>
            <a:off x="5465994" y="2711133"/>
            <a:ext cx="2405037" cy="196776"/>
          </a:xfrm>
          <a:prstGeom prst="rect">
            <a:avLst/>
          </a:prstGeom>
          <a:noFill/>
          <a:ln w="0">
            <a:noFill/>
          </a:ln>
        </p:spPr>
        <p:txBody>
          <a:bodyPr wrap="square" lIns="0" tIns="0" rIns="0" bIns="0" anchor="t">
            <a:noAutofit/>
          </a:bodyPr>
          <a:lstStyle>
            <a:defPPr algn="ctr">
              <a:defRPr sz="1205" b="0">
                <a:solidFill>
                  <a:srgbClr val="52617D"/>
                </a:solidFill>
                <a:latin typeface="Noto Sans SC"/>
                <a:ea typeface="Noto Sans SC"/>
                <a:cs typeface="Noto Sans SC"/>
              </a:defRPr>
            </a:defPPr>
          </a:lstStyle>
          <a:p>
            <a:pPr algn="ctr">
              <a:defRPr sz="1205" b="0">
                <a:solidFill>
                  <a:srgbClr val="52617D"/>
                </a:solidFill>
                <a:latin typeface="Noto Sans SC"/>
                <a:ea typeface="Noto Sans SC"/>
                <a:cs typeface="Noto Sans SC"/>
              </a:defRPr>
            </a:pPr>
            <a:r>
              <a:rPr sz="1205" b="0">
                <a:solidFill>
                  <a:srgbClr val="52617D"/>
                </a:solidFill>
                <a:latin typeface="Noto Sans SC"/>
                <a:ea typeface="Noto Sans SC"/>
                <a:cs typeface="Noto Sans SC"/>
              </a:rPr>
              <a:t>z / H / R → 候选误差估计</a:t>
            </a:r>
          </a:p>
        </p:txBody>
      </p:sp>
      <p:sp>
        <p:nvSpPr>
          <p:cNvPr id="192" name="p21_label_19">
            <a:extLst>
              <a:ext uri="{FF2B5EF4-FFF2-40B4-BE49-F238E27FC236}">
                <a16:creationId xmlns:a16="http://schemas.microsoft.com/office/drawing/2014/main" id="{EF817FBC-18EA-4C79-820A-57CF522CCAD4}"/>
              </a:ext>
            </a:extLst>
          </p:cNvPr>
          <p:cNvSpPr>
            <a:spLocks/>
          </p:cNvSpPr>
          <p:nvPr/>
        </p:nvSpPr>
        <p:spPr>
          <a:xfrm>
            <a:off x="5487858" y="4299915"/>
            <a:ext cx="2346733" cy="291520"/>
          </a:xfrm>
          <a:prstGeom prst="rect">
            <a:avLst/>
          </a:prstGeom>
          <a:noFill/>
          <a:ln w="0">
            <a:noFill/>
          </a:ln>
        </p:spPr>
        <p:txBody>
          <a:bodyPr wrap="square" lIns="0" tIns="0" rIns="0" bIns="0" anchor="t">
            <a:noAutofit/>
          </a:bodyPr>
          <a:lstStyle>
            <a:defPPr algn="ctr">
              <a:defRPr sz="1549" b="1">
                <a:solidFill>
                  <a:srgbClr val="9C3E76"/>
                </a:solidFill>
                <a:latin typeface="Noto Sans SC"/>
                <a:ea typeface="Noto Sans SC"/>
                <a:cs typeface="Noto Sans SC"/>
              </a:defRPr>
            </a:defPPr>
          </a:lstStyle>
          <a:p>
            <a:pPr algn="ctr">
              <a:defRPr sz="1549" b="1">
                <a:solidFill>
                  <a:srgbClr val="9C3E76"/>
                </a:solidFill>
                <a:latin typeface="Noto Sans SC"/>
                <a:ea typeface="Noto Sans SC"/>
                <a:cs typeface="Noto Sans SC"/>
              </a:defRPr>
            </a:pPr>
            <a:r>
              <a:rPr sz="1549" b="1">
                <a:solidFill>
                  <a:srgbClr val="9C3E76"/>
                </a:solidFill>
                <a:latin typeface="Noto Sans SC"/>
                <a:ea typeface="Noto Sans SC"/>
                <a:cs typeface="Noto Sans SC"/>
              </a:rPr>
              <a:t>候选排序 + 预算检查</a:t>
            </a:r>
          </a:p>
        </p:txBody>
      </p:sp>
      <p:sp>
        <p:nvSpPr>
          <p:cNvPr id="193" name="p21_label_20">
            <a:extLst>
              <a:ext uri="{FF2B5EF4-FFF2-40B4-BE49-F238E27FC236}">
                <a16:creationId xmlns:a16="http://schemas.microsoft.com/office/drawing/2014/main" id="{05337727-E770-4448-97C0-EB951662FBBF}"/>
              </a:ext>
            </a:extLst>
          </p:cNvPr>
          <p:cNvSpPr>
            <a:spLocks/>
          </p:cNvSpPr>
          <p:nvPr/>
        </p:nvSpPr>
        <p:spPr>
          <a:xfrm>
            <a:off x="8235430" y="2660117"/>
            <a:ext cx="575751" cy="495583"/>
          </a:xfrm>
          <a:prstGeom prst="rect">
            <a:avLst/>
          </a:prstGeom>
          <a:noFill/>
          <a:ln w="0">
            <a:noFill/>
          </a:ln>
        </p:spPr>
        <p:txBody>
          <a:bodyPr wrap="square" lIns="0" tIns="0" rIns="0" bIns="0" anchor="t">
            <a:noAutofit/>
          </a:bodyPr>
          <a:lstStyle>
            <a:defPPr algn="l">
              <a:defRPr sz="1262" b="1">
                <a:solidFill>
                  <a:srgbClr val="172956"/>
                </a:solidFill>
                <a:latin typeface="Noto Sans SC"/>
                <a:ea typeface="Noto Sans SC"/>
                <a:cs typeface="Noto Sans SC"/>
              </a:defRPr>
            </a:defPPr>
          </a:lstStyle>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选择</a:t>
            </a:r>
          </a:p>
          <a:p>
            <a:pPr algn="l">
              <a:defRPr sz="1262" b="1">
                <a:solidFill>
                  <a:srgbClr val="172956"/>
                </a:solidFill>
                <a:latin typeface="Noto Sans SC"/>
                <a:ea typeface="Noto Sans SC"/>
                <a:cs typeface="Noto Sans SC"/>
              </a:defRPr>
            </a:pPr>
            <a:r>
              <a:rPr sz="1262" b="1">
                <a:solidFill>
                  <a:srgbClr val="172956"/>
                </a:solidFill>
                <a:latin typeface="Noto Sans SC"/>
                <a:ea typeface="Noto Sans SC"/>
                <a:cs typeface="Noto Sans SC"/>
              </a:rPr>
              <a:t>并执行</a:t>
            </a:r>
          </a:p>
        </p:txBody>
      </p:sp>
      <p:sp>
        <p:nvSpPr>
          <p:cNvPr id="194" name="p21_label_21">
            <a:extLst>
              <a:ext uri="{FF2B5EF4-FFF2-40B4-BE49-F238E27FC236}">
                <a16:creationId xmlns:a16="http://schemas.microsoft.com/office/drawing/2014/main" id="{4051C53E-8311-4BD5-9F63-AE1C61333BBE}"/>
              </a:ext>
            </a:extLst>
          </p:cNvPr>
          <p:cNvSpPr>
            <a:spLocks/>
          </p:cNvSpPr>
          <p:nvPr/>
        </p:nvSpPr>
        <p:spPr>
          <a:xfrm>
            <a:off x="9139141" y="1340990"/>
            <a:ext cx="2747573" cy="313384"/>
          </a:xfrm>
          <a:prstGeom prst="rect">
            <a:avLst/>
          </a:prstGeom>
          <a:noFill/>
          <a:ln w="0">
            <a:noFill/>
          </a:ln>
        </p:spPr>
        <p:txBody>
          <a:bodyPr wrap="square" lIns="0" tIns="0" rIns="0" bIns="0" anchor="t">
            <a:noAutofit/>
          </a:bodyPr>
          <a:lstStyle>
            <a:defPPr algn="l">
              <a:defRPr sz="1779" b="1">
                <a:solidFill>
                  <a:srgbClr val="172956"/>
                </a:solidFill>
                <a:latin typeface="Noto Sans SC"/>
                <a:ea typeface="Noto Sans SC"/>
                <a:cs typeface="Noto Sans SC"/>
              </a:defRPr>
            </a:defPPr>
          </a:lstStyle>
          <a:p>
            <a:pPr algn="l">
              <a:defRPr sz="1779" b="1">
                <a:solidFill>
                  <a:srgbClr val="172956"/>
                </a:solidFill>
                <a:latin typeface="Noto Sans SC"/>
                <a:ea typeface="Noto Sans SC"/>
                <a:cs typeface="Noto Sans SC"/>
              </a:defRPr>
            </a:pPr>
            <a:r>
              <a:rPr sz="1779" b="1">
                <a:solidFill>
                  <a:srgbClr val="172956"/>
                </a:solidFill>
                <a:latin typeface="Noto Sans SC"/>
                <a:ea typeface="Noto Sans SC"/>
                <a:cs typeface="Noto Sans SC"/>
              </a:rPr>
              <a:t>真实执行与可核验证据</a:t>
            </a:r>
          </a:p>
        </p:txBody>
      </p:sp>
      <p:sp>
        <p:nvSpPr>
          <p:cNvPr id="195" name="p21_label_22">
            <a:extLst>
              <a:ext uri="{FF2B5EF4-FFF2-40B4-BE49-F238E27FC236}">
                <a16:creationId xmlns:a16="http://schemas.microsoft.com/office/drawing/2014/main" id="{CA36AC0F-68F6-4443-9048-9C4EB711D56D}"/>
              </a:ext>
            </a:extLst>
          </p:cNvPr>
          <p:cNvSpPr>
            <a:spLocks/>
          </p:cNvSpPr>
          <p:nvPr/>
        </p:nvSpPr>
        <p:spPr>
          <a:xfrm>
            <a:off x="9139141" y="1647086"/>
            <a:ext cx="2747573" cy="233216"/>
          </a:xfrm>
          <a:prstGeom prst="rect">
            <a:avLst/>
          </a:prstGeom>
          <a:noFill/>
          <a:ln w="0">
            <a:noFill/>
          </a:ln>
        </p:spPr>
        <p:txBody>
          <a:bodyPr wrap="square" lIns="0" tIns="0" rIns="0" bIns="0" anchor="t">
            <a:noAutofit/>
          </a:bodyPr>
          <a:lstStyle>
            <a:defPPr algn="l">
              <a:defRPr sz="1262" b="0">
                <a:solidFill>
                  <a:srgbClr val="52617D"/>
                </a:solidFill>
                <a:latin typeface="Noto Sans SC"/>
                <a:ea typeface="Noto Sans SC"/>
                <a:cs typeface="Noto Sans SC"/>
              </a:defRPr>
            </a:defPPr>
          </a:lstStyle>
          <a:p>
            <a:pPr algn="l">
              <a:defRPr sz="1262" b="0">
                <a:solidFill>
                  <a:srgbClr val="52617D"/>
                </a:solidFill>
                <a:latin typeface="Noto Sans SC"/>
                <a:ea typeface="Noto Sans SC"/>
                <a:cs typeface="Noto Sans SC"/>
              </a:defRPr>
            </a:pPr>
            <a:r>
              <a:rPr sz="1262" b="0">
                <a:solidFill>
                  <a:srgbClr val="52617D"/>
                </a:solidFill>
                <a:latin typeface="Noto Sans SC"/>
                <a:ea typeface="Noto Sans SC"/>
                <a:cs typeface="Noto Sans SC"/>
              </a:rPr>
              <a:t>所选模型需完成训练、验证与归档</a:t>
            </a:r>
          </a:p>
        </p:txBody>
      </p:sp>
      <p:sp>
        <p:nvSpPr>
          <p:cNvPr id="196" name="p21_label_23">
            <a:extLst>
              <a:ext uri="{FF2B5EF4-FFF2-40B4-BE49-F238E27FC236}">
                <a16:creationId xmlns:a16="http://schemas.microsoft.com/office/drawing/2014/main" id="{567889B3-91C0-4401-B5D6-A005514F046D}"/>
              </a:ext>
            </a:extLst>
          </p:cNvPr>
          <p:cNvSpPr>
            <a:spLocks/>
          </p:cNvSpPr>
          <p:nvPr/>
        </p:nvSpPr>
        <p:spPr>
          <a:xfrm>
            <a:off x="9583709" y="2004198"/>
            <a:ext cx="619479" cy="218640"/>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真值</a:t>
            </a:r>
          </a:p>
        </p:txBody>
      </p:sp>
      <p:sp>
        <p:nvSpPr>
          <p:cNvPr id="197" name="p21_label_24">
            <a:extLst>
              <a:ext uri="{FF2B5EF4-FFF2-40B4-BE49-F238E27FC236}">
                <a16:creationId xmlns:a16="http://schemas.microsoft.com/office/drawing/2014/main" id="{3003F3F5-CBD0-49EE-B38C-AA05BF95E06F}"/>
              </a:ext>
            </a:extLst>
          </p:cNvPr>
          <p:cNvSpPr>
            <a:spLocks/>
          </p:cNvSpPr>
          <p:nvPr/>
        </p:nvSpPr>
        <p:spPr>
          <a:xfrm>
            <a:off x="10545724" y="2004198"/>
            <a:ext cx="947439" cy="218640"/>
          </a:xfrm>
          <a:prstGeom prst="rect">
            <a:avLst/>
          </a:prstGeom>
          <a:noFill/>
          <a:ln w="0">
            <a:noFill/>
          </a:ln>
        </p:spPr>
        <p:txBody>
          <a:bodyPr wrap="square" lIns="0" tIns="0" rIns="0" bIns="0" anchor="t">
            <a:noAutofit/>
          </a:bodyPr>
          <a:lstStyle>
            <a:defPPr algn="l">
              <a:defRPr sz="1090" b="0">
                <a:solidFill>
                  <a:srgbClr val="172956"/>
                </a:solidFill>
                <a:latin typeface="Noto Sans SC"/>
                <a:ea typeface="Noto Sans SC"/>
                <a:cs typeface="Noto Sans SC"/>
              </a:defRPr>
            </a:defPPr>
          </a:lstStyle>
          <a:p>
            <a:pPr algn="l">
              <a:defRPr sz="1090" b="0">
                <a:solidFill>
                  <a:srgbClr val="172956"/>
                </a:solidFill>
                <a:latin typeface="Noto Sans SC"/>
                <a:ea typeface="Noto Sans SC"/>
                <a:cs typeface="Noto Sans SC"/>
              </a:defRPr>
            </a:pPr>
            <a:r>
              <a:rPr sz="1090" b="0">
                <a:solidFill>
                  <a:srgbClr val="172956"/>
                </a:solidFill>
                <a:latin typeface="Noto Sans SC"/>
                <a:ea typeface="Noto Sans SC"/>
                <a:cs typeface="Noto Sans SC"/>
              </a:rPr>
              <a:t>验证预测</a:t>
            </a:r>
          </a:p>
        </p:txBody>
      </p:sp>
      <p:sp>
        <p:nvSpPr>
          <p:cNvPr id="198" name="p21_label_25">
            <a:extLst>
              <a:ext uri="{FF2B5EF4-FFF2-40B4-BE49-F238E27FC236}">
                <a16:creationId xmlns:a16="http://schemas.microsoft.com/office/drawing/2014/main" id="{53999F19-F5BD-4435-B531-6B5F0A4F3B39}"/>
              </a:ext>
            </a:extLst>
          </p:cNvPr>
          <p:cNvSpPr>
            <a:spLocks/>
          </p:cNvSpPr>
          <p:nvPr/>
        </p:nvSpPr>
        <p:spPr>
          <a:xfrm>
            <a:off x="9765909" y="3410780"/>
            <a:ext cx="1953182" cy="327960"/>
          </a:xfrm>
          <a:prstGeom prst="rect">
            <a:avLst/>
          </a:prstGeom>
          <a:noFill/>
          <a:ln w="0">
            <a:noFill/>
          </a:ln>
        </p:spPr>
        <p:txBody>
          <a:bodyPr wrap="square" lIns="0" tIns="0" rIns="0" bIns="0" anchor="t">
            <a:noAutofit/>
          </a:bodyPr>
          <a:lstStyle>
            <a:defPPr algn="l">
              <a:defRPr sz="1320" b="0">
                <a:solidFill>
                  <a:srgbClr val="172956"/>
                </a:solidFill>
                <a:latin typeface="Noto Sans SC"/>
                <a:ea typeface="Noto Sans SC"/>
                <a:cs typeface="Noto Sans SC"/>
              </a:defRPr>
            </a:defPPr>
          </a:lstStyle>
          <a:p>
            <a:pPr algn="l">
              <a:defRPr sz="1320" b="0">
                <a:solidFill>
                  <a:srgbClr val="172956"/>
                </a:solidFill>
                <a:latin typeface="Noto Sans SC"/>
                <a:ea typeface="Noto Sans SC"/>
                <a:cs typeface="Noto Sans SC"/>
              </a:defRPr>
            </a:pPr>
            <a:r>
              <a:rPr sz="1320" b="0">
                <a:solidFill>
                  <a:srgbClr val="172956"/>
                </a:solidFill>
                <a:latin typeface="Noto Sans SC"/>
                <a:ea typeface="Noto Sans SC"/>
                <a:cs typeface="Noto Sans SC"/>
              </a:rPr>
              <a:t>配置、验证误差、残差</a:t>
            </a:r>
          </a:p>
        </p:txBody>
      </p:sp>
      <p:sp>
        <p:nvSpPr>
          <p:cNvPr id="199" name="p21_label_26">
            <a:extLst>
              <a:ext uri="{FF2B5EF4-FFF2-40B4-BE49-F238E27FC236}">
                <a16:creationId xmlns:a16="http://schemas.microsoft.com/office/drawing/2014/main" id="{A4D165AF-0F3F-4745-B495-6C4DD0184CA2}"/>
              </a:ext>
            </a:extLst>
          </p:cNvPr>
          <p:cNvSpPr>
            <a:spLocks/>
          </p:cNvSpPr>
          <p:nvPr/>
        </p:nvSpPr>
        <p:spPr>
          <a:xfrm>
            <a:off x="9765909" y="3695012"/>
            <a:ext cx="1953182" cy="327960"/>
          </a:xfrm>
          <a:prstGeom prst="rect">
            <a:avLst/>
          </a:prstGeom>
          <a:noFill/>
          <a:ln w="0">
            <a:noFill/>
          </a:ln>
        </p:spPr>
        <p:txBody>
          <a:bodyPr wrap="square" lIns="0" tIns="0" rIns="0" bIns="0" anchor="t">
            <a:noAutofit/>
          </a:bodyPr>
          <a:lstStyle>
            <a:defPPr algn="l">
              <a:defRPr sz="1320" b="0">
                <a:solidFill>
                  <a:srgbClr val="172956"/>
                </a:solidFill>
                <a:latin typeface="Noto Sans SC"/>
                <a:ea typeface="Noto Sans SC"/>
                <a:cs typeface="Noto Sans SC"/>
              </a:defRPr>
            </a:defPPr>
          </a:lstStyle>
          <a:p>
            <a:pPr algn="l">
              <a:defRPr sz="1320" b="0">
                <a:solidFill>
                  <a:srgbClr val="172956"/>
                </a:solidFill>
                <a:latin typeface="Noto Sans SC"/>
                <a:ea typeface="Noto Sans SC"/>
                <a:cs typeface="Noto Sans SC"/>
              </a:defRPr>
            </a:pPr>
            <a:r>
              <a:rPr sz="1320" b="0">
                <a:solidFill>
                  <a:srgbClr val="172956"/>
                </a:solidFill>
                <a:latin typeface="Noto Sans SC"/>
                <a:ea typeface="Noto Sans SC"/>
                <a:cs typeface="Noto Sans SC"/>
              </a:rPr>
              <a:t>训练时间与失败记录</a:t>
            </a:r>
          </a:p>
        </p:txBody>
      </p:sp>
      <p:sp>
        <p:nvSpPr>
          <p:cNvPr id="200" name="p21_label_27">
            <a:extLst>
              <a:ext uri="{FF2B5EF4-FFF2-40B4-BE49-F238E27FC236}">
                <a16:creationId xmlns:a16="http://schemas.microsoft.com/office/drawing/2014/main" id="{B0410C4F-BB39-4FB7-85F5-83FAAE252534}"/>
              </a:ext>
            </a:extLst>
          </p:cNvPr>
          <p:cNvSpPr>
            <a:spLocks/>
          </p:cNvSpPr>
          <p:nvPr/>
        </p:nvSpPr>
        <p:spPr>
          <a:xfrm>
            <a:off x="9284901" y="4336355"/>
            <a:ext cx="2448765" cy="255080"/>
          </a:xfrm>
          <a:prstGeom prst="rect">
            <a:avLst/>
          </a:prstGeom>
          <a:noFill/>
          <a:ln w="0">
            <a:noFill/>
          </a:ln>
        </p:spPr>
        <p:txBody>
          <a:bodyPr wrap="square" lIns="0" tIns="0" rIns="0" bIns="0" anchor="t">
            <a:noAutofit/>
          </a:bodyPr>
          <a:lstStyle>
            <a:defPPr algn="l">
              <a:defRPr sz="1435" b="1">
                <a:solidFill>
                  <a:srgbClr val="9C3E76"/>
                </a:solidFill>
                <a:latin typeface="Noto Sans SC"/>
                <a:ea typeface="Noto Sans SC"/>
                <a:cs typeface="Noto Sans SC"/>
              </a:defRPr>
            </a:defPPr>
          </a:lstStyle>
          <a:p>
            <a:pPr algn="l">
              <a:defRPr sz="1435" b="1">
                <a:solidFill>
                  <a:srgbClr val="9C3E76"/>
                </a:solidFill>
                <a:latin typeface="Noto Sans SC"/>
                <a:ea typeface="Noto Sans SC"/>
                <a:cs typeface="Noto Sans SC"/>
              </a:defRPr>
            </a:pPr>
            <a:r>
              <a:rPr sz="1435" b="1">
                <a:solidFill>
                  <a:srgbClr val="9C3E76"/>
                </a:solidFill>
                <a:latin typeface="Noto Sans SC"/>
                <a:ea typeface="Noto Sans SC"/>
                <a:cs typeface="Noto Sans SC"/>
              </a:rPr>
              <a:t>回答三个可检验的问题</a:t>
            </a:r>
          </a:p>
        </p:txBody>
      </p:sp>
      <p:sp>
        <p:nvSpPr>
          <p:cNvPr id="201" name="p21_label_28">
            <a:extLst>
              <a:ext uri="{FF2B5EF4-FFF2-40B4-BE49-F238E27FC236}">
                <a16:creationId xmlns:a16="http://schemas.microsoft.com/office/drawing/2014/main" id="{89BE4F90-94BB-4153-A36E-821C8BE72EF5}"/>
              </a:ext>
            </a:extLst>
          </p:cNvPr>
          <p:cNvSpPr>
            <a:spLocks/>
          </p:cNvSpPr>
          <p:nvPr/>
        </p:nvSpPr>
        <p:spPr>
          <a:xfrm>
            <a:off x="9277613" y="4715330"/>
            <a:ext cx="2463341" cy="225928"/>
          </a:xfrm>
          <a:prstGeom prst="rect">
            <a:avLst/>
          </a:prstGeom>
          <a:noFill/>
          <a:ln w="0">
            <a:noFill/>
          </a:ln>
        </p:spPr>
        <p:txBody>
          <a:bodyPr wrap="square" lIns="0" tIns="0" rIns="0" bIns="0" anchor="t">
            <a:noAutofit/>
          </a:bodyPr>
          <a:lstStyle>
            <a:defPPr algn="l">
              <a:defRPr sz="1216" b="1">
                <a:solidFill>
                  <a:srgbClr val="172956"/>
                </a:solidFill>
                <a:latin typeface="Noto Sans SC"/>
                <a:ea typeface="Noto Sans SC"/>
                <a:cs typeface="Noto Sans SC"/>
              </a:defRPr>
            </a:defPPr>
          </a:lstStyle>
          <a:p>
            <a:pPr algn="l">
              <a:defRPr sz="1216" b="1">
                <a:solidFill>
                  <a:srgbClr val="172956"/>
                </a:solidFill>
                <a:latin typeface="Noto Sans SC"/>
                <a:ea typeface="Noto Sans SC"/>
                <a:cs typeface="Noto Sans SC"/>
              </a:defRPr>
            </a:pPr>
            <a:r>
              <a:rPr sz="1216" b="1">
                <a:solidFill>
                  <a:srgbClr val="172956"/>
                </a:solidFill>
                <a:latin typeface="Noto Sans SC"/>
                <a:ea typeface="Noto Sans SC"/>
                <a:cs typeface="Noto Sans SC"/>
              </a:rPr>
              <a:t>信息有用？决策更优？成本更低？</a:t>
            </a:r>
          </a:p>
        </p:txBody>
      </p:sp>
      <p:sp>
        <p:nvSpPr>
          <p:cNvPr id="202" name="p21_label_29">
            <a:extLst>
              <a:ext uri="{FF2B5EF4-FFF2-40B4-BE49-F238E27FC236}">
                <a16:creationId xmlns:a16="http://schemas.microsoft.com/office/drawing/2014/main" id="{1033F34E-080C-4C4E-9230-D0BE548CE20A}"/>
              </a:ext>
            </a:extLst>
          </p:cNvPr>
          <p:cNvSpPr>
            <a:spLocks/>
          </p:cNvSpPr>
          <p:nvPr/>
        </p:nvSpPr>
        <p:spPr>
          <a:xfrm>
            <a:off x="7564935" y="5626329"/>
            <a:ext cx="2485205" cy="225928"/>
          </a:xfrm>
          <a:prstGeom prst="rect">
            <a:avLst/>
          </a:prstGeom>
          <a:noFill/>
          <a:ln w="0">
            <a:noFill/>
          </a:ln>
        </p:spPr>
        <p:txBody>
          <a:bodyPr wrap="square" lIns="0" tIns="0" rIns="0" bIns="0" anchor="t">
            <a:noAutofit/>
          </a:bodyPr>
          <a:lstStyle>
            <a:defPPr algn="l">
              <a:defRPr sz="1320" b="0">
                <a:solidFill>
                  <a:srgbClr val="9C3E76"/>
                </a:solidFill>
                <a:latin typeface="Noto Sans SC"/>
                <a:ea typeface="Noto Sans SC"/>
                <a:cs typeface="Noto Sans SC"/>
              </a:defRPr>
            </a:defPPr>
          </a:lstStyle>
          <a:p>
            <a:pPr algn="l">
              <a:defRPr sz="1320" b="0">
                <a:solidFill>
                  <a:srgbClr val="9C3E76"/>
                </a:solidFill>
                <a:latin typeface="Noto Sans SC"/>
                <a:ea typeface="Noto Sans SC"/>
                <a:cs typeface="Noto Sans SC"/>
              </a:defRPr>
            </a:pPr>
            <a:r>
              <a:rPr sz="1320" b="0">
                <a:solidFill>
                  <a:srgbClr val="9C3E76"/>
                </a:solidFill>
                <a:latin typeface="Noto Sans SC"/>
                <a:ea typeface="Noto Sans SC"/>
                <a:cs typeface="Noto Sans SC"/>
              </a:rPr>
              <a:t>真实反馈进入下一轮决策</a:t>
            </a:r>
          </a:p>
        </p:txBody>
      </p:sp>
      <p:sp>
        <p:nvSpPr>
          <p:cNvPr id="203" name="p21_label_30">
            <a:extLst>
              <a:ext uri="{FF2B5EF4-FFF2-40B4-BE49-F238E27FC236}">
                <a16:creationId xmlns:a16="http://schemas.microsoft.com/office/drawing/2014/main" id="{E8C56D03-2ACE-4797-8ED0-C9C7A514F7DC}"/>
              </a:ext>
            </a:extLst>
          </p:cNvPr>
          <p:cNvSpPr>
            <a:spLocks/>
          </p:cNvSpPr>
          <p:nvPr/>
        </p:nvSpPr>
        <p:spPr>
          <a:xfrm>
            <a:off x="320672" y="5954289"/>
            <a:ext cx="3541964" cy="247792"/>
          </a:xfrm>
          <a:prstGeom prst="rect">
            <a:avLst/>
          </a:prstGeom>
          <a:noFill/>
          <a:ln w="0">
            <a:noFill/>
          </a:ln>
        </p:spPr>
        <p:txBody>
          <a:bodyPr wrap="square" lIns="0" tIns="0" rIns="0" bIns="0" anchor="t">
            <a:noAutofit/>
          </a:bodyPr>
          <a:lstStyle>
            <a:defPPr algn="l">
              <a:defRPr sz="1492" b="1">
                <a:solidFill>
                  <a:srgbClr val="172956"/>
                </a:solidFill>
                <a:latin typeface="Noto Sans SC"/>
                <a:ea typeface="Noto Sans SC"/>
                <a:cs typeface="Noto Sans SC"/>
              </a:defRPr>
            </a:defPPr>
          </a:lstStyle>
          <a:p>
            <a:pPr algn="l">
              <a:defRPr sz="1492" b="1">
                <a:solidFill>
                  <a:srgbClr val="172956"/>
                </a:solidFill>
                <a:latin typeface="Noto Sans SC"/>
                <a:ea typeface="Noto Sans SC"/>
                <a:cs typeface="Noto Sans SC"/>
              </a:defRPr>
            </a:pPr>
            <a:r>
              <a:rPr sz="1492" b="1">
                <a:solidFill>
                  <a:srgbClr val="172956"/>
                </a:solidFill>
                <a:latin typeface="Noto Sans SC"/>
                <a:ea typeface="Noto Sans SC"/>
                <a:cs typeface="Noto Sans SC"/>
              </a:rPr>
              <a:t>方法意义</a:t>
            </a:r>
          </a:p>
        </p:txBody>
      </p:sp>
      <p:sp>
        <p:nvSpPr>
          <p:cNvPr id="204" name="p21_label_31">
            <a:extLst>
              <a:ext uri="{FF2B5EF4-FFF2-40B4-BE49-F238E27FC236}">
                <a16:creationId xmlns:a16="http://schemas.microsoft.com/office/drawing/2014/main" id="{66618599-DD41-46F3-B4E6-81DD24F1BDA6}"/>
              </a:ext>
            </a:extLst>
          </p:cNvPr>
          <p:cNvSpPr>
            <a:spLocks/>
          </p:cNvSpPr>
          <p:nvPr/>
        </p:nvSpPr>
        <p:spPr>
          <a:xfrm>
            <a:off x="320672" y="6274961"/>
            <a:ext cx="3541964" cy="233216"/>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建立残差增量信息的直接证据</a:t>
            </a:r>
          </a:p>
        </p:txBody>
      </p:sp>
      <p:sp>
        <p:nvSpPr>
          <p:cNvPr id="205" name="p21_label_32">
            <a:extLst>
              <a:ext uri="{FF2B5EF4-FFF2-40B4-BE49-F238E27FC236}">
                <a16:creationId xmlns:a16="http://schemas.microsoft.com/office/drawing/2014/main" id="{DCBD7ABE-83DD-47ED-9111-88BFE507428C}"/>
              </a:ext>
            </a:extLst>
          </p:cNvPr>
          <p:cNvSpPr>
            <a:spLocks/>
          </p:cNvSpPr>
          <p:nvPr/>
        </p:nvSpPr>
        <p:spPr>
          <a:xfrm>
            <a:off x="4307203" y="5954289"/>
            <a:ext cx="3541964" cy="247792"/>
          </a:xfrm>
          <a:prstGeom prst="rect">
            <a:avLst/>
          </a:prstGeom>
          <a:noFill/>
          <a:ln w="0">
            <a:noFill/>
          </a:ln>
        </p:spPr>
        <p:txBody>
          <a:bodyPr wrap="square" lIns="0" tIns="0" rIns="0" bIns="0" anchor="t">
            <a:noAutofit/>
          </a:bodyPr>
          <a:lstStyle>
            <a:defPPr algn="l">
              <a:defRPr sz="1492" b="1">
                <a:solidFill>
                  <a:srgbClr val="172956"/>
                </a:solidFill>
                <a:latin typeface="Noto Sans SC"/>
                <a:ea typeface="Noto Sans SC"/>
                <a:cs typeface="Noto Sans SC"/>
              </a:defRPr>
            </a:defPPr>
          </a:lstStyle>
          <a:p>
            <a:pPr algn="l">
              <a:defRPr sz="1492" b="1">
                <a:solidFill>
                  <a:srgbClr val="172956"/>
                </a:solidFill>
                <a:latin typeface="Noto Sans SC"/>
                <a:ea typeface="Noto Sans SC"/>
                <a:cs typeface="Noto Sans SC"/>
              </a:defRPr>
            </a:pPr>
            <a:r>
              <a:rPr sz="1492" b="1">
                <a:solidFill>
                  <a:srgbClr val="172956"/>
                </a:solidFill>
                <a:latin typeface="Noto Sans SC"/>
                <a:ea typeface="Noto Sans SC"/>
                <a:cs typeface="Noto Sans SC"/>
              </a:rPr>
              <a:t>应用意义</a:t>
            </a:r>
          </a:p>
        </p:txBody>
      </p:sp>
      <p:sp>
        <p:nvSpPr>
          <p:cNvPr id="206" name="p21_label_33">
            <a:extLst>
              <a:ext uri="{FF2B5EF4-FFF2-40B4-BE49-F238E27FC236}">
                <a16:creationId xmlns:a16="http://schemas.microsoft.com/office/drawing/2014/main" id="{991BABB9-B807-4E76-B9FB-2DEBDF52A682}"/>
              </a:ext>
            </a:extLst>
          </p:cNvPr>
          <p:cNvSpPr>
            <a:spLocks/>
          </p:cNvSpPr>
          <p:nvPr/>
        </p:nvSpPr>
        <p:spPr>
          <a:xfrm>
            <a:off x="4307203" y="6274961"/>
            <a:ext cx="3541964" cy="233216"/>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检验有限预算下的搜索收益</a:t>
            </a:r>
          </a:p>
        </p:txBody>
      </p:sp>
      <p:sp>
        <p:nvSpPr>
          <p:cNvPr id="207" name="p21_label_34">
            <a:extLst>
              <a:ext uri="{FF2B5EF4-FFF2-40B4-BE49-F238E27FC236}">
                <a16:creationId xmlns:a16="http://schemas.microsoft.com/office/drawing/2014/main" id="{7FDC3E80-6476-4CC3-855D-73A12751F489}"/>
              </a:ext>
            </a:extLst>
          </p:cNvPr>
          <p:cNvSpPr>
            <a:spLocks/>
          </p:cNvSpPr>
          <p:nvPr/>
        </p:nvSpPr>
        <p:spPr>
          <a:xfrm>
            <a:off x="8293734" y="5954289"/>
            <a:ext cx="3541964" cy="247792"/>
          </a:xfrm>
          <a:prstGeom prst="rect">
            <a:avLst/>
          </a:prstGeom>
          <a:noFill/>
          <a:ln w="0">
            <a:noFill/>
          </a:ln>
        </p:spPr>
        <p:txBody>
          <a:bodyPr wrap="square" lIns="0" tIns="0" rIns="0" bIns="0" anchor="t">
            <a:noAutofit/>
          </a:bodyPr>
          <a:lstStyle>
            <a:defPPr algn="l">
              <a:defRPr sz="1492" b="1">
                <a:solidFill>
                  <a:srgbClr val="172956"/>
                </a:solidFill>
                <a:latin typeface="Noto Sans SC"/>
                <a:ea typeface="Noto Sans SC"/>
                <a:cs typeface="Noto Sans SC"/>
              </a:defRPr>
            </a:defPPr>
          </a:lstStyle>
          <a:p>
            <a:pPr algn="l">
              <a:defRPr sz="1492" b="1">
                <a:solidFill>
                  <a:srgbClr val="172956"/>
                </a:solidFill>
                <a:latin typeface="Noto Sans SC"/>
                <a:ea typeface="Noto Sans SC"/>
                <a:cs typeface="Noto Sans SC"/>
              </a:defRPr>
            </a:pPr>
            <a:r>
              <a:rPr sz="1492" b="1">
                <a:solidFill>
                  <a:srgbClr val="172956"/>
                </a:solidFill>
                <a:latin typeface="Noto Sans SC"/>
                <a:ea typeface="Noto Sans SC"/>
                <a:cs typeface="Noto Sans SC"/>
              </a:rPr>
              <a:t>系统意义</a:t>
            </a:r>
          </a:p>
        </p:txBody>
      </p:sp>
      <p:sp>
        <p:nvSpPr>
          <p:cNvPr id="208" name="p21_label_35">
            <a:extLst>
              <a:ext uri="{FF2B5EF4-FFF2-40B4-BE49-F238E27FC236}">
                <a16:creationId xmlns:a16="http://schemas.microsoft.com/office/drawing/2014/main" id="{13C425D3-7BA0-4404-A1B3-AA33D0E3EC1F}"/>
              </a:ext>
            </a:extLst>
          </p:cNvPr>
          <p:cNvSpPr>
            <a:spLocks/>
          </p:cNvSpPr>
          <p:nvPr/>
        </p:nvSpPr>
        <p:spPr>
          <a:xfrm>
            <a:off x="8293734" y="6274961"/>
            <a:ext cx="3541964" cy="233216"/>
          </a:xfrm>
          <a:prstGeom prst="rect">
            <a:avLst/>
          </a:prstGeom>
          <a:noFill/>
          <a:ln w="0">
            <a:noFill/>
          </a:ln>
        </p:spPr>
        <p:txBody>
          <a:bodyPr wrap="square" lIns="0" tIns="0" rIns="0" bIns="0" anchor="t">
            <a:noAutofit/>
          </a:bodyPr>
          <a:lstStyle>
            <a:defPPr algn="l">
              <a:defRPr sz="1377" b="0">
                <a:solidFill>
                  <a:srgbClr val="172956"/>
                </a:solidFill>
                <a:latin typeface="Noto Sans SC"/>
                <a:ea typeface="Noto Sans SC"/>
                <a:cs typeface="Noto Sans SC"/>
              </a:defRPr>
            </a:defPPr>
          </a:lstStyle>
          <a:p>
            <a:pPr algn="l">
              <a:defRPr sz="1377" b="0">
                <a:solidFill>
                  <a:srgbClr val="172956"/>
                </a:solidFill>
                <a:latin typeface="Noto Sans SC"/>
                <a:ea typeface="Noto Sans SC"/>
                <a:cs typeface="Noto Sans SC"/>
              </a:defRPr>
            </a:pPr>
            <a:r>
              <a:rPr sz="1377" b="0">
                <a:solidFill>
                  <a:srgbClr val="172956"/>
                </a:solidFill>
                <a:latin typeface="Noto Sans SC"/>
                <a:ea typeface="Noto Sans SC"/>
                <a:cs typeface="Noto Sans SC"/>
              </a:rPr>
              <a:t>组织可追溯、可重复的工具流程</a:t>
            </a:r>
          </a:p>
        </p:txBody>
      </p:sp>
      <p:sp>
        <p:nvSpPr>
          <p:cNvPr id="209" name="p21_label_36">
            <a:extLst>
              <a:ext uri="{FF2B5EF4-FFF2-40B4-BE49-F238E27FC236}">
                <a16:creationId xmlns:a16="http://schemas.microsoft.com/office/drawing/2014/main" id="{E72CD25C-6822-4F43-80DE-EA6E1BBAF349}"/>
              </a:ext>
            </a:extLst>
          </p:cNvPr>
          <p:cNvSpPr>
            <a:spLocks/>
          </p:cNvSpPr>
          <p:nvPr/>
        </p:nvSpPr>
        <p:spPr>
          <a:xfrm>
            <a:off x="204064" y="6675800"/>
            <a:ext cx="11777394" cy="182200"/>
          </a:xfrm>
          <a:prstGeom prst="rect">
            <a:avLst/>
          </a:prstGeom>
          <a:noFill/>
          <a:ln w="0">
            <a:noFill/>
          </a:ln>
        </p:spPr>
        <p:txBody>
          <a:bodyPr wrap="square" lIns="0" tIns="0" rIns="0" bIns="0" anchor="t">
            <a:noAutofit/>
          </a:bodyPr>
          <a:lstStyle>
            <a:defPPr algn="l">
              <a:defRPr sz="1205" b="1">
                <a:solidFill>
                  <a:srgbClr val="9C3E76"/>
                </a:solidFill>
                <a:latin typeface="Noto Sans SC"/>
                <a:ea typeface="Noto Sans SC"/>
                <a:cs typeface="Noto Sans SC"/>
              </a:defRPr>
            </a:defPPr>
          </a:lstStyle>
          <a:p>
            <a:pPr algn="l">
              <a:defRPr sz="1205" b="1">
                <a:solidFill>
                  <a:srgbClr val="9C3E76"/>
                </a:solidFill>
                <a:latin typeface="Noto Sans SC"/>
                <a:ea typeface="Noto Sans SC"/>
                <a:cs typeface="Noto Sans SC"/>
              </a:defRPr>
            </a:pPr>
            <a:r>
              <a:rPr sz="1205" b="1">
                <a:solidFill>
                  <a:srgbClr val="9C3E76"/>
                </a:solidFill>
                <a:latin typeface="Noto Sans SC"/>
                <a:ea typeface="Noto Sans SC"/>
                <a:cs typeface="Noto Sans SC"/>
              </a:rPr>
              <a:t>优先完成：跨任务实验档案 → B / C 消融 → 相同预算搜索对照 → 智能体集成</a:t>
            </a:r>
          </a:p>
        </p:txBody>
      </p:sp>
    </p:spTree>
    <p:extLst>
      <p:ext uri="{BB962C8B-B14F-4D97-AF65-F5344CB8AC3E}">
        <p14:creationId xmlns:p14="http://schemas.microsoft.com/office/powerpoint/2010/main" val="96949379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126</TotalTime>
  <Words>2109</Words>
  <Application>Microsoft Office PowerPoint</Application>
  <DocSecurity>0</DocSecurity>
  <PresentationFormat>宽屏</PresentationFormat>
  <Paragraphs>658</Paragraphs>
  <Slides>13</Slides>
  <Notes>12</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13</vt:i4>
      </vt:variant>
    </vt:vector>
  </HeadingPairs>
  <TitlesOfParts>
    <vt:vector size="18" baseType="lpstr">
      <vt:lpstr>Noto Sans SC</vt:lpstr>
      <vt:lpstr>Source Han Serif SC Heavy</vt:lpstr>
      <vt:lpstr>Aptos</vt:lpstr>
      <vt:lpstr>Arial</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ASUS</cp:lastModifiedBy>
  <cp:revision>5</cp:revision>
  <dcterms:created xsi:type="dcterms:W3CDTF">2026-10-15T05:48:55Z</dcterms:created>
  <dcterms:modified xsi:type="dcterms:W3CDTF">2026-10-17T01:58:45Z</dcterms:modified>
</cp:coreProperties>
</file>