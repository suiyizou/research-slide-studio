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5925800" cy="896302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816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单页对象级矢量精修样张。视觉参考：assets/reference.png，来自上一轮内置 imagegen 的 Agent 工作流构图。保留英文、原始画幅和局部科研图细节。SVG与PPT共享对象几何图源；PPT为原生文字、形状和贝塞尔路径。图中的时序曲线、置信带、残差矩阵、预算条为教学示意，不代表真实实验结果。参考中的任务标记与Diagnose均为1，这里将任务标记改为T，保留四阶段1–4。允许差异：位图纸张纹理不重建；字体采用字宽测量匹配的Times New Roman；以实际渲染评估复刻差异。动画初始显示标题、用户任务与工具库，之后依次显示Diagnose、Plan、Execute、Run artifacts、Evaluate、Experience memory、反馈与返回分支。自定义路径不会自动吸附随节点移动；整体移动对应分组，改单个节点时调整路径。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03F9EAF-E406-47DB-BE47-7A442B03F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2580" y="3386032"/>
            <a:ext cx="12740640" cy="129465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970BD705-4236-45F0-8B43-2126A91DDD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8870" y="4929664"/>
            <a:ext cx="11148060" cy="99589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6B986502-4AFA-4930-AC47-433D5E917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2580" y="3734594"/>
            <a:ext cx="12740640" cy="149383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E3CF52A-FC6C-433A-B24D-DB91CDCCC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6" y="697124"/>
            <a:ext cx="14134147" cy="1095481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C84BC308-1436-4456-95FC-7219EB7BA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5826" y="2489729"/>
            <a:ext cx="14134147" cy="557699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1pPr>
            <a:lvl2pPr marL="69675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2pPr>
            <a:lvl3pPr marL="109489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3pPr>
            <a:lvl4pPr marL="149304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4pPr>
            <a:lvl5pPr marL="189118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5pPr>
            <a:lvl6pPr marL="228933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6pPr>
            <a:lvl7pPr marL="268747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7pPr>
            <a:lvl8pPr marL="308562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8pPr>
            <a:lvl9pPr marL="348376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84ACBD25-A4C7-403C-BE3A-139BA52E4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6" y="697124"/>
            <a:ext cx="14134147" cy="1095481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76D55FB-FE4E-4658-BDD2-1D8C6013EA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5826" y="2489729"/>
            <a:ext cx="6569392" cy="557699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1pPr>
            <a:lvl2pPr marL="69675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2pPr>
            <a:lvl3pPr marL="109489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3pPr>
            <a:lvl4pPr marL="149304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4pPr>
            <a:lvl5pPr marL="189118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5pPr>
            <a:lvl6pPr marL="228933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6pPr>
            <a:lvl7pPr marL="268747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7pPr>
            <a:lvl8pPr marL="308562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8pPr>
            <a:lvl9pPr marL="348376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3720B889-3490-43D0-8779-6CB29C42AC5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460581" y="2489729"/>
            <a:ext cx="6569392" cy="557699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1pPr>
            <a:lvl2pPr marL="69675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2pPr>
            <a:lvl3pPr marL="109489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3pPr>
            <a:lvl4pPr marL="149304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4pPr>
            <a:lvl5pPr marL="189118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5pPr>
            <a:lvl6pPr marL="228933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6pPr>
            <a:lvl7pPr marL="268747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7pPr>
            <a:lvl8pPr marL="308562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8pPr>
            <a:lvl9pPr marL="348376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0E74BEE-108D-4652-9ADF-C75D9B9BC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6" y="697124"/>
            <a:ext cx="14134147" cy="1095481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AE196CB-0B54-4B9D-8033-02B5C7E52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5826" y="2489729"/>
            <a:ext cx="6569392" cy="557699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1pPr>
            <a:lvl2pPr marL="69675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2pPr>
            <a:lvl3pPr marL="109489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3pPr>
            <a:lvl4pPr marL="149304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4pPr>
            <a:lvl5pPr marL="189118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5pPr>
            <a:lvl6pPr marL="228933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6pPr>
            <a:lvl7pPr marL="268747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7pPr>
            <a:lvl8pPr marL="308562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8pPr>
            <a:lvl9pPr marL="348376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3" name="heading">
            <a:extLst>
              <a:ext uri="{FF2B5EF4-FFF2-40B4-BE49-F238E27FC236}">
                <a16:creationId xmlns:a16="http://schemas.microsoft.com/office/drawing/2014/main" id="{D040F298-C781-5F99-536B-81434816A56D}"/>
              </a:ext>
            </a:extLst>
          </p:cNvPr>
          <p:cNvGrpSpPr/>
          <p:nvPr/>
        </p:nvGrpSpPr>
        <p:grpSpPr>
          <a:xfrm>
            <a:off x="238125" y="39434"/>
            <a:ext cx="15449550" cy="843534"/>
            <a:chOff x="238125" y="39434"/>
            <a:chExt cx="15449550" cy="843534"/>
          </a:xfrm>
        </p:grpSpPr>
        <p:sp>
          <p:nvSpPr>
            <p:cNvPr id="342" name="slide_title">
              <a:extLst>
                <a:ext uri="{FF2B5EF4-FFF2-40B4-BE49-F238E27FC236}">
                  <a16:creationId xmlns:a16="http://schemas.microsoft.com/office/drawing/2014/main" id="{23DB9A8D-653E-4E47-86FD-644E16A8FFA3}"/>
                </a:ext>
              </a:extLst>
            </p:cNvPr>
            <p:cNvSpPr>
              <a:spLocks/>
            </p:cNvSpPr>
            <p:nvPr/>
          </p:nvSpPr>
          <p:spPr>
            <a:xfrm>
              <a:off x="333375" y="39434"/>
              <a:ext cx="15259050" cy="59588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3450" b="1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3450" b="1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3450" b="1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A Forecasting Agent Works Through Evidence</a:t>
              </a:r>
            </a:p>
          </p:txBody>
        </p:sp>
        <p:sp>
          <p:nvSpPr>
            <p:cNvPr id="2" name="subtitle">
              <a:extLst>
                <a:ext uri="{FF2B5EF4-FFF2-40B4-BE49-F238E27FC236}">
                  <a16:creationId xmlns:a16="http://schemas.microsoft.com/office/drawing/2014/main" id="{CCCA5020-373F-4A1B-A081-143F519CAD09}"/>
                </a:ext>
              </a:extLst>
            </p:cNvPr>
            <p:cNvSpPr>
              <a:spLocks/>
            </p:cNvSpPr>
            <p:nvPr/>
          </p:nvSpPr>
          <p:spPr>
            <a:xfrm>
              <a:off x="238125" y="546164"/>
              <a:ext cx="15449550" cy="33680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950" b="0">
                  <a:solidFill>
                    <a:srgbClr val="535E8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1950" b="0">
                  <a:solidFill>
                    <a:srgbClr val="535E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950" b="0">
                  <a:solidFill>
                    <a:srgbClr val="535E8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The LLM chooses actions while external tools execute numeric work and return verifiable artifacts.</a:t>
              </a:r>
            </a:p>
          </p:txBody>
        </p:sp>
      </p:grpSp>
      <p:grpSp>
        <p:nvGrpSpPr>
          <p:cNvPr id="344" name="user_task">
            <a:extLst>
              <a:ext uri="{FF2B5EF4-FFF2-40B4-BE49-F238E27FC236}">
                <a16:creationId xmlns:a16="http://schemas.microsoft.com/office/drawing/2014/main" id="{F81E69AD-9ACA-890B-B12A-63C5D2C95082}"/>
              </a:ext>
            </a:extLst>
          </p:cNvPr>
          <p:cNvGrpSpPr/>
          <p:nvPr/>
        </p:nvGrpSpPr>
        <p:grpSpPr>
          <a:xfrm>
            <a:off x="247650" y="990600"/>
            <a:ext cx="4676775" cy="2266950"/>
            <a:chOff x="247650" y="990600"/>
            <a:chExt cx="4676775" cy="2266950"/>
          </a:xfrm>
        </p:grpSpPr>
        <p:sp>
          <p:nvSpPr>
            <p:cNvPr id="3" name="user_task_frame">
              <a:extLst>
                <a:ext uri="{FF2B5EF4-FFF2-40B4-BE49-F238E27FC236}">
                  <a16:creationId xmlns:a16="http://schemas.microsoft.com/office/drawing/2014/main" id="{19CB8CBD-E10E-4541-8E5B-54B12E4081BA}"/>
                </a:ext>
              </a:extLst>
            </p:cNvPr>
            <p:cNvSpPr>
              <a:spLocks/>
            </p:cNvSpPr>
            <p:nvPr/>
          </p:nvSpPr>
          <p:spPr>
            <a:xfrm>
              <a:off x="247650" y="990600"/>
              <a:ext cx="4676775" cy="2266950"/>
            </a:xfrm>
            <a:prstGeom prst="roundRect">
              <a:avLst>
                <a:gd name="adj" fmla="val 5882"/>
              </a:avLst>
            </a:prstGeom>
            <a:gradFill>
              <a:gsLst>
                <a:gs pos="0">
                  <a:srgbClr val="FCFDFE"/>
                </a:gs>
                <a:gs pos="100000">
                  <a:srgbClr val="F4F7FC"/>
                </a:gs>
              </a:gsLst>
              <a:lin ang="5400000"/>
            </a:gradFill>
            <a:ln w="14764">
              <a:solidFill>
                <a:srgbClr val="778BC1"/>
              </a:solidFill>
              <a:prstDash val="solid"/>
            </a:ln>
          </p:spPr>
        </p:sp>
        <p:sp>
          <p:nvSpPr>
            <p:cNvPr id="4" name="user_task_header">
              <a:extLst>
                <a:ext uri="{FF2B5EF4-FFF2-40B4-BE49-F238E27FC236}">
                  <a16:creationId xmlns:a16="http://schemas.microsoft.com/office/drawing/2014/main" id="{9C7C059F-1143-4263-A99B-82E96C1749BE}"/>
                </a:ext>
              </a:extLst>
            </p:cNvPr>
            <p:cNvSpPr>
              <a:spLocks/>
            </p:cNvSpPr>
            <p:nvPr/>
          </p:nvSpPr>
          <p:spPr>
            <a:xfrm>
              <a:off x="257175" y="1000125"/>
              <a:ext cx="4657725" cy="447675"/>
            </a:xfrm>
            <a:custGeom>
              <a:avLst/>
              <a:gdLst/>
              <a:ahLst/>
              <a:cxnLst/>
              <a:rect l="0" t="0" r="0" b="0"/>
              <a:pathLst>
                <a:path w="4657725" h="447675">
                  <a:moveTo>
                    <a:pt x="123825" y="0"/>
                  </a:moveTo>
                  <a:lnTo>
                    <a:pt x="4533900" y="0"/>
                  </a:lnTo>
                  <a:cubicBezTo>
                    <a:pt x="4629150" y="0"/>
                    <a:pt x="4657725" y="38100"/>
                    <a:pt x="4657725" y="123825"/>
                  </a:cubicBezTo>
                  <a:lnTo>
                    <a:pt x="4657725" y="447675"/>
                  </a:lnTo>
                  <a:lnTo>
                    <a:pt x="0" y="447675"/>
                  </a:lnTo>
                  <a:lnTo>
                    <a:pt x="0" y="123825"/>
                  </a:lnTo>
                  <a:cubicBezTo>
                    <a:pt x="0" y="38100"/>
                    <a:pt x="38100" y="0"/>
                    <a:pt x="123825" y="0"/>
                  </a:cubicBezTo>
                  <a:close/>
                </a:path>
              </a:pathLst>
            </a:custGeom>
            <a:gradFill>
              <a:gsLst>
                <a:gs pos="0">
                  <a:srgbClr val="E6EDF9"/>
                </a:gs>
                <a:gs pos="100000">
                  <a:srgbClr val="DDE7F8"/>
                </a:gs>
              </a:gsLst>
              <a:lin ang="5400000"/>
            </a:gradFill>
            <a:ln w="0">
              <a:noFill/>
              <a:prstDash val="solid"/>
            </a:ln>
          </p:spPr>
        </p:sp>
        <p:sp>
          <p:nvSpPr>
            <p:cNvPr id="5" name="user_task_heading">
              <a:extLst>
                <a:ext uri="{FF2B5EF4-FFF2-40B4-BE49-F238E27FC236}">
                  <a16:creationId xmlns:a16="http://schemas.microsoft.com/office/drawing/2014/main" id="{E507D51E-E22B-4DC0-B531-00862B0BDC61}"/>
                </a:ext>
              </a:extLst>
            </p:cNvPr>
            <p:cNvSpPr>
              <a:spLocks/>
            </p:cNvSpPr>
            <p:nvPr/>
          </p:nvSpPr>
          <p:spPr>
            <a:xfrm>
              <a:off x="428625" y="1037082"/>
              <a:ext cx="4333875" cy="41452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2400" b="1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defRPr sz="2400" b="1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400" b="1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User task</a:t>
              </a:r>
            </a:p>
          </p:txBody>
        </p:sp>
        <p:sp>
          <p:nvSpPr>
            <p:cNvPr id="6" name="task_uncertainty">
              <a:extLst>
                <a:ext uri="{FF2B5EF4-FFF2-40B4-BE49-F238E27FC236}">
                  <a16:creationId xmlns:a16="http://schemas.microsoft.com/office/drawing/2014/main" id="{435A9871-BD40-4AEA-9905-5B1B188A8D5C}"/>
                </a:ext>
              </a:extLst>
            </p:cNvPr>
            <p:cNvSpPr>
              <a:spLocks/>
            </p:cNvSpPr>
            <p:nvPr/>
          </p:nvSpPr>
          <p:spPr>
            <a:xfrm>
              <a:off x="1619250" y="1600200"/>
              <a:ext cx="990600" cy="847725"/>
            </a:xfrm>
            <a:custGeom>
              <a:avLst/>
              <a:gdLst/>
              <a:ahLst/>
              <a:cxnLst/>
              <a:rect l="0" t="0" r="0" b="0"/>
              <a:pathLst>
                <a:path w="990600" h="847725">
                  <a:moveTo>
                    <a:pt x="0" y="571500"/>
                  </a:moveTo>
                  <a:lnTo>
                    <a:pt x="85725" y="457200"/>
                  </a:lnTo>
                  <a:lnTo>
                    <a:pt x="200025" y="409575"/>
                  </a:lnTo>
                  <a:lnTo>
                    <a:pt x="352425" y="342900"/>
                  </a:lnTo>
                  <a:lnTo>
                    <a:pt x="476250" y="276225"/>
                  </a:lnTo>
                  <a:lnTo>
                    <a:pt x="619125" y="142875"/>
                  </a:lnTo>
                  <a:lnTo>
                    <a:pt x="752475" y="161925"/>
                  </a:lnTo>
                  <a:lnTo>
                    <a:pt x="876300" y="66675"/>
                  </a:lnTo>
                  <a:lnTo>
                    <a:pt x="990600" y="0"/>
                  </a:lnTo>
                  <a:lnTo>
                    <a:pt x="990600" y="847725"/>
                  </a:lnTo>
                  <a:lnTo>
                    <a:pt x="828675" y="781050"/>
                  </a:lnTo>
                  <a:lnTo>
                    <a:pt x="704850" y="762000"/>
                  </a:lnTo>
                  <a:lnTo>
                    <a:pt x="571500" y="714375"/>
                  </a:lnTo>
                  <a:lnTo>
                    <a:pt x="428625" y="704850"/>
                  </a:lnTo>
                  <a:lnTo>
                    <a:pt x="276225" y="676275"/>
                  </a:lnTo>
                  <a:lnTo>
                    <a:pt x="123825" y="628650"/>
                  </a:lnTo>
                  <a:close/>
                </a:path>
              </a:pathLst>
            </a:custGeom>
            <a:solidFill>
              <a:srgbClr val="E3ECFC"/>
            </a:solidFill>
            <a:ln w="0">
              <a:noFill/>
              <a:prstDash val="solid"/>
            </a:ln>
          </p:spPr>
        </p:sp>
        <p:sp>
          <p:nvSpPr>
            <p:cNvPr id="7" name="task_y_axis">
              <a:extLst>
                <a:ext uri="{FF2B5EF4-FFF2-40B4-BE49-F238E27FC236}">
                  <a16:creationId xmlns:a16="http://schemas.microsoft.com/office/drawing/2014/main" id="{AFA14317-DCA8-400E-8005-CCF1F4CE2AC0}"/>
                </a:ext>
              </a:extLst>
            </p:cNvPr>
            <p:cNvSpPr>
              <a:spLocks/>
            </p:cNvSpPr>
            <p:nvPr/>
          </p:nvSpPr>
          <p:spPr>
            <a:xfrm>
              <a:off x="609600" y="1600200"/>
              <a:ext cx="95" cy="1162050"/>
            </a:xfrm>
            <a:custGeom>
              <a:avLst/>
              <a:gdLst/>
              <a:ahLst/>
              <a:cxnLst/>
              <a:rect l="0" t="0" r="0" b="0"/>
              <a:pathLst>
                <a:path w="95" h="1162050">
                  <a:moveTo>
                    <a:pt x="0" y="0"/>
                  </a:moveTo>
                  <a:lnTo>
                    <a:pt x="0" y="1162050"/>
                  </a:lnTo>
                </a:path>
              </a:pathLst>
            </a:custGeom>
            <a:noFill/>
            <a:ln w="15240">
              <a:solidFill>
                <a:srgbClr val="1D2D60"/>
              </a:solidFill>
              <a:prstDash val="solid"/>
            </a:ln>
          </p:spPr>
        </p:sp>
        <p:sp>
          <p:nvSpPr>
            <p:cNvPr id="8" name="task_x_axis">
              <a:extLst>
                <a:ext uri="{FF2B5EF4-FFF2-40B4-BE49-F238E27FC236}">
                  <a16:creationId xmlns:a16="http://schemas.microsoft.com/office/drawing/2014/main" id="{0F5CBE69-C735-467E-B80E-BCBAE9C691A6}"/>
                </a:ext>
              </a:extLst>
            </p:cNvPr>
            <p:cNvSpPr>
              <a:spLocks/>
            </p:cNvSpPr>
            <p:nvPr/>
          </p:nvSpPr>
          <p:spPr>
            <a:xfrm>
              <a:off x="609600" y="2762250"/>
              <a:ext cx="2019300" cy="95"/>
            </a:xfrm>
            <a:custGeom>
              <a:avLst/>
              <a:gdLst/>
              <a:ahLst/>
              <a:cxnLst/>
              <a:rect l="0" t="0" r="0" b="0"/>
              <a:pathLst>
                <a:path w="2019300" h="95">
                  <a:moveTo>
                    <a:pt x="0" y="0"/>
                  </a:moveTo>
                  <a:lnTo>
                    <a:pt x="2019300" y="0"/>
                  </a:lnTo>
                </a:path>
              </a:pathLst>
            </a:custGeom>
            <a:noFill/>
            <a:ln w="13335">
              <a:solidFill>
                <a:srgbClr val="1D2D60"/>
              </a:solidFill>
              <a:prstDash val="solid"/>
              <a:tailEnd type="triangle" w="lg" len="lg"/>
            </a:ln>
          </p:spPr>
        </p:sp>
        <p:sp>
          <p:nvSpPr>
            <p:cNvPr id="9" name="task_forecast_boundary">
              <a:extLst>
                <a:ext uri="{FF2B5EF4-FFF2-40B4-BE49-F238E27FC236}">
                  <a16:creationId xmlns:a16="http://schemas.microsoft.com/office/drawing/2014/main" id="{AE14E820-D65E-4772-B00E-A096C71F46F1}"/>
                </a:ext>
              </a:extLst>
            </p:cNvPr>
            <p:cNvSpPr>
              <a:spLocks/>
            </p:cNvSpPr>
            <p:nvPr/>
          </p:nvSpPr>
          <p:spPr>
            <a:xfrm>
              <a:off x="1619250" y="1590675"/>
              <a:ext cx="95" cy="1171575"/>
            </a:xfrm>
            <a:custGeom>
              <a:avLst/>
              <a:gdLst/>
              <a:ahLst/>
              <a:cxnLst/>
              <a:rect l="0" t="0" r="0" b="0"/>
              <a:pathLst>
                <a:path w="95" h="1171575">
                  <a:moveTo>
                    <a:pt x="0" y="0"/>
                  </a:moveTo>
                  <a:lnTo>
                    <a:pt x="0" y="1171575"/>
                  </a:lnTo>
                </a:path>
              </a:pathLst>
            </a:custGeom>
            <a:noFill/>
            <a:ln w="12383">
              <a:solidFill>
                <a:srgbClr val="778BC1"/>
              </a:solidFill>
              <a:prstDash val="dash"/>
            </a:ln>
          </p:spPr>
        </p:sp>
        <p:sp>
          <p:nvSpPr>
            <p:cNvPr id="10" name="task_history_line">
              <a:extLst>
                <a:ext uri="{FF2B5EF4-FFF2-40B4-BE49-F238E27FC236}">
                  <a16:creationId xmlns:a16="http://schemas.microsoft.com/office/drawing/2014/main" id="{391C31F9-71C8-4D89-A0B9-E4402CFBDDA8}"/>
                </a:ext>
              </a:extLst>
            </p:cNvPr>
            <p:cNvSpPr>
              <a:spLocks/>
            </p:cNvSpPr>
            <p:nvPr/>
          </p:nvSpPr>
          <p:spPr>
            <a:xfrm>
              <a:off x="723900" y="2171700"/>
              <a:ext cx="904875" cy="323850"/>
            </a:xfrm>
            <a:custGeom>
              <a:avLst/>
              <a:gdLst/>
              <a:ahLst/>
              <a:cxnLst/>
              <a:rect l="0" t="0" r="0" b="0"/>
              <a:pathLst>
                <a:path w="904875" h="323850">
                  <a:moveTo>
                    <a:pt x="0" y="323850"/>
                  </a:moveTo>
                  <a:lnTo>
                    <a:pt x="85725" y="276225"/>
                  </a:lnTo>
                  <a:lnTo>
                    <a:pt x="171450" y="190500"/>
                  </a:lnTo>
                  <a:lnTo>
                    <a:pt x="276225" y="219075"/>
                  </a:lnTo>
                  <a:lnTo>
                    <a:pt x="381000" y="161925"/>
                  </a:lnTo>
                  <a:lnTo>
                    <a:pt x="504825" y="66675"/>
                  </a:lnTo>
                  <a:lnTo>
                    <a:pt x="552450" y="28575"/>
                  </a:lnTo>
                  <a:lnTo>
                    <a:pt x="657225" y="95250"/>
                  </a:lnTo>
                  <a:lnTo>
                    <a:pt x="781050" y="171450"/>
                  </a:lnTo>
                  <a:lnTo>
                    <a:pt x="819150" y="85725"/>
                  </a:lnTo>
                  <a:lnTo>
                    <a:pt x="904875" y="0"/>
                  </a:lnTo>
                </a:path>
              </a:pathLst>
            </a:custGeom>
            <a:noFill/>
            <a:ln w="16193">
              <a:solidFill>
                <a:srgbClr val="37487F"/>
              </a:solidFill>
              <a:prstDash val="dash"/>
            </a:ln>
          </p:spPr>
        </p:sp>
        <p:sp>
          <p:nvSpPr>
            <p:cNvPr id="11" name="task_observation_0">
              <a:extLst>
                <a:ext uri="{FF2B5EF4-FFF2-40B4-BE49-F238E27FC236}">
                  <a16:creationId xmlns:a16="http://schemas.microsoft.com/office/drawing/2014/main" id="{B1450265-6B10-41EF-9127-8484522CCAB4}"/>
                </a:ext>
              </a:extLst>
            </p:cNvPr>
            <p:cNvSpPr>
              <a:spLocks/>
            </p:cNvSpPr>
            <p:nvPr/>
          </p:nvSpPr>
          <p:spPr>
            <a:xfrm>
              <a:off x="694849" y="2466499"/>
              <a:ext cx="58103" cy="58103"/>
            </a:xfrm>
            <a:prstGeom prst="ellipse">
              <a:avLst/>
            </a:prstGeom>
            <a:solidFill>
              <a:srgbClr val="37487F"/>
            </a:solidFill>
            <a:ln w="0">
              <a:noFill/>
              <a:prstDash val="solid"/>
            </a:ln>
          </p:spPr>
        </p:sp>
        <p:sp>
          <p:nvSpPr>
            <p:cNvPr id="12" name="task_observation_1">
              <a:extLst>
                <a:ext uri="{FF2B5EF4-FFF2-40B4-BE49-F238E27FC236}">
                  <a16:creationId xmlns:a16="http://schemas.microsoft.com/office/drawing/2014/main" id="{82B1CA8C-9E95-4EC3-A88A-E632FF0C48EC}"/>
                </a:ext>
              </a:extLst>
            </p:cNvPr>
            <p:cNvSpPr>
              <a:spLocks/>
            </p:cNvSpPr>
            <p:nvPr/>
          </p:nvSpPr>
          <p:spPr>
            <a:xfrm>
              <a:off x="780574" y="2418874"/>
              <a:ext cx="58103" cy="58103"/>
            </a:xfrm>
            <a:prstGeom prst="ellipse">
              <a:avLst/>
            </a:prstGeom>
            <a:solidFill>
              <a:srgbClr val="37487F"/>
            </a:solidFill>
            <a:ln w="0">
              <a:noFill/>
              <a:prstDash val="solid"/>
            </a:ln>
          </p:spPr>
        </p:sp>
        <p:sp>
          <p:nvSpPr>
            <p:cNvPr id="13" name="task_observation_2">
              <a:extLst>
                <a:ext uri="{FF2B5EF4-FFF2-40B4-BE49-F238E27FC236}">
                  <a16:creationId xmlns:a16="http://schemas.microsoft.com/office/drawing/2014/main" id="{E01498EC-96C2-4BD4-90E7-6F44080F253B}"/>
                </a:ext>
              </a:extLst>
            </p:cNvPr>
            <p:cNvSpPr>
              <a:spLocks/>
            </p:cNvSpPr>
            <p:nvPr/>
          </p:nvSpPr>
          <p:spPr>
            <a:xfrm>
              <a:off x="866299" y="2333149"/>
              <a:ext cx="58103" cy="58103"/>
            </a:xfrm>
            <a:prstGeom prst="ellipse">
              <a:avLst/>
            </a:prstGeom>
            <a:solidFill>
              <a:srgbClr val="37487F"/>
            </a:solidFill>
            <a:ln w="0">
              <a:noFill/>
              <a:prstDash val="solid"/>
            </a:ln>
          </p:spPr>
        </p:sp>
        <p:sp>
          <p:nvSpPr>
            <p:cNvPr id="14" name="task_observation_3">
              <a:extLst>
                <a:ext uri="{FF2B5EF4-FFF2-40B4-BE49-F238E27FC236}">
                  <a16:creationId xmlns:a16="http://schemas.microsoft.com/office/drawing/2014/main" id="{C5FC9ECB-0B29-419E-88EE-3A15342E372B}"/>
                </a:ext>
              </a:extLst>
            </p:cNvPr>
            <p:cNvSpPr>
              <a:spLocks/>
            </p:cNvSpPr>
            <p:nvPr/>
          </p:nvSpPr>
          <p:spPr>
            <a:xfrm>
              <a:off x="971074" y="2361724"/>
              <a:ext cx="58103" cy="58103"/>
            </a:xfrm>
            <a:prstGeom prst="ellipse">
              <a:avLst/>
            </a:prstGeom>
            <a:solidFill>
              <a:srgbClr val="37487F"/>
            </a:solidFill>
            <a:ln w="0">
              <a:noFill/>
              <a:prstDash val="solid"/>
            </a:ln>
          </p:spPr>
        </p:sp>
        <p:sp>
          <p:nvSpPr>
            <p:cNvPr id="15" name="task_observation_4">
              <a:extLst>
                <a:ext uri="{FF2B5EF4-FFF2-40B4-BE49-F238E27FC236}">
                  <a16:creationId xmlns:a16="http://schemas.microsoft.com/office/drawing/2014/main" id="{6B078FA8-2FA0-4801-988C-6559F76C1970}"/>
                </a:ext>
              </a:extLst>
            </p:cNvPr>
            <p:cNvSpPr>
              <a:spLocks/>
            </p:cNvSpPr>
            <p:nvPr/>
          </p:nvSpPr>
          <p:spPr>
            <a:xfrm>
              <a:off x="1075849" y="2304574"/>
              <a:ext cx="58103" cy="58103"/>
            </a:xfrm>
            <a:prstGeom prst="ellipse">
              <a:avLst/>
            </a:prstGeom>
            <a:solidFill>
              <a:srgbClr val="37487F"/>
            </a:solidFill>
            <a:ln w="0">
              <a:noFill/>
              <a:prstDash val="solid"/>
            </a:ln>
          </p:spPr>
        </p:sp>
        <p:sp>
          <p:nvSpPr>
            <p:cNvPr id="16" name="task_observation_5">
              <a:extLst>
                <a:ext uri="{FF2B5EF4-FFF2-40B4-BE49-F238E27FC236}">
                  <a16:creationId xmlns:a16="http://schemas.microsoft.com/office/drawing/2014/main" id="{6D44EF7B-6019-4C06-8877-2A2A388E1978}"/>
                </a:ext>
              </a:extLst>
            </p:cNvPr>
            <p:cNvSpPr>
              <a:spLocks/>
            </p:cNvSpPr>
            <p:nvPr/>
          </p:nvSpPr>
          <p:spPr>
            <a:xfrm>
              <a:off x="1199674" y="2209324"/>
              <a:ext cx="58103" cy="58103"/>
            </a:xfrm>
            <a:prstGeom prst="ellipse">
              <a:avLst/>
            </a:prstGeom>
            <a:solidFill>
              <a:srgbClr val="37487F"/>
            </a:solidFill>
            <a:ln w="0">
              <a:noFill/>
              <a:prstDash val="solid"/>
            </a:ln>
          </p:spPr>
        </p:sp>
        <p:sp>
          <p:nvSpPr>
            <p:cNvPr id="17" name="task_observation_6">
              <a:extLst>
                <a:ext uri="{FF2B5EF4-FFF2-40B4-BE49-F238E27FC236}">
                  <a16:creationId xmlns:a16="http://schemas.microsoft.com/office/drawing/2014/main" id="{616D8AA3-BFB2-4826-B688-24FA4859D366}"/>
                </a:ext>
              </a:extLst>
            </p:cNvPr>
            <p:cNvSpPr>
              <a:spLocks/>
            </p:cNvSpPr>
            <p:nvPr/>
          </p:nvSpPr>
          <p:spPr>
            <a:xfrm>
              <a:off x="1247299" y="2171224"/>
              <a:ext cx="58103" cy="58103"/>
            </a:xfrm>
            <a:prstGeom prst="ellipse">
              <a:avLst/>
            </a:prstGeom>
            <a:solidFill>
              <a:srgbClr val="37487F"/>
            </a:solidFill>
            <a:ln w="0">
              <a:noFill/>
              <a:prstDash val="solid"/>
            </a:ln>
          </p:spPr>
        </p:sp>
        <p:sp>
          <p:nvSpPr>
            <p:cNvPr id="18" name="task_observation_7">
              <a:extLst>
                <a:ext uri="{FF2B5EF4-FFF2-40B4-BE49-F238E27FC236}">
                  <a16:creationId xmlns:a16="http://schemas.microsoft.com/office/drawing/2014/main" id="{E91792A5-B4EF-4D90-9749-13394F594F2A}"/>
                </a:ext>
              </a:extLst>
            </p:cNvPr>
            <p:cNvSpPr>
              <a:spLocks/>
            </p:cNvSpPr>
            <p:nvPr/>
          </p:nvSpPr>
          <p:spPr>
            <a:xfrm>
              <a:off x="1352074" y="2237899"/>
              <a:ext cx="58103" cy="58103"/>
            </a:xfrm>
            <a:prstGeom prst="ellipse">
              <a:avLst/>
            </a:prstGeom>
            <a:solidFill>
              <a:srgbClr val="37487F"/>
            </a:solidFill>
            <a:ln w="0">
              <a:noFill/>
              <a:prstDash val="solid"/>
            </a:ln>
          </p:spPr>
        </p:sp>
        <p:sp>
          <p:nvSpPr>
            <p:cNvPr id="19" name="task_observation_8">
              <a:extLst>
                <a:ext uri="{FF2B5EF4-FFF2-40B4-BE49-F238E27FC236}">
                  <a16:creationId xmlns:a16="http://schemas.microsoft.com/office/drawing/2014/main" id="{3981E59D-A9F8-4C95-AF24-7B55ED2B559E}"/>
                </a:ext>
              </a:extLst>
            </p:cNvPr>
            <p:cNvSpPr>
              <a:spLocks/>
            </p:cNvSpPr>
            <p:nvPr/>
          </p:nvSpPr>
          <p:spPr>
            <a:xfrm>
              <a:off x="1475899" y="2314099"/>
              <a:ext cx="58103" cy="58103"/>
            </a:xfrm>
            <a:prstGeom prst="ellipse">
              <a:avLst/>
            </a:prstGeom>
            <a:solidFill>
              <a:srgbClr val="37487F"/>
            </a:solidFill>
            <a:ln w="0">
              <a:noFill/>
              <a:prstDash val="solid"/>
            </a:ln>
          </p:spPr>
        </p:sp>
        <p:sp>
          <p:nvSpPr>
            <p:cNvPr id="20" name="task_observation_9">
              <a:extLst>
                <a:ext uri="{FF2B5EF4-FFF2-40B4-BE49-F238E27FC236}">
                  <a16:creationId xmlns:a16="http://schemas.microsoft.com/office/drawing/2014/main" id="{E09FD404-D9C9-444D-9BCE-346B5EFD8BEA}"/>
                </a:ext>
              </a:extLst>
            </p:cNvPr>
            <p:cNvSpPr>
              <a:spLocks/>
            </p:cNvSpPr>
            <p:nvPr/>
          </p:nvSpPr>
          <p:spPr>
            <a:xfrm>
              <a:off x="1513999" y="2228374"/>
              <a:ext cx="58103" cy="58103"/>
            </a:xfrm>
            <a:prstGeom prst="ellipse">
              <a:avLst/>
            </a:prstGeom>
            <a:solidFill>
              <a:srgbClr val="37487F"/>
            </a:solidFill>
            <a:ln w="0">
              <a:noFill/>
              <a:prstDash val="solid"/>
            </a:ln>
          </p:spPr>
        </p:sp>
        <p:sp>
          <p:nvSpPr>
            <p:cNvPr id="21" name="task_observation_10">
              <a:extLst>
                <a:ext uri="{FF2B5EF4-FFF2-40B4-BE49-F238E27FC236}">
                  <a16:creationId xmlns:a16="http://schemas.microsoft.com/office/drawing/2014/main" id="{5B495088-4010-4401-A251-0BFD0F3EC699}"/>
                </a:ext>
              </a:extLst>
            </p:cNvPr>
            <p:cNvSpPr>
              <a:spLocks/>
            </p:cNvSpPr>
            <p:nvPr/>
          </p:nvSpPr>
          <p:spPr>
            <a:xfrm>
              <a:off x="1599724" y="2142649"/>
              <a:ext cx="58103" cy="58103"/>
            </a:xfrm>
            <a:prstGeom prst="ellipse">
              <a:avLst/>
            </a:prstGeom>
            <a:solidFill>
              <a:srgbClr val="37487F"/>
            </a:solidFill>
            <a:ln w="0">
              <a:noFill/>
              <a:prstDash val="solid"/>
            </a:ln>
          </p:spPr>
        </p:sp>
        <p:sp>
          <p:nvSpPr>
            <p:cNvPr id="22" name="task_forecast_trace">
              <a:extLst>
                <a:ext uri="{FF2B5EF4-FFF2-40B4-BE49-F238E27FC236}">
                  <a16:creationId xmlns:a16="http://schemas.microsoft.com/office/drawing/2014/main" id="{ACB1D695-0D19-4FE2-A6AB-CA1A9F71B1AD}"/>
                </a:ext>
              </a:extLst>
            </p:cNvPr>
            <p:cNvSpPr>
              <a:spLocks/>
            </p:cNvSpPr>
            <p:nvPr/>
          </p:nvSpPr>
          <p:spPr>
            <a:xfrm>
              <a:off x="1628775" y="2019300"/>
              <a:ext cx="981075" cy="152400"/>
            </a:xfrm>
            <a:custGeom>
              <a:avLst/>
              <a:gdLst/>
              <a:ahLst/>
              <a:cxnLst/>
              <a:rect l="0" t="0" r="0" b="0"/>
              <a:pathLst>
                <a:path w="981075" h="152400">
                  <a:moveTo>
                    <a:pt x="0" y="152400"/>
                  </a:moveTo>
                  <a:cubicBezTo>
                    <a:pt x="228600" y="114300"/>
                    <a:pt x="485775" y="9525"/>
                    <a:pt x="714375" y="9525"/>
                  </a:cubicBezTo>
                  <a:lnTo>
                    <a:pt x="981075" y="0"/>
                  </a:lnTo>
                </a:path>
              </a:pathLst>
            </a:custGeom>
            <a:noFill/>
            <a:ln w="18098">
              <a:solidFill>
                <a:srgbClr val="37487F"/>
              </a:solidFill>
              <a:prstDash val="dash"/>
            </a:ln>
          </p:spPr>
        </p:sp>
        <p:sp>
          <p:nvSpPr>
            <p:cNvPr id="23" name="task_forecast_dot_0">
              <a:extLst>
                <a:ext uri="{FF2B5EF4-FFF2-40B4-BE49-F238E27FC236}">
                  <a16:creationId xmlns:a16="http://schemas.microsoft.com/office/drawing/2014/main" id="{6E2C16CA-8DD1-4F14-83AE-13987FD8763E}"/>
                </a:ext>
              </a:extLst>
            </p:cNvPr>
            <p:cNvSpPr>
              <a:spLocks/>
            </p:cNvSpPr>
            <p:nvPr/>
          </p:nvSpPr>
          <p:spPr>
            <a:xfrm>
              <a:off x="1738789" y="2110264"/>
              <a:ext cx="46673" cy="46673"/>
            </a:xfrm>
            <a:prstGeom prst="ellipse">
              <a:avLst/>
            </a:prstGeom>
            <a:solidFill>
              <a:srgbClr val="37487F"/>
            </a:solidFill>
            <a:ln w="0">
              <a:noFill/>
              <a:prstDash val="solid"/>
            </a:ln>
          </p:spPr>
        </p:sp>
        <p:sp>
          <p:nvSpPr>
            <p:cNvPr id="24" name="task_forecast_dot_1">
              <a:extLst>
                <a:ext uri="{FF2B5EF4-FFF2-40B4-BE49-F238E27FC236}">
                  <a16:creationId xmlns:a16="http://schemas.microsoft.com/office/drawing/2014/main" id="{5C0C3537-090E-426A-84F3-E3A3D53DD498}"/>
                </a:ext>
              </a:extLst>
            </p:cNvPr>
            <p:cNvSpPr>
              <a:spLocks/>
            </p:cNvSpPr>
            <p:nvPr/>
          </p:nvSpPr>
          <p:spPr>
            <a:xfrm>
              <a:off x="1986439" y="2053114"/>
              <a:ext cx="46673" cy="46673"/>
            </a:xfrm>
            <a:prstGeom prst="ellipse">
              <a:avLst/>
            </a:prstGeom>
            <a:solidFill>
              <a:srgbClr val="37487F"/>
            </a:solidFill>
            <a:ln w="0">
              <a:noFill/>
              <a:prstDash val="solid"/>
            </a:ln>
          </p:spPr>
        </p:sp>
        <p:sp>
          <p:nvSpPr>
            <p:cNvPr id="25" name="task_forecast_dot_2">
              <a:extLst>
                <a:ext uri="{FF2B5EF4-FFF2-40B4-BE49-F238E27FC236}">
                  <a16:creationId xmlns:a16="http://schemas.microsoft.com/office/drawing/2014/main" id="{5D02FEAE-6D3E-4FB8-85EB-7B58DDF0A737}"/>
                </a:ext>
              </a:extLst>
            </p:cNvPr>
            <p:cNvSpPr>
              <a:spLocks/>
            </p:cNvSpPr>
            <p:nvPr/>
          </p:nvSpPr>
          <p:spPr>
            <a:xfrm>
              <a:off x="2243614" y="1995964"/>
              <a:ext cx="46673" cy="46673"/>
            </a:xfrm>
            <a:prstGeom prst="ellipse">
              <a:avLst/>
            </a:prstGeom>
            <a:solidFill>
              <a:srgbClr val="37487F"/>
            </a:solidFill>
            <a:ln w="0">
              <a:noFill/>
              <a:prstDash val="solid"/>
            </a:ln>
          </p:spPr>
        </p:sp>
        <p:sp>
          <p:nvSpPr>
            <p:cNvPr id="26" name="task_forecast_dot_3">
              <a:extLst>
                <a:ext uri="{FF2B5EF4-FFF2-40B4-BE49-F238E27FC236}">
                  <a16:creationId xmlns:a16="http://schemas.microsoft.com/office/drawing/2014/main" id="{B9FDD160-9E0D-4543-B4FD-B35C307832B1}"/>
                </a:ext>
              </a:extLst>
            </p:cNvPr>
            <p:cNvSpPr>
              <a:spLocks/>
            </p:cNvSpPr>
            <p:nvPr/>
          </p:nvSpPr>
          <p:spPr>
            <a:xfrm>
              <a:off x="2415064" y="2015014"/>
              <a:ext cx="46673" cy="46673"/>
            </a:xfrm>
            <a:prstGeom prst="ellipse">
              <a:avLst/>
            </a:prstGeom>
            <a:solidFill>
              <a:srgbClr val="37487F"/>
            </a:solidFill>
            <a:ln w="0">
              <a:noFill/>
              <a:prstDash val="solid"/>
            </a:ln>
          </p:spPr>
        </p:sp>
        <p:sp>
          <p:nvSpPr>
            <p:cNvPr id="27" name="task_forecast_dot_4">
              <a:extLst>
                <a:ext uri="{FF2B5EF4-FFF2-40B4-BE49-F238E27FC236}">
                  <a16:creationId xmlns:a16="http://schemas.microsoft.com/office/drawing/2014/main" id="{1E97B2C2-7AD9-4EAA-AB39-4B723D23D2AD}"/>
                </a:ext>
              </a:extLst>
            </p:cNvPr>
            <p:cNvSpPr>
              <a:spLocks/>
            </p:cNvSpPr>
            <p:nvPr/>
          </p:nvSpPr>
          <p:spPr>
            <a:xfrm>
              <a:off x="2586514" y="1995964"/>
              <a:ext cx="46673" cy="46673"/>
            </a:xfrm>
            <a:prstGeom prst="ellipse">
              <a:avLst/>
            </a:prstGeom>
            <a:solidFill>
              <a:srgbClr val="37487F"/>
            </a:solidFill>
            <a:ln w="0">
              <a:noFill/>
              <a:prstDash val="solid"/>
            </a:ln>
          </p:spPr>
        </p:sp>
        <p:sp>
          <p:nvSpPr>
            <p:cNvPr id="28" name="target_axis_label">
              <a:extLst>
                <a:ext uri="{FF2B5EF4-FFF2-40B4-BE49-F238E27FC236}">
                  <a16:creationId xmlns:a16="http://schemas.microsoft.com/office/drawing/2014/main" id="{0AF71BB8-BB98-4A98-ABF1-09610C5F26E3}"/>
                </a:ext>
              </a:extLst>
            </p:cNvPr>
            <p:cNvSpPr>
              <a:spLocks/>
            </p:cNvSpPr>
            <p:nvPr/>
          </p:nvSpPr>
          <p:spPr>
            <a:xfrm rot="-5400000">
              <a:off x="247650" y="2168081"/>
              <a:ext cx="600075" cy="23317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350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defRPr sz="1350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Target</a:t>
              </a:r>
            </a:p>
          </p:txBody>
        </p:sp>
        <p:sp>
          <p:nvSpPr>
            <p:cNvPr id="29" name="past_label">
              <a:extLst>
                <a:ext uri="{FF2B5EF4-FFF2-40B4-BE49-F238E27FC236}">
                  <a16:creationId xmlns:a16="http://schemas.microsoft.com/office/drawing/2014/main" id="{11CBD443-6FCF-4F67-84A5-D5CF16B06E82}"/>
                </a:ext>
              </a:extLst>
            </p:cNvPr>
            <p:cNvSpPr>
              <a:spLocks/>
            </p:cNvSpPr>
            <p:nvPr/>
          </p:nvSpPr>
          <p:spPr>
            <a:xfrm>
              <a:off x="657225" y="2833116"/>
              <a:ext cx="904875" cy="20726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200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defRPr sz="1200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Past</a:t>
              </a:r>
            </a:p>
          </p:txBody>
        </p:sp>
        <p:sp>
          <p:nvSpPr>
            <p:cNvPr id="30" name="forecast_horizon_label">
              <a:extLst>
                <a:ext uri="{FF2B5EF4-FFF2-40B4-BE49-F238E27FC236}">
                  <a16:creationId xmlns:a16="http://schemas.microsoft.com/office/drawing/2014/main" id="{2DCDE08F-EF3A-4E77-8778-B31DC8CA453F}"/>
                </a:ext>
              </a:extLst>
            </p:cNvPr>
            <p:cNvSpPr>
              <a:spLocks/>
            </p:cNvSpPr>
            <p:nvPr/>
          </p:nvSpPr>
          <p:spPr>
            <a:xfrm>
              <a:off x="1666875" y="2833116"/>
              <a:ext cx="1266825" cy="20726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200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defRPr sz="1200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Forecast horizon</a:t>
              </a:r>
            </a:p>
          </p:txBody>
        </p:sp>
        <p:sp>
          <p:nvSpPr>
            <p:cNvPr id="31" name="time_label">
              <a:extLst>
                <a:ext uri="{FF2B5EF4-FFF2-40B4-BE49-F238E27FC236}">
                  <a16:creationId xmlns:a16="http://schemas.microsoft.com/office/drawing/2014/main" id="{A140E279-E0DA-45B2-949C-96FE6BFF1702}"/>
                </a:ext>
              </a:extLst>
            </p:cNvPr>
            <p:cNvSpPr>
              <a:spLocks/>
            </p:cNvSpPr>
            <p:nvPr/>
          </p:nvSpPr>
          <p:spPr>
            <a:xfrm>
              <a:off x="1066800" y="3005423"/>
              <a:ext cx="762000" cy="22021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12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0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Time</a:t>
              </a:r>
            </a:p>
          </p:txBody>
        </p:sp>
        <p:sp>
          <p:nvSpPr>
            <p:cNvPr id="32" name="horizon_calendar">
              <a:extLst>
                <a:ext uri="{FF2B5EF4-FFF2-40B4-BE49-F238E27FC236}">
                  <a16:creationId xmlns:a16="http://schemas.microsoft.com/office/drawing/2014/main" id="{EBF109E5-C40C-4480-B78C-AB99B4928638}"/>
                </a:ext>
              </a:extLst>
            </p:cNvPr>
            <p:cNvSpPr>
              <a:spLocks/>
            </p:cNvSpPr>
            <p:nvPr/>
          </p:nvSpPr>
          <p:spPr>
            <a:xfrm>
              <a:off x="2886075" y="1724025"/>
              <a:ext cx="342900" cy="352425"/>
            </a:xfrm>
            <a:prstGeom prst="roundRect">
              <a:avLst>
                <a:gd name="adj" fmla="val 8333"/>
              </a:avLst>
            </a:prstGeom>
            <a:solidFill>
              <a:srgbClr val="F8FAFD"/>
            </a:solidFill>
            <a:ln w="20955">
              <a:solidFill>
                <a:srgbClr val="1D2D60"/>
              </a:solidFill>
              <a:prstDash val="solid"/>
            </a:ln>
          </p:spPr>
        </p:sp>
        <p:sp>
          <p:nvSpPr>
            <p:cNvPr id="33" name="calendar_header">
              <a:extLst>
                <a:ext uri="{FF2B5EF4-FFF2-40B4-BE49-F238E27FC236}">
                  <a16:creationId xmlns:a16="http://schemas.microsoft.com/office/drawing/2014/main" id="{4E2A911D-3618-4070-BD01-E16BC83332D1}"/>
                </a:ext>
              </a:extLst>
            </p:cNvPr>
            <p:cNvSpPr>
              <a:spLocks/>
            </p:cNvSpPr>
            <p:nvPr/>
          </p:nvSpPr>
          <p:spPr>
            <a:xfrm>
              <a:off x="2895600" y="1819275"/>
              <a:ext cx="323850" cy="95"/>
            </a:xfrm>
            <a:custGeom>
              <a:avLst/>
              <a:gdLst/>
              <a:ahLst/>
              <a:cxnLst/>
              <a:rect l="0" t="0" r="0" b="0"/>
              <a:pathLst>
                <a:path w="323850" h="9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17145">
              <a:solidFill>
                <a:srgbClr val="1D2D60"/>
              </a:solidFill>
              <a:prstDash val="solid"/>
            </a:ln>
          </p:spPr>
        </p:sp>
        <p:sp>
          <p:nvSpPr>
            <p:cNvPr id="34" name="calendar_hook_1">
              <a:extLst>
                <a:ext uri="{FF2B5EF4-FFF2-40B4-BE49-F238E27FC236}">
                  <a16:creationId xmlns:a16="http://schemas.microsoft.com/office/drawing/2014/main" id="{53543F0F-65F2-413E-AE4B-00E2CA76DDED}"/>
                </a:ext>
              </a:extLst>
            </p:cNvPr>
            <p:cNvSpPr>
              <a:spLocks/>
            </p:cNvSpPr>
            <p:nvPr/>
          </p:nvSpPr>
          <p:spPr>
            <a:xfrm>
              <a:off x="2943225" y="1666875"/>
              <a:ext cx="47625" cy="104775"/>
            </a:xfrm>
            <a:prstGeom prst="roundRect">
              <a:avLst>
                <a:gd name="adj" fmla="val 40000"/>
              </a:avLst>
            </a:prstGeom>
            <a:solidFill>
              <a:srgbClr val="FFFFFF"/>
            </a:solidFill>
            <a:ln w="17145">
              <a:solidFill>
                <a:srgbClr val="1D2D60"/>
              </a:solidFill>
              <a:prstDash val="solid"/>
            </a:ln>
          </p:spPr>
        </p:sp>
        <p:sp>
          <p:nvSpPr>
            <p:cNvPr id="35" name="calendar_hook_2">
              <a:extLst>
                <a:ext uri="{FF2B5EF4-FFF2-40B4-BE49-F238E27FC236}">
                  <a16:creationId xmlns:a16="http://schemas.microsoft.com/office/drawing/2014/main" id="{2539E259-BE0D-45A2-989B-ADAABF249645}"/>
                </a:ext>
              </a:extLst>
            </p:cNvPr>
            <p:cNvSpPr>
              <a:spLocks/>
            </p:cNvSpPr>
            <p:nvPr/>
          </p:nvSpPr>
          <p:spPr>
            <a:xfrm>
              <a:off x="3114675" y="1666875"/>
              <a:ext cx="47625" cy="104775"/>
            </a:xfrm>
            <a:prstGeom prst="roundRect">
              <a:avLst>
                <a:gd name="adj" fmla="val 40000"/>
              </a:avLst>
            </a:prstGeom>
            <a:solidFill>
              <a:srgbClr val="FFFFFF"/>
            </a:solidFill>
            <a:ln w="17145">
              <a:solidFill>
                <a:srgbClr val="1D2D60"/>
              </a:solidFill>
              <a:prstDash val="solid"/>
            </a:ln>
          </p:spPr>
        </p:sp>
        <p:sp>
          <p:nvSpPr>
            <p:cNvPr id="36" name="calendar_day_0">
              <a:extLst>
                <a:ext uri="{FF2B5EF4-FFF2-40B4-BE49-F238E27FC236}">
                  <a16:creationId xmlns:a16="http://schemas.microsoft.com/office/drawing/2014/main" id="{AA64D5C6-64EE-4151-A7BB-1EC2EB679296}"/>
                </a:ext>
              </a:extLst>
            </p:cNvPr>
            <p:cNvSpPr>
              <a:spLocks/>
            </p:cNvSpPr>
            <p:nvPr/>
          </p:nvSpPr>
          <p:spPr>
            <a:xfrm>
              <a:off x="2957513" y="1881188"/>
              <a:ext cx="28575" cy="28575"/>
            </a:xfrm>
            <a:prstGeom prst="ellipse">
              <a:avLst/>
            </a:prstGeom>
            <a:solidFill>
              <a:srgbClr val="37487F"/>
            </a:solidFill>
            <a:ln w="0">
              <a:noFill/>
              <a:prstDash val="solid"/>
            </a:ln>
          </p:spPr>
        </p:sp>
        <p:sp>
          <p:nvSpPr>
            <p:cNvPr id="37" name="calendar_day_1">
              <a:extLst>
                <a:ext uri="{FF2B5EF4-FFF2-40B4-BE49-F238E27FC236}">
                  <a16:creationId xmlns:a16="http://schemas.microsoft.com/office/drawing/2014/main" id="{77B32B01-C20D-44B9-B7A5-463EE669598A}"/>
                </a:ext>
              </a:extLst>
            </p:cNvPr>
            <p:cNvSpPr>
              <a:spLocks/>
            </p:cNvSpPr>
            <p:nvPr/>
          </p:nvSpPr>
          <p:spPr>
            <a:xfrm>
              <a:off x="3033713" y="1881188"/>
              <a:ext cx="28575" cy="28575"/>
            </a:xfrm>
            <a:prstGeom prst="ellipse">
              <a:avLst/>
            </a:prstGeom>
            <a:solidFill>
              <a:srgbClr val="37487F"/>
            </a:solidFill>
            <a:ln w="0">
              <a:noFill/>
              <a:prstDash val="solid"/>
            </a:ln>
          </p:spPr>
        </p:sp>
        <p:sp>
          <p:nvSpPr>
            <p:cNvPr id="38" name="calendar_day_2">
              <a:extLst>
                <a:ext uri="{FF2B5EF4-FFF2-40B4-BE49-F238E27FC236}">
                  <a16:creationId xmlns:a16="http://schemas.microsoft.com/office/drawing/2014/main" id="{D0A15325-EB56-41EA-BA83-ECBCACB8A5BA}"/>
                </a:ext>
              </a:extLst>
            </p:cNvPr>
            <p:cNvSpPr>
              <a:spLocks/>
            </p:cNvSpPr>
            <p:nvPr/>
          </p:nvSpPr>
          <p:spPr>
            <a:xfrm>
              <a:off x="3109913" y="1881188"/>
              <a:ext cx="28575" cy="28575"/>
            </a:xfrm>
            <a:prstGeom prst="ellipse">
              <a:avLst/>
            </a:prstGeom>
            <a:solidFill>
              <a:srgbClr val="37487F"/>
            </a:solidFill>
            <a:ln w="0">
              <a:noFill/>
              <a:prstDash val="solid"/>
            </a:ln>
          </p:spPr>
        </p:sp>
        <p:sp>
          <p:nvSpPr>
            <p:cNvPr id="39" name="calendar_day_3">
              <a:extLst>
                <a:ext uri="{FF2B5EF4-FFF2-40B4-BE49-F238E27FC236}">
                  <a16:creationId xmlns:a16="http://schemas.microsoft.com/office/drawing/2014/main" id="{5AC89889-DEBD-43AA-A193-284ABFFFA3DA}"/>
                </a:ext>
              </a:extLst>
            </p:cNvPr>
            <p:cNvSpPr>
              <a:spLocks/>
            </p:cNvSpPr>
            <p:nvPr/>
          </p:nvSpPr>
          <p:spPr>
            <a:xfrm>
              <a:off x="2957513" y="1957388"/>
              <a:ext cx="28575" cy="28575"/>
            </a:xfrm>
            <a:prstGeom prst="ellipse">
              <a:avLst/>
            </a:prstGeom>
            <a:solidFill>
              <a:srgbClr val="37487F"/>
            </a:solidFill>
            <a:ln w="0">
              <a:noFill/>
              <a:prstDash val="solid"/>
            </a:ln>
          </p:spPr>
        </p:sp>
        <p:sp>
          <p:nvSpPr>
            <p:cNvPr id="40" name="calendar_day_4">
              <a:extLst>
                <a:ext uri="{FF2B5EF4-FFF2-40B4-BE49-F238E27FC236}">
                  <a16:creationId xmlns:a16="http://schemas.microsoft.com/office/drawing/2014/main" id="{28EC8A08-CB86-4F57-89BA-2AD01E0F4BF8}"/>
                </a:ext>
              </a:extLst>
            </p:cNvPr>
            <p:cNvSpPr>
              <a:spLocks/>
            </p:cNvSpPr>
            <p:nvPr/>
          </p:nvSpPr>
          <p:spPr>
            <a:xfrm>
              <a:off x="3033713" y="1957388"/>
              <a:ext cx="28575" cy="28575"/>
            </a:xfrm>
            <a:prstGeom prst="ellipse">
              <a:avLst/>
            </a:prstGeom>
            <a:solidFill>
              <a:srgbClr val="37487F"/>
            </a:solidFill>
            <a:ln w="0">
              <a:noFill/>
              <a:prstDash val="solid"/>
            </a:ln>
          </p:spPr>
        </p:sp>
        <p:sp>
          <p:nvSpPr>
            <p:cNvPr id="41" name="calendar_day_5">
              <a:extLst>
                <a:ext uri="{FF2B5EF4-FFF2-40B4-BE49-F238E27FC236}">
                  <a16:creationId xmlns:a16="http://schemas.microsoft.com/office/drawing/2014/main" id="{1946EC5B-9B02-43D4-9EC4-FE145B0D29E0}"/>
                </a:ext>
              </a:extLst>
            </p:cNvPr>
            <p:cNvSpPr>
              <a:spLocks/>
            </p:cNvSpPr>
            <p:nvPr/>
          </p:nvSpPr>
          <p:spPr>
            <a:xfrm>
              <a:off x="3109913" y="1957388"/>
              <a:ext cx="28575" cy="28575"/>
            </a:xfrm>
            <a:prstGeom prst="ellipse">
              <a:avLst/>
            </a:prstGeom>
            <a:solidFill>
              <a:srgbClr val="37487F"/>
            </a:solidFill>
            <a:ln w="0">
              <a:noFill/>
              <a:prstDash val="solid"/>
            </a:ln>
          </p:spPr>
        </p:sp>
        <p:sp>
          <p:nvSpPr>
            <p:cNvPr id="42" name="horizon_text">
              <a:extLst>
                <a:ext uri="{FF2B5EF4-FFF2-40B4-BE49-F238E27FC236}">
                  <a16:creationId xmlns:a16="http://schemas.microsoft.com/office/drawing/2014/main" id="{66FAE057-2340-4542-A2B5-AD15E6D843CA}"/>
                </a:ext>
              </a:extLst>
            </p:cNvPr>
            <p:cNvSpPr>
              <a:spLocks/>
            </p:cNvSpPr>
            <p:nvPr/>
          </p:nvSpPr>
          <p:spPr>
            <a:xfrm>
              <a:off x="3438525" y="1665827"/>
              <a:ext cx="1266825" cy="27203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Horizon</a:t>
              </a:r>
            </a:p>
          </p:txBody>
        </p:sp>
        <p:sp>
          <p:nvSpPr>
            <p:cNvPr id="43" name="horizon_ruler">
              <a:extLst>
                <a:ext uri="{FF2B5EF4-FFF2-40B4-BE49-F238E27FC236}">
                  <a16:creationId xmlns:a16="http://schemas.microsoft.com/office/drawing/2014/main" id="{613A546E-98FA-4E2A-8DE4-49CF3420C8B9}"/>
                </a:ext>
              </a:extLst>
            </p:cNvPr>
            <p:cNvSpPr>
              <a:spLocks/>
            </p:cNvSpPr>
            <p:nvPr/>
          </p:nvSpPr>
          <p:spPr>
            <a:xfrm>
              <a:off x="3476625" y="2095500"/>
              <a:ext cx="819150" cy="95"/>
            </a:xfrm>
            <a:custGeom>
              <a:avLst/>
              <a:gdLst/>
              <a:ahLst/>
              <a:cxnLst/>
              <a:rect l="0" t="0" r="0" b="0"/>
              <a:pathLst>
                <a:path w="819150" h="95">
                  <a:moveTo>
                    <a:pt x="0" y="0"/>
                  </a:moveTo>
                  <a:lnTo>
                    <a:pt x="819150" y="0"/>
                  </a:lnTo>
                </a:path>
              </a:pathLst>
            </a:custGeom>
            <a:noFill/>
            <a:ln w="14288">
              <a:solidFill>
                <a:srgbClr val="1D2D60"/>
              </a:solidFill>
              <a:prstDash val="solid"/>
              <a:tailEnd type="triangle" w="lg" len="lg"/>
            </a:ln>
          </p:spPr>
        </p:sp>
        <p:sp>
          <p:nvSpPr>
            <p:cNvPr id="44" name="horizon_tick_0">
              <a:extLst>
                <a:ext uri="{FF2B5EF4-FFF2-40B4-BE49-F238E27FC236}">
                  <a16:creationId xmlns:a16="http://schemas.microsoft.com/office/drawing/2014/main" id="{715CFC38-C0AE-400E-A95E-97CE2FF2D859}"/>
                </a:ext>
              </a:extLst>
            </p:cNvPr>
            <p:cNvSpPr>
              <a:spLocks/>
            </p:cNvSpPr>
            <p:nvPr/>
          </p:nvSpPr>
          <p:spPr>
            <a:xfrm>
              <a:off x="3486150" y="2019300"/>
              <a:ext cx="95" cy="152400"/>
            </a:xfrm>
            <a:custGeom>
              <a:avLst/>
              <a:gdLst/>
              <a:ahLst/>
              <a:cxnLst/>
              <a:rect l="0" t="0" r="0" b="0"/>
              <a:pathLst>
                <a:path w="9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13335">
              <a:solidFill>
                <a:srgbClr val="1D2D60"/>
              </a:solidFill>
              <a:prstDash val="solid"/>
            </a:ln>
          </p:spPr>
        </p:sp>
        <p:sp>
          <p:nvSpPr>
            <p:cNvPr id="45" name="horizon_tick_1">
              <a:extLst>
                <a:ext uri="{FF2B5EF4-FFF2-40B4-BE49-F238E27FC236}">
                  <a16:creationId xmlns:a16="http://schemas.microsoft.com/office/drawing/2014/main" id="{8303AAC5-07E7-4388-8B1D-1E4249930213}"/>
                </a:ext>
              </a:extLst>
            </p:cNvPr>
            <p:cNvSpPr>
              <a:spLocks/>
            </p:cNvSpPr>
            <p:nvPr/>
          </p:nvSpPr>
          <p:spPr>
            <a:xfrm>
              <a:off x="3752850" y="2019300"/>
              <a:ext cx="95" cy="152400"/>
            </a:xfrm>
            <a:custGeom>
              <a:avLst/>
              <a:gdLst/>
              <a:ahLst/>
              <a:cxnLst/>
              <a:rect l="0" t="0" r="0" b="0"/>
              <a:pathLst>
                <a:path w="9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13335">
              <a:solidFill>
                <a:srgbClr val="1D2D60"/>
              </a:solidFill>
              <a:prstDash val="solid"/>
            </a:ln>
          </p:spPr>
        </p:sp>
        <p:sp>
          <p:nvSpPr>
            <p:cNvPr id="46" name="horizon_tick_2">
              <a:extLst>
                <a:ext uri="{FF2B5EF4-FFF2-40B4-BE49-F238E27FC236}">
                  <a16:creationId xmlns:a16="http://schemas.microsoft.com/office/drawing/2014/main" id="{8EECA507-7A03-458E-8D58-60186C72695B}"/>
                </a:ext>
              </a:extLst>
            </p:cNvPr>
            <p:cNvSpPr>
              <a:spLocks/>
            </p:cNvSpPr>
            <p:nvPr/>
          </p:nvSpPr>
          <p:spPr>
            <a:xfrm>
              <a:off x="4019550" y="2019300"/>
              <a:ext cx="95" cy="152400"/>
            </a:xfrm>
            <a:custGeom>
              <a:avLst/>
              <a:gdLst/>
              <a:ahLst/>
              <a:cxnLst/>
              <a:rect l="0" t="0" r="0" b="0"/>
              <a:pathLst>
                <a:path w="9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13335">
              <a:solidFill>
                <a:srgbClr val="1D2D60"/>
              </a:solidFill>
              <a:prstDash val="solid"/>
            </a:ln>
          </p:spPr>
        </p:sp>
        <p:sp>
          <p:nvSpPr>
            <p:cNvPr id="47" name="horizon_ellipsis">
              <a:extLst>
                <a:ext uri="{FF2B5EF4-FFF2-40B4-BE49-F238E27FC236}">
                  <a16:creationId xmlns:a16="http://schemas.microsoft.com/office/drawing/2014/main" id="{B8799A2C-642D-4E02-857A-2ADF3F4EACFE}"/>
                </a:ext>
              </a:extLst>
            </p:cNvPr>
            <p:cNvSpPr>
              <a:spLocks/>
            </p:cNvSpPr>
            <p:nvPr/>
          </p:nvSpPr>
          <p:spPr>
            <a:xfrm>
              <a:off x="4438650" y="1915192"/>
              <a:ext cx="266700" cy="2979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72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defRPr sz="172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725" b="0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…</a:t>
              </a:r>
            </a:p>
          </p:txBody>
        </p:sp>
        <p:sp>
          <p:nvSpPr>
            <p:cNvPr id="48" name="budget_coins_1_side">
              <a:extLst>
                <a:ext uri="{FF2B5EF4-FFF2-40B4-BE49-F238E27FC236}">
                  <a16:creationId xmlns:a16="http://schemas.microsoft.com/office/drawing/2014/main" id="{EF3AA330-51E4-4E14-92CE-7A0453046D7F}"/>
                </a:ext>
              </a:extLst>
            </p:cNvPr>
            <p:cNvSpPr>
              <a:spLocks/>
            </p:cNvSpPr>
            <p:nvPr/>
          </p:nvSpPr>
          <p:spPr>
            <a:xfrm>
              <a:off x="2895600" y="2533650"/>
              <a:ext cx="228600" cy="295275"/>
            </a:xfrm>
            <a:prstGeom prst="rect">
              <a:avLst/>
            </a:prstGeom>
            <a:solidFill>
              <a:srgbClr val="F4F9FC"/>
            </a:solidFill>
            <a:ln w="17145">
              <a:solidFill>
                <a:srgbClr val="1D2D60"/>
              </a:solidFill>
              <a:prstDash val="solid"/>
            </a:ln>
          </p:spPr>
        </p:sp>
        <p:sp>
          <p:nvSpPr>
            <p:cNvPr id="49" name="budget_coins_1_ring_1">
              <a:extLst>
                <a:ext uri="{FF2B5EF4-FFF2-40B4-BE49-F238E27FC236}">
                  <a16:creationId xmlns:a16="http://schemas.microsoft.com/office/drawing/2014/main" id="{62E172B5-9CDA-4026-81C6-5ABB2FFA4D09}"/>
                </a:ext>
              </a:extLst>
            </p:cNvPr>
            <p:cNvSpPr>
              <a:spLocks/>
            </p:cNvSpPr>
            <p:nvPr/>
          </p:nvSpPr>
          <p:spPr>
            <a:xfrm>
              <a:off x="2895600" y="2632075"/>
              <a:ext cx="228600" cy="76200"/>
            </a:xfrm>
            <a:custGeom>
              <a:avLst/>
              <a:gdLst/>
              <a:ahLst/>
              <a:cxnLst/>
              <a:rect l="0" t="0" r="0" b="0"/>
              <a:pathLst>
                <a:path w="228600" h="76200">
                  <a:moveTo>
                    <a:pt x="0" y="0"/>
                  </a:moveTo>
                  <a:cubicBezTo>
                    <a:pt x="27432" y="76200"/>
                    <a:pt x="194310" y="76200"/>
                    <a:pt x="228600" y="0"/>
                  </a:cubicBezTo>
                </a:path>
              </a:pathLst>
            </a:custGeom>
            <a:noFill/>
            <a:ln w="15240">
              <a:solidFill>
                <a:srgbClr val="1D2D60"/>
              </a:solidFill>
              <a:prstDash val="solid"/>
            </a:ln>
          </p:spPr>
        </p:sp>
        <p:sp>
          <p:nvSpPr>
            <p:cNvPr id="50" name="budget_coins_1_ring_2">
              <a:extLst>
                <a:ext uri="{FF2B5EF4-FFF2-40B4-BE49-F238E27FC236}">
                  <a16:creationId xmlns:a16="http://schemas.microsoft.com/office/drawing/2014/main" id="{DCC0538F-877F-4A06-8CB0-83AC0C5E8191}"/>
                </a:ext>
              </a:extLst>
            </p:cNvPr>
            <p:cNvSpPr>
              <a:spLocks/>
            </p:cNvSpPr>
            <p:nvPr/>
          </p:nvSpPr>
          <p:spPr>
            <a:xfrm>
              <a:off x="2895600" y="2730500"/>
              <a:ext cx="228600" cy="76200"/>
            </a:xfrm>
            <a:custGeom>
              <a:avLst/>
              <a:gdLst/>
              <a:ahLst/>
              <a:cxnLst/>
              <a:rect l="0" t="0" r="0" b="0"/>
              <a:pathLst>
                <a:path w="228600" h="76200">
                  <a:moveTo>
                    <a:pt x="0" y="0"/>
                  </a:moveTo>
                  <a:cubicBezTo>
                    <a:pt x="27432" y="76200"/>
                    <a:pt x="194310" y="76200"/>
                    <a:pt x="228600" y="0"/>
                  </a:cubicBezTo>
                </a:path>
              </a:pathLst>
            </a:custGeom>
            <a:noFill/>
            <a:ln w="15240">
              <a:solidFill>
                <a:srgbClr val="1D2D60"/>
              </a:solidFill>
              <a:prstDash val="solid"/>
            </a:ln>
          </p:spPr>
        </p:sp>
        <p:sp>
          <p:nvSpPr>
            <p:cNvPr id="51" name="budget_coins_1_ring_3">
              <a:extLst>
                <a:ext uri="{FF2B5EF4-FFF2-40B4-BE49-F238E27FC236}">
                  <a16:creationId xmlns:a16="http://schemas.microsoft.com/office/drawing/2014/main" id="{069A775F-1DEF-499C-91E8-E4BA241CE483}"/>
                </a:ext>
              </a:extLst>
            </p:cNvPr>
            <p:cNvSpPr>
              <a:spLocks/>
            </p:cNvSpPr>
            <p:nvPr/>
          </p:nvSpPr>
          <p:spPr>
            <a:xfrm>
              <a:off x="2895600" y="2828925"/>
              <a:ext cx="228600" cy="76200"/>
            </a:xfrm>
            <a:custGeom>
              <a:avLst/>
              <a:gdLst/>
              <a:ahLst/>
              <a:cxnLst/>
              <a:rect l="0" t="0" r="0" b="0"/>
              <a:pathLst>
                <a:path w="228600" h="76200">
                  <a:moveTo>
                    <a:pt x="0" y="0"/>
                  </a:moveTo>
                  <a:cubicBezTo>
                    <a:pt x="27432" y="76200"/>
                    <a:pt x="194310" y="76200"/>
                    <a:pt x="228600" y="0"/>
                  </a:cubicBezTo>
                </a:path>
              </a:pathLst>
            </a:custGeom>
            <a:noFill/>
            <a:ln w="15240">
              <a:solidFill>
                <a:srgbClr val="1D2D60"/>
              </a:solidFill>
              <a:prstDash val="solid"/>
            </a:ln>
          </p:spPr>
        </p:sp>
        <p:sp>
          <p:nvSpPr>
            <p:cNvPr id="52" name="budget_coins_1_top">
              <a:extLst>
                <a:ext uri="{FF2B5EF4-FFF2-40B4-BE49-F238E27FC236}">
                  <a16:creationId xmlns:a16="http://schemas.microsoft.com/office/drawing/2014/main" id="{98564D2A-AB57-46E9-AA8F-325C67ADFC4E}"/>
                </a:ext>
              </a:extLst>
            </p:cNvPr>
            <p:cNvSpPr>
              <a:spLocks/>
            </p:cNvSpPr>
            <p:nvPr/>
          </p:nvSpPr>
          <p:spPr>
            <a:xfrm>
              <a:off x="2895600" y="2486025"/>
              <a:ext cx="228600" cy="95250"/>
            </a:xfrm>
            <a:prstGeom prst="ellipse">
              <a:avLst/>
            </a:prstGeom>
            <a:solidFill>
              <a:srgbClr val="FAFCFD"/>
            </a:solidFill>
            <a:ln w="17145">
              <a:solidFill>
                <a:srgbClr val="1D2D60"/>
              </a:solidFill>
              <a:prstDash val="solid"/>
            </a:ln>
          </p:spPr>
        </p:sp>
        <p:sp>
          <p:nvSpPr>
            <p:cNvPr id="53" name="budget_coins_2_side">
              <a:extLst>
                <a:ext uri="{FF2B5EF4-FFF2-40B4-BE49-F238E27FC236}">
                  <a16:creationId xmlns:a16="http://schemas.microsoft.com/office/drawing/2014/main" id="{8D9549D8-1ED4-4719-80C3-B0F7B4C7DC76}"/>
                </a:ext>
              </a:extLst>
            </p:cNvPr>
            <p:cNvSpPr>
              <a:spLocks/>
            </p:cNvSpPr>
            <p:nvPr/>
          </p:nvSpPr>
          <p:spPr>
            <a:xfrm>
              <a:off x="3086100" y="2705100"/>
              <a:ext cx="228600" cy="180975"/>
            </a:xfrm>
            <a:prstGeom prst="rect">
              <a:avLst/>
            </a:prstGeom>
            <a:solidFill>
              <a:srgbClr val="F4F9FC"/>
            </a:solidFill>
            <a:ln w="17145">
              <a:solidFill>
                <a:srgbClr val="1D2D60"/>
              </a:solidFill>
              <a:prstDash val="solid"/>
            </a:ln>
          </p:spPr>
        </p:sp>
        <p:sp>
          <p:nvSpPr>
            <p:cNvPr id="54" name="budget_coins_2_ring_1">
              <a:extLst>
                <a:ext uri="{FF2B5EF4-FFF2-40B4-BE49-F238E27FC236}">
                  <a16:creationId xmlns:a16="http://schemas.microsoft.com/office/drawing/2014/main" id="{9AD837E0-FDF3-498B-94FA-D6BDCD6E6CE8}"/>
                </a:ext>
              </a:extLst>
            </p:cNvPr>
            <p:cNvSpPr>
              <a:spLocks/>
            </p:cNvSpPr>
            <p:nvPr/>
          </p:nvSpPr>
          <p:spPr>
            <a:xfrm>
              <a:off x="3086100" y="2765425"/>
              <a:ext cx="228600" cy="76200"/>
            </a:xfrm>
            <a:custGeom>
              <a:avLst/>
              <a:gdLst/>
              <a:ahLst/>
              <a:cxnLst/>
              <a:rect l="0" t="0" r="0" b="0"/>
              <a:pathLst>
                <a:path w="228600" h="76200">
                  <a:moveTo>
                    <a:pt x="0" y="0"/>
                  </a:moveTo>
                  <a:cubicBezTo>
                    <a:pt x="27432" y="76200"/>
                    <a:pt x="194310" y="76200"/>
                    <a:pt x="228600" y="0"/>
                  </a:cubicBezTo>
                </a:path>
              </a:pathLst>
            </a:custGeom>
            <a:noFill/>
            <a:ln w="15240">
              <a:solidFill>
                <a:srgbClr val="1D2D60"/>
              </a:solidFill>
              <a:prstDash val="solid"/>
            </a:ln>
          </p:spPr>
        </p:sp>
        <p:sp>
          <p:nvSpPr>
            <p:cNvPr id="55" name="budget_coins_2_ring_2">
              <a:extLst>
                <a:ext uri="{FF2B5EF4-FFF2-40B4-BE49-F238E27FC236}">
                  <a16:creationId xmlns:a16="http://schemas.microsoft.com/office/drawing/2014/main" id="{1C5F8BC0-514C-46F4-9D4D-FBD0BA17ABF0}"/>
                </a:ext>
              </a:extLst>
            </p:cNvPr>
            <p:cNvSpPr>
              <a:spLocks/>
            </p:cNvSpPr>
            <p:nvPr/>
          </p:nvSpPr>
          <p:spPr>
            <a:xfrm>
              <a:off x="3086100" y="2825750"/>
              <a:ext cx="228600" cy="76200"/>
            </a:xfrm>
            <a:custGeom>
              <a:avLst/>
              <a:gdLst/>
              <a:ahLst/>
              <a:cxnLst/>
              <a:rect l="0" t="0" r="0" b="0"/>
              <a:pathLst>
                <a:path w="228600" h="76200">
                  <a:moveTo>
                    <a:pt x="0" y="0"/>
                  </a:moveTo>
                  <a:cubicBezTo>
                    <a:pt x="27432" y="76200"/>
                    <a:pt x="194310" y="76200"/>
                    <a:pt x="228600" y="0"/>
                  </a:cubicBezTo>
                </a:path>
              </a:pathLst>
            </a:custGeom>
            <a:noFill/>
            <a:ln w="15240">
              <a:solidFill>
                <a:srgbClr val="1D2D60"/>
              </a:solidFill>
              <a:prstDash val="solid"/>
            </a:ln>
          </p:spPr>
        </p:sp>
        <p:sp>
          <p:nvSpPr>
            <p:cNvPr id="56" name="budget_coins_2_ring_3">
              <a:extLst>
                <a:ext uri="{FF2B5EF4-FFF2-40B4-BE49-F238E27FC236}">
                  <a16:creationId xmlns:a16="http://schemas.microsoft.com/office/drawing/2014/main" id="{86935CEB-D823-4127-9EBD-5BDA82CEB517}"/>
                </a:ext>
              </a:extLst>
            </p:cNvPr>
            <p:cNvSpPr>
              <a:spLocks/>
            </p:cNvSpPr>
            <p:nvPr/>
          </p:nvSpPr>
          <p:spPr>
            <a:xfrm>
              <a:off x="3086100" y="2886075"/>
              <a:ext cx="228600" cy="76200"/>
            </a:xfrm>
            <a:custGeom>
              <a:avLst/>
              <a:gdLst/>
              <a:ahLst/>
              <a:cxnLst/>
              <a:rect l="0" t="0" r="0" b="0"/>
              <a:pathLst>
                <a:path w="228600" h="76200">
                  <a:moveTo>
                    <a:pt x="0" y="0"/>
                  </a:moveTo>
                  <a:cubicBezTo>
                    <a:pt x="27432" y="76200"/>
                    <a:pt x="194310" y="76200"/>
                    <a:pt x="228600" y="0"/>
                  </a:cubicBezTo>
                </a:path>
              </a:pathLst>
            </a:custGeom>
            <a:noFill/>
            <a:ln w="15240">
              <a:solidFill>
                <a:srgbClr val="1D2D60"/>
              </a:solidFill>
              <a:prstDash val="solid"/>
            </a:ln>
          </p:spPr>
        </p:sp>
        <p:sp>
          <p:nvSpPr>
            <p:cNvPr id="57" name="budget_coins_2_top">
              <a:extLst>
                <a:ext uri="{FF2B5EF4-FFF2-40B4-BE49-F238E27FC236}">
                  <a16:creationId xmlns:a16="http://schemas.microsoft.com/office/drawing/2014/main" id="{A9F87D31-50FA-48C0-896E-EC62016E36EA}"/>
                </a:ext>
              </a:extLst>
            </p:cNvPr>
            <p:cNvSpPr>
              <a:spLocks/>
            </p:cNvSpPr>
            <p:nvPr/>
          </p:nvSpPr>
          <p:spPr>
            <a:xfrm>
              <a:off x="3086100" y="2657475"/>
              <a:ext cx="228600" cy="95250"/>
            </a:xfrm>
            <a:prstGeom prst="ellipse">
              <a:avLst/>
            </a:prstGeom>
            <a:solidFill>
              <a:srgbClr val="FAFCFD"/>
            </a:solidFill>
            <a:ln w="17145">
              <a:solidFill>
                <a:srgbClr val="1D2D60"/>
              </a:solidFill>
              <a:prstDash val="solid"/>
            </a:ln>
          </p:spPr>
        </p:sp>
        <p:sp>
          <p:nvSpPr>
            <p:cNvPr id="58" name="budget_text">
              <a:extLst>
                <a:ext uri="{FF2B5EF4-FFF2-40B4-BE49-F238E27FC236}">
                  <a16:creationId xmlns:a16="http://schemas.microsoft.com/office/drawing/2014/main" id="{6F59BF39-CDAD-4B59-B242-FE092464210E}"/>
                </a:ext>
              </a:extLst>
            </p:cNvPr>
            <p:cNvSpPr>
              <a:spLocks/>
            </p:cNvSpPr>
            <p:nvPr/>
          </p:nvSpPr>
          <p:spPr>
            <a:xfrm>
              <a:off x="3438525" y="2446877"/>
              <a:ext cx="1238250" cy="27203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Budget</a:t>
              </a:r>
            </a:p>
          </p:txBody>
        </p:sp>
        <p:sp>
          <p:nvSpPr>
            <p:cNvPr id="59" name="budget_ruler">
              <a:extLst>
                <a:ext uri="{FF2B5EF4-FFF2-40B4-BE49-F238E27FC236}">
                  <a16:creationId xmlns:a16="http://schemas.microsoft.com/office/drawing/2014/main" id="{C700125C-435D-46AB-960C-B34950F09773}"/>
                </a:ext>
              </a:extLst>
            </p:cNvPr>
            <p:cNvSpPr>
              <a:spLocks/>
            </p:cNvSpPr>
            <p:nvPr/>
          </p:nvSpPr>
          <p:spPr>
            <a:xfrm>
              <a:off x="3495675" y="2800350"/>
              <a:ext cx="1200150" cy="95"/>
            </a:xfrm>
            <a:custGeom>
              <a:avLst/>
              <a:gdLst/>
              <a:ahLst/>
              <a:cxnLst/>
              <a:rect l="0" t="0" r="0" b="0"/>
              <a:pathLst>
                <a:path w="1200150" h="95">
                  <a:moveTo>
                    <a:pt x="0" y="0"/>
                  </a:moveTo>
                  <a:lnTo>
                    <a:pt x="1200150" y="0"/>
                  </a:lnTo>
                </a:path>
              </a:pathLst>
            </a:custGeom>
            <a:noFill/>
            <a:ln w="15240">
              <a:solidFill>
                <a:srgbClr val="1D2D60"/>
              </a:solidFill>
              <a:prstDash val="solid"/>
            </a:ln>
          </p:spPr>
        </p:sp>
        <p:sp>
          <p:nvSpPr>
            <p:cNvPr id="60" name="budget_tick_0">
              <a:extLst>
                <a:ext uri="{FF2B5EF4-FFF2-40B4-BE49-F238E27FC236}">
                  <a16:creationId xmlns:a16="http://schemas.microsoft.com/office/drawing/2014/main" id="{052DC37E-0AC9-4544-B2EA-0A4BBD3D7AF0}"/>
                </a:ext>
              </a:extLst>
            </p:cNvPr>
            <p:cNvSpPr>
              <a:spLocks/>
            </p:cNvSpPr>
            <p:nvPr/>
          </p:nvSpPr>
          <p:spPr>
            <a:xfrm>
              <a:off x="3495675" y="2743200"/>
              <a:ext cx="95" cy="123825"/>
            </a:xfrm>
            <a:custGeom>
              <a:avLst/>
              <a:gdLst/>
              <a:ahLst/>
              <a:cxnLst/>
              <a:rect l="0" t="0" r="0" b="0"/>
              <a:pathLst>
                <a:path w="95" h="123825">
                  <a:moveTo>
                    <a:pt x="0" y="0"/>
                  </a:moveTo>
                  <a:lnTo>
                    <a:pt x="0" y="123825"/>
                  </a:lnTo>
                </a:path>
              </a:pathLst>
            </a:custGeom>
            <a:noFill/>
            <a:ln w="13335">
              <a:solidFill>
                <a:srgbClr val="1D2D60"/>
              </a:solidFill>
              <a:prstDash val="solid"/>
            </a:ln>
          </p:spPr>
        </p:sp>
        <p:sp>
          <p:nvSpPr>
            <p:cNvPr id="61" name="budget_tick_1">
              <a:extLst>
                <a:ext uri="{FF2B5EF4-FFF2-40B4-BE49-F238E27FC236}">
                  <a16:creationId xmlns:a16="http://schemas.microsoft.com/office/drawing/2014/main" id="{5DAE3E80-439E-4E5A-BD8C-63881CA0F7B1}"/>
                </a:ext>
              </a:extLst>
            </p:cNvPr>
            <p:cNvSpPr>
              <a:spLocks/>
            </p:cNvSpPr>
            <p:nvPr/>
          </p:nvSpPr>
          <p:spPr>
            <a:xfrm>
              <a:off x="3895725" y="2743200"/>
              <a:ext cx="95" cy="123825"/>
            </a:xfrm>
            <a:custGeom>
              <a:avLst/>
              <a:gdLst/>
              <a:ahLst/>
              <a:cxnLst/>
              <a:rect l="0" t="0" r="0" b="0"/>
              <a:pathLst>
                <a:path w="95" h="123825">
                  <a:moveTo>
                    <a:pt x="0" y="0"/>
                  </a:moveTo>
                  <a:lnTo>
                    <a:pt x="0" y="123825"/>
                  </a:lnTo>
                </a:path>
              </a:pathLst>
            </a:custGeom>
            <a:noFill/>
            <a:ln w="13335">
              <a:solidFill>
                <a:srgbClr val="1D2D60"/>
              </a:solidFill>
              <a:prstDash val="solid"/>
            </a:ln>
          </p:spPr>
        </p:sp>
        <p:sp>
          <p:nvSpPr>
            <p:cNvPr id="62" name="budget_tick_2">
              <a:extLst>
                <a:ext uri="{FF2B5EF4-FFF2-40B4-BE49-F238E27FC236}">
                  <a16:creationId xmlns:a16="http://schemas.microsoft.com/office/drawing/2014/main" id="{12B85E19-44F8-457A-857F-9F9D1C65D004}"/>
                </a:ext>
              </a:extLst>
            </p:cNvPr>
            <p:cNvSpPr>
              <a:spLocks/>
            </p:cNvSpPr>
            <p:nvPr/>
          </p:nvSpPr>
          <p:spPr>
            <a:xfrm>
              <a:off x="4295775" y="2743200"/>
              <a:ext cx="95" cy="123825"/>
            </a:xfrm>
            <a:custGeom>
              <a:avLst/>
              <a:gdLst/>
              <a:ahLst/>
              <a:cxnLst/>
              <a:rect l="0" t="0" r="0" b="0"/>
              <a:pathLst>
                <a:path w="95" h="123825">
                  <a:moveTo>
                    <a:pt x="0" y="0"/>
                  </a:moveTo>
                  <a:lnTo>
                    <a:pt x="0" y="123825"/>
                  </a:lnTo>
                </a:path>
              </a:pathLst>
            </a:custGeom>
            <a:noFill/>
            <a:ln w="13335">
              <a:solidFill>
                <a:srgbClr val="1D2D60"/>
              </a:solidFill>
              <a:prstDash val="solid"/>
            </a:ln>
          </p:spPr>
        </p:sp>
        <p:sp>
          <p:nvSpPr>
            <p:cNvPr id="63" name="budget_tick_3">
              <a:extLst>
                <a:ext uri="{FF2B5EF4-FFF2-40B4-BE49-F238E27FC236}">
                  <a16:creationId xmlns:a16="http://schemas.microsoft.com/office/drawing/2014/main" id="{E8819B25-F114-4B32-BCCD-424B51FEB8D7}"/>
                </a:ext>
              </a:extLst>
            </p:cNvPr>
            <p:cNvSpPr>
              <a:spLocks/>
            </p:cNvSpPr>
            <p:nvPr/>
          </p:nvSpPr>
          <p:spPr>
            <a:xfrm>
              <a:off x="4695825" y="2743200"/>
              <a:ext cx="95" cy="123825"/>
            </a:xfrm>
            <a:custGeom>
              <a:avLst/>
              <a:gdLst/>
              <a:ahLst/>
              <a:cxnLst/>
              <a:rect l="0" t="0" r="0" b="0"/>
              <a:pathLst>
                <a:path w="95" h="123825">
                  <a:moveTo>
                    <a:pt x="0" y="0"/>
                  </a:moveTo>
                  <a:lnTo>
                    <a:pt x="0" y="123825"/>
                  </a:lnTo>
                </a:path>
              </a:pathLst>
            </a:custGeom>
            <a:noFill/>
            <a:ln w="13335">
              <a:solidFill>
                <a:srgbClr val="1D2D60"/>
              </a:solidFill>
              <a:prstDash val="solid"/>
            </a:ln>
          </p:spPr>
        </p:sp>
      </p:grpSp>
      <p:grpSp>
        <p:nvGrpSpPr>
          <p:cNvPr id="345" name="tool_library">
            <a:extLst>
              <a:ext uri="{FF2B5EF4-FFF2-40B4-BE49-F238E27FC236}">
                <a16:creationId xmlns:a16="http://schemas.microsoft.com/office/drawing/2014/main" id="{DF68C0C9-9E09-8132-C196-62DF68BC0656}"/>
              </a:ext>
            </a:extLst>
          </p:cNvPr>
          <p:cNvGrpSpPr/>
          <p:nvPr/>
        </p:nvGrpSpPr>
        <p:grpSpPr>
          <a:xfrm>
            <a:off x="11020425" y="990600"/>
            <a:ext cx="4686300" cy="2266950"/>
            <a:chOff x="11020425" y="990600"/>
            <a:chExt cx="4686300" cy="2266950"/>
          </a:xfrm>
        </p:grpSpPr>
        <p:sp>
          <p:nvSpPr>
            <p:cNvPr id="64" name="tool_library_frame">
              <a:extLst>
                <a:ext uri="{FF2B5EF4-FFF2-40B4-BE49-F238E27FC236}">
                  <a16:creationId xmlns:a16="http://schemas.microsoft.com/office/drawing/2014/main" id="{CE84A0AB-CF22-40CE-BE7C-930C814664B0}"/>
                </a:ext>
              </a:extLst>
            </p:cNvPr>
            <p:cNvSpPr>
              <a:spLocks/>
            </p:cNvSpPr>
            <p:nvPr/>
          </p:nvSpPr>
          <p:spPr>
            <a:xfrm>
              <a:off x="11020425" y="990600"/>
              <a:ext cx="4686300" cy="2266950"/>
            </a:xfrm>
            <a:prstGeom prst="roundRect">
              <a:avLst>
                <a:gd name="adj" fmla="val 5882"/>
              </a:avLst>
            </a:prstGeom>
            <a:gradFill>
              <a:gsLst>
                <a:gs pos="0">
                  <a:srgbClr val="FCFDFE"/>
                </a:gs>
                <a:gs pos="100000">
                  <a:srgbClr val="F4F7FC"/>
                </a:gs>
              </a:gsLst>
              <a:lin ang="5400000"/>
            </a:gradFill>
            <a:ln w="14764">
              <a:solidFill>
                <a:srgbClr val="778BC1"/>
              </a:solidFill>
              <a:prstDash val="solid"/>
            </a:ln>
          </p:spPr>
        </p:sp>
        <p:sp>
          <p:nvSpPr>
            <p:cNvPr id="65" name="tool_library_header">
              <a:extLst>
                <a:ext uri="{FF2B5EF4-FFF2-40B4-BE49-F238E27FC236}">
                  <a16:creationId xmlns:a16="http://schemas.microsoft.com/office/drawing/2014/main" id="{BBA5BC83-2948-4AF2-AA9F-8D3AF7345890}"/>
                </a:ext>
              </a:extLst>
            </p:cNvPr>
            <p:cNvSpPr>
              <a:spLocks/>
            </p:cNvSpPr>
            <p:nvPr/>
          </p:nvSpPr>
          <p:spPr>
            <a:xfrm>
              <a:off x="11029950" y="1000125"/>
              <a:ext cx="4667250" cy="447675"/>
            </a:xfrm>
            <a:custGeom>
              <a:avLst/>
              <a:gdLst/>
              <a:ahLst/>
              <a:cxnLst/>
              <a:rect l="0" t="0" r="0" b="0"/>
              <a:pathLst>
                <a:path w="4667250" h="447675">
                  <a:moveTo>
                    <a:pt x="123825" y="0"/>
                  </a:moveTo>
                  <a:lnTo>
                    <a:pt x="4543425" y="0"/>
                  </a:lnTo>
                  <a:cubicBezTo>
                    <a:pt x="4638675" y="0"/>
                    <a:pt x="4667250" y="38100"/>
                    <a:pt x="4667250" y="123825"/>
                  </a:cubicBezTo>
                  <a:lnTo>
                    <a:pt x="4667250" y="447675"/>
                  </a:lnTo>
                  <a:lnTo>
                    <a:pt x="0" y="447675"/>
                  </a:lnTo>
                  <a:lnTo>
                    <a:pt x="0" y="123825"/>
                  </a:lnTo>
                  <a:cubicBezTo>
                    <a:pt x="0" y="38100"/>
                    <a:pt x="38100" y="0"/>
                    <a:pt x="123825" y="0"/>
                  </a:cubicBezTo>
                  <a:close/>
                </a:path>
              </a:pathLst>
            </a:custGeom>
            <a:gradFill>
              <a:gsLst>
                <a:gs pos="0">
                  <a:srgbClr val="E6EDF9"/>
                </a:gs>
                <a:gs pos="100000">
                  <a:srgbClr val="DDE7F8"/>
                </a:gs>
              </a:gsLst>
              <a:lin ang="5400000"/>
            </a:gradFill>
            <a:ln w="0">
              <a:noFill/>
              <a:prstDash val="solid"/>
            </a:ln>
          </p:spPr>
        </p:sp>
        <p:sp>
          <p:nvSpPr>
            <p:cNvPr id="66" name="tool_library_heading">
              <a:extLst>
                <a:ext uri="{FF2B5EF4-FFF2-40B4-BE49-F238E27FC236}">
                  <a16:creationId xmlns:a16="http://schemas.microsoft.com/office/drawing/2014/main" id="{D8B9F314-0538-4D6F-A09D-92CFF95A57DE}"/>
                </a:ext>
              </a:extLst>
            </p:cNvPr>
            <p:cNvSpPr>
              <a:spLocks/>
            </p:cNvSpPr>
            <p:nvPr/>
          </p:nvSpPr>
          <p:spPr>
            <a:xfrm>
              <a:off x="11201400" y="1037082"/>
              <a:ext cx="4343400" cy="41452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2400" b="1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defRPr sz="2400" b="1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400" b="1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Tool library</a:t>
              </a:r>
            </a:p>
          </p:txBody>
        </p:sp>
        <p:sp>
          <p:nvSpPr>
            <p:cNvPr id="67" name="tool_divider_1">
              <a:extLst>
                <a:ext uri="{FF2B5EF4-FFF2-40B4-BE49-F238E27FC236}">
                  <a16:creationId xmlns:a16="http://schemas.microsoft.com/office/drawing/2014/main" id="{F9FB3860-53E3-40FC-89B1-6C65B22EF26A}"/>
                </a:ext>
              </a:extLst>
            </p:cNvPr>
            <p:cNvSpPr>
              <a:spLocks/>
            </p:cNvSpPr>
            <p:nvPr/>
          </p:nvSpPr>
          <p:spPr>
            <a:xfrm>
              <a:off x="12573000" y="1590675"/>
              <a:ext cx="95" cy="1095375"/>
            </a:xfrm>
            <a:custGeom>
              <a:avLst/>
              <a:gdLst/>
              <a:ahLst/>
              <a:cxnLst/>
              <a:rect l="0" t="0" r="0" b="0"/>
              <a:pathLst>
                <a:path w="95" h="1095375">
                  <a:moveTo>
                    <a:pt x="0" y="0"/>
                  </a:moveTo>
                  <a:lnTo>
                    <a:pt x="0" y="1095375"/>
                  </a:lnTo>
                </a:path>
              </a:pathLst>
            </a:custGeom>
            <a:noFill/>
            <a:ln w="9525">
              <a:solidFill>
                <a:srgbClr val="DCE5F6"/>
              </a:solidFill>
              <a:prstDash val="solid"/>
            </a:ln>
          </p:spPr>
        </p:sp>
        <p:sp>
          <p:nvSpPr>
            <p:cNvPr id="68" name="tool_divider_2">
              <a:extLst>
                <a:ext uri="{FF2B5EF4-FFF2-40B4-BE49-F238E27FC236}">
                  <a16:creationId xmlns:a16="http://schemas.microsoft.com/office/drawing/2014/main" id="{22E162DC-ECAF-425C-84BC-466E8F5021C4}"/>
                </a:ext>
              </a:extLst>
            </p:cNvPr>
            <p:cNvSpPr>
              <a:spLocks/>
            </p:cNvSpPr>
            <p:nvPr/>
          </p:nvSpPr>
          <p:spPr>
            <a:xfrm>
              <a:off x="14068425" y="1600200"/>
              <a:ext cx="95" cy="1085850"/>
            </a:xfrm>
            <a:custGeom>
              <a:avLst/>
              <a:gdLst/>
              <a:ahLst/>
              <a:cxnLst/>
              <a:rect l="0" t="0" r="0" b="0"/>
              <a:pathLst>
                <a:path w="95" h="1085850">
                  <a:moveTo>
                    <a:pt x="0" y="0"/>
                  </a:moveTo>
                  <a:lnTo>
                    <a:pt x="0" y="1085850"/>
                  </a:lnTo>
                </a:path>
              </a:pathLst>
            </a:custGeom>
            <a:noFill/>
            <a:ln w="9525">
              <a:solidFill>
                <a:srgbClr val="DCE5F6"/>
              </a:solidFill>
              <a:prstDash val="solid"/>
            </a:ln>
          </p:spPr>
        </p:sp>
        <p:sp>
          <p:nvSpPr>
            <p:cNvPr id="69" name="tool_wave_axis">
              <a:extLst>
                <a:ext uri="{FF2B5EF4-FFF2-40B4-BE49-F238E27FC236}">
                  <a16:creationId xmlns:a16="http://schemas.microsoft.com/office/drawing/2014/main" id="{F6D5E866-47C3-4F93-AE11-62EEB82DDCA9}"/>
                </a:ext>
              </a:extLst>
            </p:cNvPr>
            <p:cNvSpPr>
              <a:spLocks/>
            </p:cNvSpPr>
            <p:nvPr/>
          </p:nvSpPr>
          <p:spPr>
            <a:xfrm>
              <a:off x="11239500" y="1743075"/>
              <a:ext cx="95" cy="714375"/>
            </a:xfrm>
            <a:custGeom>
              <a:avLst/>
              <a:gdLst/>
              <a:ahLst/>
              <a:cxnLst/>
              <a:rect l="0" t="0" r="0" b="0"/>
              <a:pathLst>
                <a:path w="95" h="714375">
                  <a:moveTo>
                    <a:pt x="0" y="0"/>
                  </a:moveTo>
                  <a:lnTo>
                    <a:pt x="0" y="714375"/>
                  </a:lnTo>
                </a:path>
              </a:pathLst>
            </a:custGeom>
            <a:noFill/>
            <a:ln w="11430">
              <a:solidFill>
                <a:srgbClr val="37487F"/>
              </a:solidFill>
              <a:prstDash val="solid"/>
            </a:ln>
          </p:spPr>
        </p:sp>
        <p:sp>
          <p:nvSpPr>
            <p:cNvPr id="70" name="data_tool_trace">
              <a:extLst>
                <a:ext uri="{FF2B5EF4-FFF2-40B4-BE49-F238E27FC236}">
                  <a16:creationId xmlns:a16="http://schemas.microsoft.com/office/drawing/2014/main" id="{0A9C1A6A-9D9E-46F3-A494-17E48295A775}"/>
                </a:ext>
              </a:extLst>
            </p:cNvPr>
            <p:cNvSpPr>
              <a:spLocks/>
            </p:cNvSpPr>
            <p:nvPr/>
          </p:nvSpPr>
          <p:spPr>
            <a:xfrm>
              <a:off x="11306175" y="1762125"/>
              <a:ext cx="1190625" cy="685800"/>
            </a:xfrm>
            <a:custGeom>
              <a:avLst/>
              <a:gdLst/>
              <a:ahLst/>
              <a:cxnLst/>
              <a:rect l="0" t="0" r="0" b="0"/>
              <a:pathLst>
                <a:path w="1190625" h="685800">
                  <a:moveTo>
                    <a:pt x="0" y="419100"/>
                  </a:moveTo>
                  <a:lnTo>
                    <a:pt x="76200" y="438150"/>
                  </a:lnTo>
                  <a:lnTo>
                    <a:pt x="152400" y="352425"/>
                  </a:lnTo>
                  <a:lnTo>
                    <a:pt x="238125" y="514350"/>
                  </a:lnTo>
                  <a:lnTo>
                    <a:pt x="304800" y="28575"/>
                  </a:lnTo>
                  <a:lnTo>
                    <a:pt x="390525" y="666750"/>
                  </a:lnTo>
                  <a:lnTo>
                    <a:pt x="476250" y="209550"/>
                  </a:lnTo>
                  <a:lnTo>
                    <a:pt x="571500" y="390525"/>
                  </a:lnTo>
                  <a:lnTo>
                    <a:pt x="647700" y="0"/>
                  </a:lnTo>
                  <a:lnTo>
                    <a:pt x="733425" y="685800"/>
                  </a:lnTo>
                  <a:lnTo>
                    <a:pt x="819150" y="238125"/>
                  </a:lnTo>
                  <a:lnTo>
                    <a:pt x="914400" y="552450"/>
                  </a:lnTo>
                  <a:lnTo>
                    <a:pt x="1000125" y="352425"/>
                  </a:lnTo>
                  <a:lnTo>
                    <a:pt x="1104900" y="409575"/>
                  </a:lnTo>
                  <a:lnTo>
                    <a:pt x="1190625" y="314325"/>
                  </a:lnTo>
                </a:path>
              </a:pathLst>
            </a:custGeom>
            <a:noFill/>
            <a:ln w="25718">
              <a:solidFill>
                <a:srgbClr val="37487F"/>
              </a:solidFill>
              <a:prstDash val="solid"/>
            </a:ln>
          </p:spPr>
        </p:sp>
        <p:sp>
          <p:nvSpPr>
            <p:cNvPr id="71" name="model_edge_0">
              <a:extLst>
                <a:ext uri="{FF2B5EF4-FFF2-40B4-BE49-F238E27FC236}">
                  <a16:creationId xmlns:a16="http://schemas.microsoft.com/office/drawing/2014/main" id="{D3C0FD69-1480-4790-8FE9-F6A1A5D66E0F}"/>
                </a:ext>
              </a:extLst>
            </p:cNvPr>
            <p:cNvSpPr>
              <a:spLocks/>
            </p:cNvSpPr>
            <p:nvPr/>
          </p:nvSpPr>
          <p:spPr>
            <a:xfrm>
              <a:off x="12982575" y="1676400"/>
              <a:ext cx="333375" cy="381000"/>
            </a:xfrm>
            <a:custGeom>
              <a:avLst/>
              <a:gdLst/>
              <a:ahLst/>
              <a:cxnLst/>
              <a:rect l="0" t="0" r="0" b="0"/>
              <a:pathLst>
                <a:path w="333375" h="381000">
                  <a:moveTo>
                    <a:pt x="0" y="381000"/>
                  </a:moveTo>
                  <a:lnTo>
                    <a:pt x="333375" y="0"/>
                  </a:lnTo>
                </a:path>
              </a:pathLst>
            </a:custGeom>
            <a:noFill/>
            <a:ln w="20003">
              <a:solidFill>
                <a:srgbClr val="37487F"/>
              </a:solidFill>
              <a:prstDash val="solid"/>
            </a:ln>
          </p:spPr>
        </p:sp>
        <p:sp>
          <p:nvSpPr>
            <p:cNvPr id="72" name="model_edge_1">
              <a:extLst>
                <a:ext uri="{FF2B5EF4-FFF2-40B4-BE49-F238E27FC236}">
                  <a16:creationId xmlns:a16="http://schemas.microsoft.com/office/drawing/2014/main" id="{5D07512E-23F5-44B9-9FEE-5C3EDD85B4E2}"/>
                </a:ext>
              </a:extLst>
            </p:cNvPr>
            <p:cNvSpPr>
              <a:spLocks/>
            </p:cNvSpPr>
            <p:nvPr/>
          </p:nvSpPr>
          <p:spPr>
            <a:xfrm>
              <a:off x="12982575" y="2057400"/>
              <a:ext cx="333375" cy="95"/>
            </a:xfrm>
            <a:custGeom>
              <a:avLst/>
              <a:gdLst/>
              <a:ahLst/>
              <a:cxnLst/>
              <a:rect l="0" t="0" r="0" b="0"/>
              <a:pathLst>
                <a:path w="333375" h="9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noFill/>
            <a:ln w="20003">
              <a:solidFill>
                <a:srgbClr val="37487F"/>
              </a:solidFill>
              <a:prstDash val="solid"/>
            </a:ln>
          </p:spPr>
        </p:sp>
        <p:sp>
          <p:nvSpPr>
            <p:cNvPr id="73" name="model_edge_2">
              <a:extLst>
                <a:ext uri="{FF2B5EF4-FFF2-40B4-BE49-F238E27FC236}">
                  <a16:creationId xmlns:a16="http://schemas.microsoft.com/office/drawing/2014/main" id="{EAD363D1-E08E-4A37-A7A1-704405558247}"/>
                </a:ext>
              </a:extLst>
            </p:cNvPr>
            <p:cNvSpPr>
              <a:spLocks/>
            </p:cNvSpPr>
            <p:nvPr/>
          </p:nvSpPr>
          <p:spPr>
            <a:xfrm>
              <a:off x="12982575" y="2057400"/>
              <a:ext cx="76200" cy="342900"/>
            </a:xfrm>
            <a:custGeom>
              <a:avLst/>
              <a:gdLst/>
              <a:ahLst/>
              <a:cxnLst/>
              <a:rect l="0" t="0" r="0" b="0"/>
              <a:pathLst>
                <a:path w="76200" h="342900">
                  <a:moveTo>
                    <a:pt x="0" y="0"/>
                  </a:moveTo>
                  <a:lnTo>
                    <a:pt x="76200" y="342900"/>
                  </a:lnTo>
                </a:path>
              </a:pathLst>
            </a:custGeom>
            <a:noFill/>
            <a:ln w="20003">
              <a:solidFill>
                <a:srgbClr val="37487F"/>
              </a:solidFill>
              <a:prstDash val="solid"/>
            </a:ln>
          </p:spPr>
        </p:sp>
        <p:sp>
          <p:nvSpPr>
            <p:cNvPr id="74" name="model_edge_3">
              <a:extLst>
                <a:ext uri="{FF2B5EF4-FFF2-40B4-BE49-F238E27FC236}">
                  <a16:creationId xmlns:a16="http://schemas.microsoft.com/office/drawing/2014/main" id="{C986D873-8EB6-40F5-AC73-E4DD1A0E53BE}"/>
                </a:ext>
              </a:extLst>
            </p:cNvPr>
            <p:cNvSpPr>
              <a:spLocks/>
            </p:cNvSpPr>
            <p:nvPr/>
          </p:nvSpPr>
          <p:spPr>
            <a:xfrm>
              <a:off x="13315950" y="1676400"/>
              <a:ext cx="95" cy="381000"/>
            </a:xfrm>
            <a:custGeom>
              <a:avLst/>
              <a:gdLst/>
              <a:ahLst/>
              <a:cxnLst/>
              <a:rect l="0" t="0" r="0" b="0"/>
              <a:pathLst>
                <a:path w="9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20003">
              <a:solidFill>
                <a:srgbClr val="37487F"/>
              </a:solidFill>
              <a:prstDash val="solid"/>
            </a:ln>
          </p:spPr>
        </p:sp>
        <p:sp>
          <p:nvSpPr>
            <p:cNvPr id="75" name="model_edge_4">
              <a:extLst>
                <a:ext uri="{FF2B5EF4-FFF2-40B4-BE49-F238E27FC236}">
                  <a16:creationId xmlns:a16="http://schemas.microsoft.com/office/drawing/2014/main" id="{331CC530-D080-4D9F-AA97-03361943735D}"/>
                </a:ext>
              </a:extLst>
            </p:cNvPr>
            <p:cNvSpPr>
              <a:spLocks/>
            </p:cNvSpPr>
            <p:nvPr/>
          </p:nvSpPr>
          <p:spPr>
            <a:xfrm>
              <a:off x="13315950" y="1676400"/>
              <a:ext cx="333375" cy="161925"/>
            </a:xfrm>
            <a:custGeom>
              <a:avLst/>
              <a:gdLst/>
              <a:ahLst/>
              <a:cxnLst/>
              <a:rect l="0" t="0" r="0" b="0"/>
              <a:pathLst>
                <a:path w="333375" h="161925">
                  <a:moveTo>
                    <a:pt x="0" y="0"/>
                  </a:moveTo>
                  <a:lnTo>
                    <a:pt x="333375" y="161925"/>
                  </a:lnTo>
                </a:path>
              </a:pathLst>
            </a:custGeom>
            <a:noFill/>
            <a:ln w="20003">
              <a:solidFill>
                <a:srgbClr val="37487F"/>
              </a:solidFill>
              <a:prstDash val="solid"/>
            </a:ln>
          </p:spPr>
        </p:sp>
        <p:sp>
          <p:nvSpPr>
            <p:cNvPr id="76" name="model_edge_5">
              <a:extLst>
                <a:ext uri="{FF2B5EF4-FFF2-40B4-BE49-F238E27FC236}">
                  <a16:creationId xmlns:a16="http://schemas.microsoft.com/office/drawing/2014/main" id="{6141ECE4-C328-44A8-885E-CA35AAAFA7E2}"/>
                </a:ext>
              </a:extLst>
            </p:cNvPr>
            <p:cNvSpPr>
              <a:spLocks/>
            </p:cNvSpPr>
            <p:nvPr/>
          </p:nvSpPr>
          <p:spPr>
            <a:xfrm>
              <a:off x="13315950" y="1838325"/>
              <a:ext cx="333375" cy="219075"/>
            </a:xfrm>
            <a:custGeom>
              <a:avLst/>
              <a:gdLst/>
              <a:ahLst/>
              <a:cxnLst/>
              <a:rect l="0" t="0" r="0" b="0"/>
              <a:pathLst>
                <a:path w="333375" h="219075">
                  <a:moveTo>
                    <a:pt x="0" y="219075"/>
                  </a:moveTo>
                  <a:lnTo>
                    <a:pt x="333375" y="0"/>
                  </a:lnTo>
                </a:path>
              </a:pathLst>
            </a:custGeom>
            <a:noFill/>
            <a:ln w="20003">
              <a:solidFill>
                <a:srgbClr val="37487F"/>
              </a:solidFill>
              <a:prstDash val="solid"/>
            </a:ln>
          </p:spPr>
        </p:sp>
        <p:sp>
          <p:nvSpPr>
            <p:cNvPr id="77" name="model_edge_6">
              <a:extLst>
                <a:ext uri="{FF2B5EF4-FFF2-40B4-BE49-F238E27FC236}">
                  <a16:creationId xmlns:a16="http://schemas.microsoft.com/office/drawing/2014/main" id="{B8FBFDA2-9C7E-4842-8B21-D7D20860CA53}"/>
                </a:ext>
              </a:extLst>
            </p:cNvPr>
            <p:cNvSpPr>
              <a:spLocks/>
            </p:cNvSpPr>
            <p:nvPr/>
          </p:nvSpPr>
          <p:spPr>
            <a:xfrm>
              <a:off x="13315950" y="2057400"/>
              <a:ext cx="333375" cy="228600"/>
            </a:xfrm>
            <a:custGeom>
              <a:avLst/>
              <a:gdLst/>
              <a:ahLst/>
              <a:cxnLst/>
              <a:rect l="0" t="0" r="0" b="0"/>
              <a:pathLst>
                <a:path w="333375" h="228600">
                  <a:moveTo>
                    <a:pt x="0" y="0"/>
                  </a:moveTo>
                  <a:lnTo>
                    <a:pt x="333375" y="228600"/>
                  </a:lnTo>
                </a:path>
              </a:pathLst>
            </a:custGeom>
            <a:noFill/>
            <a:ln w="20003">
              <a:solidFill>
                <a:srgbClr val="37487F"/>
              </a:solidFill>
              <a:prstDash val="solid"/>
            </a:ln>
          </p:spPr>
        </p:sp>
        <p:sp>
          <p:nvSpPr>
            <p:cNvPr id="78" name="model_edge_7">
              <a:extLst>
                <a:ext uri="{FF2B5EF4-FFF2-40B4-BE49-F238E27FC236}">
                  <a16:creationId xmlns:a16="http://schemas.microsoft.com/office/drawing/2014/main" id="{41F09524-F937-47B0-80A2-94C0982A2572}"/>
                </a:ext>
              </a:extLst>
            </p:cNvPr>
            <p:cNvSpPr>
              <a:spLocks/>
            </p:cNvSpPr>
            <p:nvPr/>
          </p:nvSpPr>
          <p:spPr>
            <a:xfrm>
              <a:off x="13058775" y="2057400"/>
              <a:ext cx="257175" cy="342900"/>
            </a:xfrm>
            <a:custGeom>
              <a:avLst/>
              <a:gdLst/>
              <a:ahLst/>
              <a:cxnLst/>
              <a:rect l="0" t="0" r="0" b="0"/>
              <a:pathLst>
                <a:path w="257175" h="342900">
                  <a:moveTo>
                    <a:pt x="257175" y="0"/>
                  </a:moveTo>
                  <a:lnTo>
                    <a:pt x="0" y="342900"/>
                  </a:lnTo>
                </a:path>
              </a:pathLst>
            </a:custGeom>
            <a:noFill/>
            <a:ln w="20003">
              <a:solidFill>
                <a:srgbClr val="37487F"/>
              </a:solidFill>
              <a:prstDash val="solid"/>
            </a:ln>
          </p:spPr>
        </p:sp>
        <p:sp>
          <p:nvSpPr>
            <p:cNvPr id="79" name="model_edge_8">
              <a:extLst>
                <a:ext uri="{FF2B5EF4-FFF2-40B4-BE49-F238E27FC236}">
                  <a16:creationId xmlns:a16="http://schemas.microsoft.com/office/drawing/2014/main" id="{01CDA73A-6E18-4FE1-B4E7-B1E907626C73}"/>
                </a:ext>
              </a:extLst>
            </p:cNvPr>
            <p:cNvSpPr>
              <a:spLocks/>
            </p:cNvSpPr>
            <p:nvPr/>
          </p:nvSpPr>
          <p:spPr>
            <a:xfrm>
              <a:off x="13649325" y="1838325"/>
              <a:ext cx="95" cy="447675"/>
            </a:xfrm>
            <a:custGeom>
              <a:avLst/>
              <a:gdLst/>
              <a:ahLst/>
              <a:cxnLst/>
              <a:rect l="0" t="0" r="0" b="0"/>
              <a:pathLst>
                <a:path w="95" h="447675">
                  <a:moveTo>
                    <a:pt x="0" y="0"/>
                  </a:moveTo>
                  <a:lnTo>
                    <a:pt x="0" y="447675"/>
                  </a:lnTo>
                </a:path>
              </a:pathLst>
            </a:custGeom>
            <a:noFill/>
            <a:ln w="20003">
              <a:solidFill>
                <a:srgbClr val="37487F"/>
              </a:solidFill>
              <a:prstDash val="solid"/>
            </a:ln>
          </p:spPr>
        </p:sp>
        <p:sp>
          <p:nvSpPr>
            <p:cNvPr id="80" name="model_edge_9">
              <a:extLst>
                <a:ext uri="{FF2B5EF4-FFF2-40B4-BE49-F238E27FC236}">
                  <a16:creationId xmlns:a16="http://schemas.microsoft.com/office/drawing/2014/main" id="{61143BE2-78C5-4EBD-939F-E86F28A4AC93}"/>
                </a:ext>
              </a:extLst>
            </p:cNvPr>
            <p:cNvSpPr>
              <a:spLocks/>
            </p:cNvSpPr>
            <p:nvPr/>
          </p:nvSpPr>
          <p:spPr>
            <a:xfrm>
              <a:off x="13058775" y="2286000"/>
              <a:ext cx="590550" cy="114300"/>
            </a:xfrm>
            <a:custGeom>
              <a:avLst/>
              <a:gdLst/>
              <a:ahLst/>
              <a:cxnLst/>
              <a:rect l="0" t="0" r="0" b="0"/>
              <a:pathLst>
                <a:path w="590550" h="114300">
                  <a:moveTo>
                    <a:pt x="590550" y="0"/>
                  </a:moveTo>
                  <a:lnTo>
                    <a:pt x="0" y="114300"/>
                  </a:lnTo>
                </a:path>
              </a:pathLst>
            </a:custGeom>
            <a:noFill/>
            <a:ln w="20003">
              <a:solidFill>
                <a:srgbClr val="37487F"/>
              </a:solidFill>
              <a:prstDash val="solid"/>
            </a:ln>
          </p:spPr>
        </p:sp>
        <p:sp>
          <p:nvSpPr>
            <p:cNvPr id="81" name="model_node_0">
              <a:extLst>
                <a:ext uri="{FF2B5EF4-FFF2-40B4-BE49-F238E27FC236}">
                  <a16:creationId xmlns:a16="http://schemas.microsoft.com/office/drawing/2014/main" id="{F610AC95-8911-4161-9352-B6410855A680}"/>
                </a:ext>
              </a:extLst>
            </p:cNvPr>
            <p:cNvSpPr>
              <a:spLocks/>
            </p:cNvSpPr>
            <p:nvPr/>
          </p:nvSpPr>
          <p:spPr>
            <a:xfrm>
              <a:off x="12913995" y="1988820"/>
              <a:ext cx="137160" cy="137160"/>
            </a:xfrm>
            <a:prstGeom prst="ellipse">
              <a:avLst/>
            </a:prstGeom>
            <a:solidFill>
              <a:srgbClr val="F9FCFF"/>
            </a:solidFill>
            <a:ln w="26670">
              <a:solidFill>
                <a:srgbClr val="37487F"/>
              </a:solidFill>
              <a:prstDash val="solid"/>
            </a:ln>
          </p:spPr>
        </p:sp>
        <p:sp>
          <p:nvSpPr>
            <p:cNvPr id="82" name="model_node_1">
              <a:extLst>
                <a:ext uri="{FF2B5EF4-FFF2-40B4-BE49-F238E27FC236}">
                  <a16:creationId xmlns:a16="http://schemas.microsoft.com/office/drawing/2014/main" id="{B03AA5AB-4417-4AFF-8246-42891B2AC6F3}"/>
                </a:ext>
              </a:extLst>
            </p:cNvPr>
            <p:cNvSpPr>
              <a:spLocks/>
            </p:cNvSpPr>
            <p:nvPr/>
          </p:nvSpPr>
          <p:spPr>
            <a:xfrm>
              <a:off x="13247370" y="1607820"/>
              <a:ext cx="137160" cy="137160"/>
            </a:xfrm>
            <a:prstGeom prst="ellipse">
              <a:avLst/>
            </a:prstGeom>
            <a:solidFill>
              <a:srgbClr val="F9FCFF"/>
            </a:solidFill>
            <a:ln w="26670">
              <a:solidFill>
                <a:srgbClr val="37487F"/>
              </a:solidFill>
              <a:prstDash val="solid"/>
            </a:ln>
          </p:spPr>
        </p:sp>
        <p:sp>
          <p:nvSpPr>
            <p:cNvPr id="83" name="model_node_2">
              <a:extLst>
                <a:ext uri="{FF2B5EF4-FFF2-40B4-BE49-F238E27FC236}">
                  <a16:creationId xmlns:a16="http://schemas.microsoft.com/office/drawing/2014/main" id="{C1C1D047-ED83-4A67-867C-C6E7A86FCD1E}"/>
                </a:ext>
              </a:extLst>
            </p:cNvPr>
            <p:cNvSpPr>
              <a:spLocks/>
            </p:cNvSpPr>
            <p:nvPr/>
          </p:nvSpPr>
          <p:spPr>
            <a:xfrm>
              <a:off x="13247370" y="1988820"/>
              <a:ext cx="137160" cy="137160"/>
            </a:xfrm>
            <a:prstGeom prst="ellipse">
              <a:avLst/>
            </a:prstGeom>
            <a:solidFill>
              <a:srgbClr val="F9FCFF"/>
            </a:solidFill>
            <a:ln w="26670">
              <a:solidFill>
                <a:srgbClr val="37487F"/>
              </a:solidFill>
              <a:prstDash val="solid"/>
            </a:ln>
          </p:spPr>
        </p:sp>
        <p:sp>
          <p:nvSpPr>
            <p:cNvPr id="84" name="model_node_3">
              <a:extLst>
                <a:ext uri="{FF2B5EF4-FFF2-40B4-BE49-F238E27FC236}">
                  <a16:creationId xmlns:a16="http://schemas.microsoft.com/office/drawing/2014/main" id="{6EE96376-6073-46F6-94FF-187BDD5C1710}"/>
                </a:ext>
              </a:extLst>
            </p:cNvPr>
            <p:cNvSpPr>
              <a:spLocks/>
            </p:cNvSpPr>
            <p:nvPr/>
          </p:nvSpPr>
          <p:spPr>
            <a:xfrm>
              <a:off x="13580745" y="1769745"/>
              <a:ext cx="137160" cy="137160"/>
            </a:xfrm>
            <a:prstGeom prst="ellipse">
              <a:avLst/>
            </a:prstGeom>
            <a:solidFill>
              <a:srgbClr val="F9FCFF"/>
            </a:solidFill>
            <a:ln w="26670">
              <a:solidFill>
                <a:srgbClr val="37487F"/>
              </a:solidFill>
              <a:prstDash val="solid"/>
            </a:ln>
          </p:spPr>
        </p:sp>
        <p:sp>
          <p:nvSpPr>
            <p:cNvPr id="85" name="model_node_4">
              <a:extLst>
                <a:ext uri="{FF2B5EF4-FFF2-40B4-BE49-F238E27FC236}">
                  <a16:creationId xmlns:a16="http://schemas.microsoft.com/office/drawing/2014/main" id="{A54194BF-57F2-4B0E-84D5-3E276E2532DA}"/>
                </a:ext>
              </a:extLst>
            </p:cNvPr>
            <p:cNvSpPr>
              <a:spLocks/>
            </p:cNvSpPr>
            <p:nvPr/>
          </p:nvSpPr>
          <p:spPr>
            <a:xfrm>
              <a:off x="13580745" y="2217420"/>
              <a:ext cx="137160" cy="137160"/>
            </a:xfrm>
            <a:prstGeom prst="ellipse">
              <a:avLst/>
            </a:prstGeom>
            <a:solidFill>
              <a:srgbClr val="F9FCFF"/>
            </a:solidFill>
            <a:ln w="26670">
              <a:solidFill>
                <a:srgbClr val="37487F"/>
              </a:solidFill>
              <a:prstDash val="solid"/>
            </a:ln>
          </p:spPr>
        </p:sp>
        <p:sp>
          <p:nvSpPr>
            <p:cNvPr id="86" name="model_node_5">
              <a:extLst>
                <a:ext uri="{FF2B5EF4-FFF2-40B4-BE49-F238E27FC236}">
                  <a16:creationId xmlns:a16="http://schemas.microsoft.com/office/drawing/2014/main" id="{EE588DBF-5C4E-41E3-8A88-D34E040C41AD}"/>
                </a:ext>
              </a:extLst>
            </p:cNvPr>
            <p:cNvSpPr>
              <a:spLocks/>
            </p:cNvSpPr>
            <p:nvPr/>
          </p:nvSpPr>
          <p:spPr>
            <a:xfrm>
              <a:off x="12990195" y="2331720"/>
              <a:ext cx="137160" cy="137160"/>
            </a:xfrm>
            <a:prstGeom prst="ellipse">
              <a:avLst/>
            </a:prstGeom>
            <a:solidFill>
              <a:srgbClr val="F9FCFF"/>
            </a:solidFill>
            <a:ln w="26670">
              <a:solidFill>
                <a:srgbClr val="37487F"/>
              </a:solidFill>
              <a:prstDash val="solid"/>
            </a:ln>
          </p:spPr>
        </p:sp>
        <p:sp>
          <p:nvSpPr>
            <p:cNvPr id="87" name="terminal_frame">
              <a:extLst>
                <a:ext uri="{FF2B5EF4-FFF2-40B4-BE49-F238E27FC236}">
                  <a16:creationId xmlns:a16="http://schemas.microsoft.com/office/drawing/2014/main" id="{EA463578-DB8F-48B7-8510-FE7E3E17D024}"/>
                </a:ext>
              </a:extLst>
            </p:cNvPr>
            <p:cNvSpPr>
              <a:spLocks/>
            </p:cNvSpPr>
            <p:nvPr/>
          </p:nvSpPr>
          <p:spPr>
            <a:xfrm>
              <a:off x="14401800" y="1695450"/>
              <a:ext cx="962025" cy="733425"/>
            </a:xfrm>
            <a:prstGeom prst="roundRect">
              <a:avLst>
                <a:gd name="adj" fmla="val 7792"/>
              </a:avLst>
            </a:prstGeom>
            <a:gradFill>
              <a:gsLst>
                <a:gs pos="0">
                  <a:srgbClr val="3C507A"/>
                </a:gs>
                <a:gs pos="100000">
                  <a:srgbClr val="233960"/>
                </a:gs>
              </a:gsLst>
              <a:lin ang="5400000"/>
            </a:gradFill>
            <a:ln w="20955">
              <a:solidFill>
                <a:srgbClr val="37487F"/>
              </a:solidFill>
              <a:prstDash val="solid"/>
            </a:ln>
          </p:spPr>
        </p:sp>
        <p:sp>
          <p:nvSpPr>
            <p:cNvPr id="88" name="terminal_inset">
              <a:extLst>
                <a:ext uri="{FF2B5EF4-FFF2-40B4-BE49-F238E27FC236}">
                  <a16:creationId xmlns:a16="http://schemas.microsoft.com/office/drawing/2014/main" id="{3DB8D1D2-BC8E-4F84-9843-775E8F0E9DC3}"/>
                </a:ext>
              </a:extLst>
            </p:cNvPr>
            <p:cNvSpPr>
              <a:spLocks/>
            </p:cNvSpPr>
            <p:nvPr/>
          </p:nvSpPr>
          <p:spPr>
            <a:xfrm>
              <a:off x="14439900" y="1733550"/>
              <a:ext cx="885825" cy="657225"/>
            </a:xfrm>
            <a:prstGeom prst="roundRect">
              <a:avLst>
                <a:gd name="adj" fmla="val 4348"/>
              </a:avLst>
            </a:prstGeom>
            <a:noFill/>
            <a:ln w="11430">
              <a:solidFill>
                <a:srgbClr val="D6E3F7"/>
              </a:solidFill>
              <a:prstDash val="solid"/>
            </a:ln>
          </p:spPr>
        </p:sp>
        <p:sp>
          <p:nvSpPr>
            <p:cNvPr id="89" name="terminal_prompt">
              <a:extLst>
                <a:ext uri="{FF2B5EF4-FFF2-40B4-BE49-F238E27FC236}">
                  <a16:creationId xmlns:a16="http://schemas.microsoft.com/office/drawing/2014/main" id="{78CBBBB7-9FEE-4F63-9284-54D3B39E83F8}"/>
                </a:ext>
              </a:extLst>
            </p:cNvPr>
            <p:cNvSpPr>
              <a:spLocks/>
            </p:cNvSpPr>
            <p:nvPr/>
          </p:nvSpPr>
          <p:spPr>
            <a:xfrm>
              <a:off x="14544675" y="1828800"/>
              <a:ext cx="85725" cy="123825"/>
            </a:xfrm>
            <a:custGeom>
              <a:avLst/>
              <a:gdLst/>
              <a:ahLst/>
              <a:cxnLst/>
              <a:rect l="0" t="0" r="0" b="0"/>
              <a:pathLst>
                <a:path w="85725" h="123825">
                  <a:moveTo>
                    <a:pt x="0" y="0"/>
                  </a:moveTo>
                  <a:lnTo>
                    <a:pt x="85725" y="66675"/>
                  </a:lnTo>
                  <a:lnTo>
                    <a:pt x="0" y="123825"/>
                  </a:lnTo>
                </a:path>
              </a:pathLst>
            </a:custGeom>
            <a:noFill/>
            <a:ln w="23813">
              <a:solidFill>
                <a:srgbClr val="B9E4F1"/>
              </a:solidFill>
              <a:prstDash val="solid"/>
            </a:ln>
          </p:spPr>
        </p:sp>
        <p:sp>
          <p:nvSpPr>
            <p:cNvPr id="90" name="terminal_cursor">
              <a:extLst>
                <a:ext uri="{FF2B5EF4-FFF2-40B4-BE49-F238E27FC236}">
                  <a16:creationId xmlns:a16="http://schemas.microsoft.com/office/drawing/2014/main" id="{3FA5EAEE-EBCC-4B5C-B7E0-109927C186D2}"/>
                </a:ext>
              </a:extLst>
            </p:cNvPr>
            <p:cNvSpPr>
              <a:spLocks/>
            </p:cNvSpPr>
            <p:nvPr/>
          </p:nvSpPr>
          <p:spPr>
            <a:xfrm>
              <a:off x="14658975" y="2000250"/>
              <a:ext cx="142875" cy="95"/>
            </a:xfrm>
            <a:custGeom>
              <a:avLst/>
              <a:gdLst/>
              <a:ahLst/>
              <a:cxnLst/>
              <a:rect l="0" t="0" r="0" b="0"/>
              <a:pathLst>
                <a:path w="142875" h="9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22860">
              <a:solidFill>
                <a:srgbClr val="D2EAF4"/>
              </a:solidFill>
              <a:prstDash val="solid"/>
            </a:ln>
          </p:spPr>
        </p:sp>
        <p:sp>
          <p:nvSpPr>
            <p:cNvPr id="91" name="data_tool_caption_line_0">
              <a:extLst>
                <a:ext uri="{FF2B5EF4-FFF2-40B4-BE49-F238E27FC236}">
                  <a16:creationId xmlns:a16="http://schemas.microsoft.com/office/drawing/2014/main" id="{6712F5B9-3A83-4241-95A2-743F1745CB78}"/>
                </a:ext>
              </a:extLst>
            </p:cNvPr>
            <p:cNvSpPr>
              <a:spLocks/>
            </p:cNvSpPr>
            <p:nvPr/>
          </p:nvSpPr>
          <p:spPr>
            <a:xfrm>
              <a:off x="11239500" y="2618327"/>
              <a:ext cx="1266825" cy="27203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Data tools</a:t>
              </a:r>
            </a:p>
          </p:txBody>
        </p:sp>
        <p:sp>
          <p:nvSpPr>
            <p:cNvPr id="92" name="data_tool_caption_line_1">
              <a:extLst>
                <a:ext uri="{FF2B5EF4-FFF2-40B4-BE49-F238E27FC236}">
                  <a16:creationId xmlns:a16="http://schemas.microsoft.com/office/drawing/2014/main" id="{B69D5746-1EDA-4E4B-B5A3-17D8D6842C7D}"/>
                </a:ext>
              </a:extLst>
            </p:cNvPr>
            <p:cNvSpPr>
              <a:spLocks/>
            </p:cNvSpPr>
            <p:nvPr/>
          </p:nvSpPr>
          <p:spPr>
            <a:xfrm>
              <a:off x="11239500" y="2846927"/>
              <a:ext cx="1266825" cy="27203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(load, process)</a:t>
              </a:r>
            </a:p>
          </p:txBody>
        </p:sp>
        <p:sp>
          <p:nvSpPr>
            <p:cNvPr id="93" name="model_tool_caption_line_0">
              <a:extLst>
                <a:ext uri="{FF2B5EF4-FFF2-40B4-BE49-F238E27FC236}">
                  <a16:creationId xmlns:a16="http://schemas.microsoft.com/office/drawing/2014/main" id="{91CF97D1-57D4-471E-BB4A-B7BD3488B305}"/>
                </a:ext>
              </a:extLst>
            </p:cNvPr>
            <p:cNvSpPr>
              <a:spLocks/>
            </p:cNvSpPr>
            <p:nvPr/>
          </p:nvSpPr>
          <p:spPr>
            <a:xfrm>
              <a:off x="12706350" y="2618327"/>
              <a:ext cx="1304925" cy="27203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Modeling tools</a:t>
              </a:r>
            </a:p>
          </p:txBody>
        </p:sp>
        <p:sp>
          <p:nvSpPr>
            <p:cNvPr id="94" name="model_tool_caption_line_1">
              <a:extLst>
                <a:ext uri="{FF2B5EF4-FFF2-40B4-BE49-F238E27FC236}">
                  <a16:creationId xmlns:a16="http://schemas.microsoft.com/office/drawing/2014/main" id="{B51EE860-CB96-493D-B406-5335D940CF9F}"/>
                </a:ext>
              </a:extLst>
            </p:cNvPr>
            <p:cNvSpPr>
              <a:spLocks/>
            </p:cNvSpPr>
            <p:nvPr/>
          </p:nvSpPr>
          <p:spPr>
            <a:xfrm>
              <a:off x="12706350" y="2846927"/>
              <a:ext cx="1304925" cy="27203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(fit, simulate)</a:t>
              </a:r>
            </a:p>
          </p:txBody>
        </p:sp>
        <p:sp>
          <p:nvSpPr>
            <p:cNvPr id="95" name="compute_tool_caption_line_0">
              <a:extLst>
                <a:ext uri="{FF2B5EF4-FFF2-40B4-BE49-F238E27FC236}">
                  <a16:creationId xmlns:a16="http://schemas.microsoft.com/office/drawing/2014/main" id="{D24CF33F-5C1A-4874-9245-3A885E796E16}"/>
                </a:ext>
              </a:extLst>
            </p:cNvPr>
            <p:cNvSpPr>
              <a:spLocks/>
            </p:cNvSpPr>
            <p:nvPr/>
          </p:nvSpPr>
          <p:spPr>
            <a:xfrm>
              <a:off x="14097000" y="2618327"/>
              <a:ext cx="1562100" cy="27203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Computation tools</a:t>
              </a:r>
            </a:p>
          </p:txBody>
        </p:sp>
        <p:sp>
          <p:nvSpPr>
            <p:cNvPr id="96" name="compute_tool_caption_line_1">
              <a:extLst>
                <a:ext uri="{FF2B5EF4-FFF2-40B4-BE49-F238E27FC236}">
                  <a16:creationId xmlns:a16="http://schemas.microsoft.com/office/drawing/2014/main" id="{526EC5D5-94EA-43EC-B55F-E300D55DC1EB}"/>
                </a:ext>
              </a:extLst>
            </p:cNvPr>
            <p:cNvSpPr>
              <a:spLocks/>
            </p:cNvSpPr>
            <p:nvPr/>
          </p:nvSpPr>
          <p:spPr>
            <a:xfrm>
              <a:off x="14097000" y="2846927"/>
              <a:ext cx="1562100" cy="27203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(run, analyze)</a:t>
              </a:r>
            </a:p>
          </p:txBody>
        </p:sp>
      </p:grpSp>
      <p:grpSp>
        <p:nvGrpSpPr>
          <p:cNvPr id="346" name="diagnose">
            <a:extLst>
              <a:ext uri="{FF2B5EF4-FFF2-40B4-BE49-F238E27FC236}">
                <a16:creationId xmlns:a16="http://schemas.microsoft.com/office/drawing/2014/main" id="{426880DF-08B4-E02B-2D53-5E0CB019F443}"/>
              </a:ext>
            </a:extLst>
          </p:cNvPr>
          <p:cNvGrpSpPr/>
          <p:nvPr/>
        </p:nvGrpSpPr>
        <p:grpSpPr>
          <a:xfrm>
            <a:off x="4362450" y="3667125"/>
            <a:ext cx="2171700" cy="2390775"/>
            <a:chOff x="4362450" y="3667125"/>
            <a:chExt cx="2171700" cy="2390775"/>
          </a:xfrm>
        </p:grpSpPr>
        <p:sp>
          <p:nvSpPr>
            <p:cNvPr id="97" name="diagnose_disc">
              <a:extLst>
                <a:ext uri="{FF2B5EF4-FFF2-40B4-BE49-F238E27FC236}">
                  <a16:creationId xmlns:a16="http://schemas.microsoft.com/office/drawing/2014/main" id="{79648BB7-74E4-4160-92A7-1BCC19C0D100}"/>
                </a:ext>
              </a:extLst>
            </p:cNvPr>
            <p:cNvSpPr>
              <a:spLocks/>
            </p:cNvSpPr>
            <p:nvPr/>
          </p:nvSpPr>
          <p:spPr>
            <a:xfrm>
              <a:off x="4362450" y="3886200"/>
              <a:ext cx="2171700" cy="2171700"/>
            </a:xfrm>
            <a:prstGeom prst="ellipse">
              <a:avLst/>
            </a:prstGeom>
            <a:gradFill>
              <a:gsLst>
                <a:gs pos="0">
                  <a:srgbClr val="F4FCFD"/>
                </a:gs>
                <a:gs pos="100000">
                  <a:srgbClr val="E6F4F6"/>
                </a:gs>
              </a:gsLst>
              <a:lin ang="5400000"/>
            </a:gradFill>
            <a:ln w="14764">
              <a:solidFill>
                <a:srgbClr val="31869A"/>
              </a:solidFill>
              <a:prstDash val="solid"/>
            </a:ln>
          </p:spPr>
        </p:sp>
        <p:sp>
          <p:nvSpPr>
            <p:cNvPr id="98" name="diagnose_step_ring">
              <a:extLst>
                <a:ext uri="{FF2B5EF4-FFF2-40B4-BE49-F238E27FC236}">
                  <a16:creationId xmlns:a16="http://schemas.microsoft.com/office/drawing/2014/main" id="{AE14DA24-5C0D-4041-983F-9BADDF94FB5A}"/>
                </a:ext>
              </a:extLst>
            </p:cNvPr>
            <p:cNvSpPr>
              <a:spLocks/>
            </p:cNvSpPr>
            <p:nvPr/>
          </p:nvSpPr>
          <p:spPr>
            <a:xfrm>
              <a:off x="5229225" y="3667125"/>
              <a:ext cx="438150" cy="438150"/>
            </a:xfrm>
            <a:prstGeom prst="ellipse">
              <a:avLst/>
            </a:prstGeom>
            <a:gradFill>
              <a:gsLst>
                <a:gs pos="0">
                  <a:srgbClr val="C7CEEE"/>
                </a:gs>
                <a:gs pos="100000">
                  <a:srgbClr val="AEB8E5"/>
                </a:gs>
              </a:gsLst>
              <a:lin ang="5400000"/>
            </a:gradFill>
            <a:ln w="14288">
              <a:solidFill>
                <a:srgbClr val="FFFFFF"/>
              </a:solidFill>
              <a:prstDash val="solid"/>
            </a:ln>
          </p:spPr>
        </p:sp>
        <p:sp>
          <p:nvSpPr>
            <p:cNvPr id="99" name="diagnose_step">
              <a:extLst>
                <a:ext uri="{FF2B5EF4-FFF2-40B4-BE49-F238E27FC236}">
                  <a16:creationId xmlns:a16="http://schemas.microsoft.com/office/drawing/2014/main" id="{BA8272D4-52FB-413B-A21D-19468D0F5A9C}"/>
                </a:ext>
              </a:extLst>
            </p:cNvPr>
            <p:cNvSpPr>
              <a:spLocks/>
            </p:cNvSpPr>
            <p:nvPr/>
          </p:nvSpPr>
          <p:spPr>
            <a:xfrm>
              <a:off x="5229225" y="3721418"/>
              <a:ext cx="438150" cy="3886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2250" b="1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2250" b="1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250" b="1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1</a:t>
              </a:r>
            </a:p>
          </p:txBody>
        </p:sp>
        <p:sp>
          <p:nvSpPr>
            <p:cNvPr id="100" name="diagnose_title">
              <a:extLst>
                <a:ext uri="{FF2B5EF4-FFF2-40B4-BE49-F238E27FC236}">
                  <a16:creationId xmlns:a16="http://schemas.microsoft.com/office/drawing/2014/main" id="{08D5E3AB-EAF8-4FCC-B45E-3DDE7524B937}"/>
                </a:ext>
              </a:extLst>
            </p:cNvPr>
            <p:cNvSpPr>
              <a:spLocks/>
            </p:cNvSpPr>
            <p:nvPr/>
          </p:nvSpPr>
          <p:spPr>
            <a:xfrm>
              <a:off x="4505325" y="4124897"/>
              <a:ext cx="1885950" cy="44043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2550" b="1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2550" b="1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550" b="1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Diagnose</a:t>
              </a:r>
            </a:p>
          </p:txBody>
        </p:sp>
        <p:sp>
          <p:nvSpPr>
            <p:cNvPr id="101" name="diagnose_lens_outer">
              <a:extLst>
                <a:ext uri="{FF2B5EF4-FFF2-40B4-BE49-F238E27FC236}">
                  <a16:creationId xmlns:a16="http://schemas.microsoft.com/office/drawing/2014/main" id="{10A1AA5E-93FD-412A-B907-5FA5E5E4F14B}"/>
                </a:ext>
              </a:extLst>
            </p:cNvPr>
            <p:cNvSpPr>
              <a:spLocks/>
            </p:cNvSpPr>
            <p:nvPr/>
          </p:nvSpPr>
          <p:spPr>
            <a:xfrm>
              <a:off x="5172075" y="4591050"/>
              <a:ext cx="381000" cy="381000"/>
            </a:xfrm>
            <a:prstGeom prst="ellipse">
              <a:avLst/>
            </a:prstGeom>
            <a:solidFill>
              <a:srgbClr val="F9FDFF"/>
            </a:solidFill>
            <a:ln w="47625">
              <a:solidFill>
                <a:srgbClr val="37487F"/>
              </a:solidFill>
              <a:prstDash val="solid"/>
            </a:ln>
          </p:spPr>
        </p:sp>
        <p:sp>
          <p:nvSpPr>
            <p:cNvPr id="102" name="diagnose_lens_glint">
              <a:extLst>
                <a:ext uri="{FF2B5EF4-FFF2-40B4-BE49-F238E27FC236}">
                  <a16:creationId xmlns:a16="http://schemas.microsoft.com/office/drawing/2014/main" id="{D9B8A3F2-4B7E-4EDD-8A34-49CE0CBB3445}"/>
                </a:ext>
              </a:extLst>
            </p:cNvPr>
            <p:cNvSpPr>
              <a:spLocks/>
            </p:cNvSpPr>
            <p:nvPr/>
          </p:nvSpPr>
          <p:spPr>
            <a:xfrm>
              <a:off x="5181600" y="4600575"/>
              <a:ext cx="266700" cy="266700"/>
            </a:xfrm>
            <a:prstGeom prst="ellipse">
              <a:avLst/>
            </a:prstGeom>
            <a:noFill/>
            <a:ln w="11430">
              <a:solidFill>
                <a:srgbClr val="CFDEE8"/>
              </a:solidFill>
              <a:prstDash val="solid"/>
            </a:ln>
          </p:spPr>
        </p:sp>
        <p:sp>
          <p:nvSpPr>
            <p:cNvPr id="103" name="diagnose_magnifier_handle">
              <a:extLst>
                <a:ext uri="{FF2B5EF4-FFF2-40B4-BE49-F238E27FC236}">
                  <a16:creationId xmlns:a16="http://schemas.microsoft.com/office/drawing/2014/main" id="{D65C3BA6-2C7D-4430-81C4-194122DF25A2}"/>
                </a:ext>
              </a:extLst>
            </p:cNvPr>
            <p:cNvSpPr>
              <a:spLocks/>
            </p:cNvSpPr>
            <p:nvPr/>
          </p:nvSpPr>
          <p:spPr>
            <a:xfrm>
              <a:off x="5524500" y="4943475"/>
              <a:ext cx="133350" cy="133350"/>
            </a:xfrm>
            <a:custGeom>
              <a:avLst/>
              <a:gdLst/>
              <a:ahLst/>
              <a:cxnLst/>
              <a:rect l="0" t="0" r="0" b="0"/>
              <a:pathLst>
                <a:path w="133350" h="133350">
                  <a:moveTo>
                    <a:pt x="0" y="0"/>
                  </a:moveTo>
                  <a:lnTo>
                    <a:pt x="133350" y="133350"/>
                  </a:lnTo>
                </a:path>
              </a:pathLst>
            </a:custGeom>
            <a:noFill/>
            <a:ln w="80963">
              <a:solidFill>
                <a:srgbClr val="37487F"/>
              </a:solidFill>
              <a:prstDash val="solid"/>
            </a:ln>
          </p:spPr>
        </p:sp>
        <p:sp>
          <p:nvSpPr>
            <p:cNvPr id="104" name="diagnose_description_line_0">
              <a:extLst>
                <a:ext uri="{FF2B5EF4-FFF2-40B4-BE49-F238E27FC236}">
                  <a16:creationId xmlns:a16="http://schemas.microsoft.com/office/drawing/2014/main" id="{EA40E46B-815B-4155-8AAF-45EB9612A512}"/>
                </a:ext>
              </a:extLst>
            </p:cNvPr>
            <p:cNvSpPr>
              <a:spLocks/>
            </p:cNvSpPr>
            <p:nvPr/>
          </p:nvSpPr>
          <p:spPr>
            <a:xfrm>
              <a:off x="4505325" y="5132927"/>
              <a:ext cx="1885950" cy="27203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Understand the task,</a:t>
              </a:r>
            </a:p>
          </p:txBody>
        </p:sp>
        <p:sp>
          <p:nvSpPr>
            <p:cNvPr id="105" name="diagnose_description_line_1">
              <a:extLst>
                <a:ext uri="{FF2B5EF4-FFF2-40B4-BE49-F238E27FC236}">
                  <a16:creationId xmlns:a16="http://schemas.microsoft.com/office/drawing/2014/main" id="{F6A26CF4-C7A2-4C79-9BA2-2E8971CE07CA}"/>
                </a:ext>
              </a:extLst>
            </p:cNvPr>
            <p:cNvSpPr>
              <a:spLocks/>
            </p:cNvSpPr>
            <p:nvPr/>
          </p:nvSpPr>
          <p:spPr>
            <a:xfrm>
              <a:off x="4505325" y="5352002"/>
              <a:ext cx="1885950" cy="27203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assess what is known</a:t>
              </a:r>
            </a:p>
          </p:txBody>
        </p:sp>
        <p:sp>
          <p:nvSpPr>
            <p:cNvPr id="106" name="diagnose_description_line_2">
              <a:extLst>
                <a:ext uri="{FF2B5EF4-FFF2-40B4-BE49-F238E27FC236}">
                  <a16:creationId xmlns:a16="http://schemas.microsoft.com/office/drawing/2014/main" id="{172CDD3F-6BF6-401C-BF8A-A5826B2CC8E6}"/>
                </a:ext>
              </a:extLst>
            </p:cNvPr>
            <p:cNvSpPr>
              <a:spLocks/>
            </p:cNvSpPr>
            <p:nvPr/>
          </p:nvSpPr>
          <p:spPr>
            <a:xfrm>
              <a:off x="4505325" y="5571077"/>
              <a:ext cx="1885950" cy="27203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and needed</a:t>
              </a:r>
            </a:p>
          </p:txBody>
        </p:sp>
      </p:grpSp>
      <p:grpSp>
        <p:nvGrpSpPr>
          <p:cNvPr id="347" name="plan">
            <a:extLst>
              <a:ext uri="{FF2B5EF4-FFF2-40B4-BE49-F238E27FC236}">
                <a16:creationId xmlns:a16="http://schemas.microsoft.com/office/drawing/2014/main" id="{CECB6016-E9F2-8F55-9766-EFCEFAB5BEE8}"/>
              </a:ext>
            </a:extLst>
          </p:cNvPr>
          <p:cNvGrpSpPr/>
          <p:nvPr/>
        </p:nvGrpSpPr>
        <p:grpSpPr>
          <a:xfrm>
            <a:off x="4924425" y="1228725"/>
            <a:ext cx="4276725" cy="2990850"/>
            <a:chOff x="4924425" y="1228725"/>
            <a:chExt cx="4276725" cy="2990850"/>
          </a:xfrm>
        </p:grpSpPr>
        <p:sp>
          <p:nvSpPr>
            <p:cNvPr id="107" name="task_to_plan">
              <a:extLst>
                <a:ext uri="{FF2B5EF4-FFF2-40B4-BE49-F238E27FC236}">
                  <a16:creationId xmlns:a16="http://schemas.microsoft.com/office/drawing/2014/main" id="{5A546347-6160-4991-8190-A11DB00E7C00}"/>
                </a:ext>
              </a:extLst>
            </p:cNvPr>
            <p:cNvSpPr>
              <a:spLocks/>
            </p:cNvSpPr>
            <p:nvPr/>
          </p:nvSpPr>
          <p:spPr>
            <a:xfrm>
              <a:off x="4924425" y="1733550"/>
              <a:ext cx="2057400" cy="542925"/>
            </a:xfrm>
            <a:custGeom>
              <a:avLst/>
              <a:gdLst/>
              <a:ahLst/>
              <a:cxnLst/>
              <a:rect l="0" t="0" r="0" b="0"/>
              <a:pathLst>
                <a:path w="2057400" h="542925">
                  <a:moveTo>
                    <a:pt x="0" y="66675"/>
                  </a:moveTo>
                  <a:cubicBezTo>
                    <a:pt x="809625" y="0"/>
                    <a:pt x="1504950" y="161925"/>
                    <a:pt x="2057400" y="542925"/>
                  </a:cubicBezTo>
                </a:path>
              </a:pathLst>
            </a:custGeom>
            <a:noFill/>
            <a:ln w="30480">
              <a:solidFill>
                <a:srgbClr val="37487F"/>
              </a:solidFill>
              <a:prstDash val="solid"/>
              <a:tailEnd type="triangle" w="lg" len="lg"/>
            </a:ln>
          </p:spPr>
        </p:sp>
        <p:sp>
          <p:nvSpPr>
            <p:cNvPr id="108" name="task_info_badge">
              <a:extLst>
                <a:ext uri="{FF2B5EF4-FFF2-40B4-BE49-F238E27FC236}">
                  <a16:creationId xmlns:a16="http://schemas.microsoft.com/office/drawing/2014/main" id="{8BA896B6-9C7C-4660-AA15-1CE8E6BBE523}"/>
                </a:ext>
              </a:extLst>
            </p:cNvPr>
            <p:cNvSpPr>
              <a:spLocks/>
            </p:cNvSpPr>
            <p:nvPr/>
          </p:nvSpPr>
          <p:spPr>
            <a:xfrm>
              <a:off x="5153025" y="1228725"/>
              <a:ext cx="361950" cy="361950"/>
            </a:xfrm>
            <a:prstGeom prst="ellipse">
              <a:avLst/>
            </a:prstGeom>
            <a:gradFill>
              <a:gsLst>
                <a:gs pos="0">
                  <a:srgbClr val="C7CEEE"/>
                </a:gs>
                <a:gs pos="100000">
                  <a:srgbClr val="AEB8E5"/>
                </a:gs>
              </a:gsLst>
              <a:lin ang="5400000"/>
            </a:gradFill>
            <a:ln w="0">
              <a:noFill/>
              <a:prstDash val="solid"/>
            </a:ln>
          </p:spPr>
        </p:sp>
        <p:sp>
          <p:nvSpPr>
            <p:cNvPr id="109" name="task_info_label">
              <a:extLst>
                <a:ext uri="{FF2B5EF4-FFF2-40B4-BE49-F238E27FC236}">
                  <a16:creationId xmlns:a16="http://schemas.microsoft.com/office/drawing/2014/main" id="{C92D3B0F-8A95-43F6-9CE0-03B0036567C2}"/>
                </a:ext>
              </a:extLst>
            </p:cNvPr>
            <p:cNvSpPr>
              <a:spLocks/>
            </p:cNvSpPr>
            <p:nvPr/>
          </p:nvSpPr>
          <p:spPr>
            <a:xfrm>
              <a:off x="5191125" y="1288256"/>
              <a:ext cx="285750" cy="3238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875" b="1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1875" b="1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75" b="1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T</a:t>
              </a:r>
            </a:p>
          </p:txBody>
        </p:sp>
        <p:sp>
          <p:nvSpPr>
            <p:cNvPr id="110" name="provide_task_label_line_0">
              <a:extLst>
                <a:ext uri="{FF2B5EF4-FFF2-40B4-BE49-F238E27FC236}">
                  <a16:creationId xmlns:a16="http://schemas.microsoft.com/office/drawing/2014/main" id="{F6BCFE10-D5B3-4525-947B-7EB1B418C973}"/>
                </a:ext>
              </a:extLst>
            </p:cNvPr>
            <p:cNvSpPr>
              <a:spLocks/>
            </p:cNvSpPr>
            <p:nvPr/>
          </p:nvSpPr>
          <p:spPr>
            <a:xfrm>
              <a:off x="5619750" y="1275302"/>
              <a:ext cx="1428750" cy="27203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Provide task</a:t>
              </a:r>
            </a:p>
          </p:txBody>
        </p:sp>
        <p:sp>
          <p:nvSpPr>
            <p:cNvPr id="111" name="provide_task_label_line_1">
              <a:extLst>
                <a:ext uri="{FF2B5EF4-FFF2-40B4-BE49-F238E27FC236}">
                  <a16:creationId xmlns:a16="http://schemas.microsoft.com/office/drawing/2014/main" id="{69E48C86-BCB4-4063-8B0D-03ED37732671}"/>
                </a:ext>
              </a:extLst>
            </p:cNvPr>
            <p:cNvSpPr>
              <a:spLocks/>
            </p:cNvSpPr>
            <p:nvPr/>
          </p:nvSpPr>
          <p:spPr>
            <a:xfrm>
              <a:off x="5619750" y="1494377"/>
              <a:ext cx="1428750" cy="27203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and constraints</a:t>
              </a:r>
            </a:p>
          </p:txBody>
        </p:sp>
        <p:sp>
          <p:nvSpPr>
            <p:cNvPr id="112" name="diagnose_to_plan">
              <a:extLst>
                <a:ext uri="{FF2B5EF4-FFF2-40B4-BE49-F238E27FC236}">
                  <a16:creationId xmlns:a16="http://schemas.microsoft.com/office/drawing/2014/main" id="{F584773B-22AA-4B1E-B93A-843609D41A92}"/>
                </a:ext>
              </a:extLst>
            </p:cNvPr>
            <p:cNvSpPr>
              <a:spLocks/>
            </p:cNvSpPr>
            <p:nvPr/>
          </p:nvSpPr>
          <p:spPr>
            <a:xfrm>
              <a:off x="5753100" y="3067050"/>
              <a:ext cx="1009650" cy="819150"/>
            </a:xfrm>
            <a:custGeom>
              <a:avLst/>
              <a:gdLst/>
              <a:ahLst/>
              <a:cxnLst/>
              <a:rect l="0" t="0" r="0" b="0"/>
              <a:pathLst>
                <a:path w="1009650" h="819150">
                  <a:moveTo>
                    <a:pt x="0" y="819150"/>
                  </a:moveTo>
                  <a:cubicBezTo>
                    <a:pt x="323850" y="276225"/>
                    <a:pt x="638175" y="104775"/>
                    <a:pt x="1009650" y="0"/>
                  </a:cubicBezTo>
                </a:path>
              </a:pathLst>
            </a:custGeom>
            <a:noFill/>
            <a:ln w="34290">
              <a:solidFill>
                <a:srgbClr val="37487F"/>
              </a:solidFill>
              <a:prstDash val="solid"/>
              <a:tailEnd type="triangle" w="lg" len="lg"/>
            </a:ln>
          </p:spPr>
        </p:sp>
        <p:sp>
          <p:nvSpPr>
            <p:cNvPr id="113" name="formulate_plan_label_line_0">
              <a:extLst>
                <a:ext uri="{FF2B5EF4-FFF2-40B4-BE49-F238E27FC236}">
                  <a16:creationId xmlns:a16="http://schemas.microsoft.com/office/drawing/2014/main" id="{DB49BB65-0649-4B0A-ACE6-A0F09B76E14E}"/>
                </a:ext>
              </a:extLst>
            </p:cNvPr>
            <p:cNvSpPr>
              <a:spLocks/>
            </p:cNvSpPr>
            <p:nvPr/>
          </p:nvSpPr>
          <p:spPr>
            <a:xfrm>
              <a:off x="5543550" y="2827877"/>
              <a:ext cx="1085850" cy="27203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Formulate</a:t>
              </a:r>
            </a:p>
          </p:txBody>
        </p:sp>
        <p:sp>
          <p:nvSpPr>
            <p:cNvPr id="114" name="formulate_plan_label_line_1">
              <a:extLst>
                <a:ext uri="{FF2B5EF4-FFF2-40B4-BE49-F238E27FC236}">
                  <a16:creationId xmlns:a16="http://schemas.microsoft.com/office/drawing/2014/main" id="{0AC49E45-F1EB-434C-906E-9BA1C4FED337}"/>
                </a:ext>
              </a:extLst>
            </p:cNvPr>
            <p:cNvSpPr>
              <a:spLocks/>
            </p:cNvSpPr>
            <p:nvPr/>
          </p:nvSpPr>
          <p:spPr>
            <a:xfrm>
              <a:off x="5543550" y="3046952"/>
              <a:ext cx="1085850" cy="27203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plan</a:t>
              </a:r>
            </a:p>
          </p:txBody>
        </p:sp>
        <p:sp>
          <p:nvSpPr>
            <p:cNvPr id="115" name="plan_disc">
              <a:extLst>
                <a:ext uri="{FF2B5EF4-FFF2-40B4-BE49-F238E27FC236}">
                  <a16:creationId xmlns:a16="http://schemas.microsoft.com/office/drawing/2014/main" id="{FB225E9D-7866-4438-8AD8-DC722565875E}"/>
                </a:ext>
              </a:extLst>
            </p:cNvPr>
            <p:cNvSpPr>
              <a:spLocks/>
            </p:cNvSpPr>
            <p:nvPr/>
          </p:nvSpPr>
          <p:spPr>
            <a:xfrm>
              <a:off x="6819900" y="1838325"/>
              <a:ext cx="2381250" cy="2381250"/>
            </a:xfrm>
            <a:prstGeom prst="ellipse">
              <a:avLst/>
            </a:prstGeom>
            <a:gradFill>
              <a:gsLst>
                <a:gs pos="0">
                  <a:srgbClr val="E9EDFE"/>
                </a:gs>
                <a:gs pos="100000">
                  <a:srgbClr val="D9DDF7"/>
                </a:gs>
              </a:gsLst>
              <a:lin ang="5400000"/>
            </a:gradFill>
            <a:ln w="14764">
              <a:solidFill>
                <a:srgbClr val="37487F"/>
              </a:solidFill>
              <a:prstDash val="solid"/>
            </a:ln>
          </p:spPr>
        </p:sp>
        <p:sp>
          <p:nvSpPr>
            <p:cNvPr id="116" name="plan_step_ring">
              <a:extLst>
                <a:ext uri="{FF2B5EF4-FFF2-40B4-BE49-F238E27FC236}">
                  <a16:creationId xmlns:a16="http://schemas.microsoft.com/office/drawing/2014/main" id="{188B12AD-065A-4D25-9D90-6E3B7BD09E24}"/>
                </a:ext>
              </a:extLst>
            </p:cNvPr>
            <p:cNvSpPr>
              <a:spLocks/>
            </p:cNvSpPr>
            <p:nvPr/>
          </p:nvSpPr>
          <p:spPr>
            <a:xfrm>
              <a:off x="7791450" y="1619250"/>
              <a:ext cx="438150" cy="438150"/>
            </a:xfrm>
            <a:prstGeom prst="ellipse">
              <a:avLst/>
            </a:prstGeom>
            <a:gradFill>
              <a:gsLst>
                <a:gs pos="0">
                  <a:srgbClr val="C7CEEE"/>
                </a:gs>
                <a:gs pos="100000">
                  <a:srgbClr val="AEB8E5"/>
                </a:gs>
              </a:gsLst>
              <a:lin ang="5400000"/>
            </a:gradFill>
            <a:ln w="14288">
              <a:solidFill>
                <a:srgbClr val="FFFFFF"/>
              </a:solidFill>
              <a:prstDash val="solid"/>
            </a:ln>
          </p:spPr>
        </p:sp>
        <p:sp>
          <p:nvSpPr>
            <p:cNvPr id="117" name="plan_step">
              <a:extLst>
                <a:ext uri="{FF2B5EF4-FFF2-40B4-BE49-F238E27FC236}">
                  <a16:creationId xmlns:a16="http://schemas.microsoft.com/office/drawing/2014/main" id="{8CD499E7-B585-46DE-AD57-2C11C322117B}"/>
                </a:ext>
              </a:extLst>
            </p:cNvPr>
            <p:cNvSpPr>
              <a:spLocks/>
            </p:cNvSpPr>
            <p:nvPr/>
          </p:nvSpPr>
          <p:spPr>
            <a:xfrm>
              <a:off x="7791450" y="1673543"/>
              <a:ext cx="438150" cy="3886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2250" b="1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2250" b="1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250" b="1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2</a:t>
              </a:r>
            </a:p>
          </p:txBody>
        </p:sp>
        <p:sp>
          <p:nvSpPr>
            <p:cNvPr id="118" name="plan_title">
              <a:extLst>
                <a:ext uri="{FF2B5EF4-FFF2-40B4-BE49-F238E27FC236}">
                  <a16:creationId xmlns:a16="http://schemas.microsoft.com/office/drawing/2014/main" id="{5B3F8CAB-7C07-4DB0-8487-B3A958D950C5}"/>
                </a:ext>
              </a:extLst>
            </p:cNvPr>
            <p:cNvSpPr>
              <a:spLocks/>
            </p:cNvSpPr>
            <p:nvPr/>
          </p:nvSpPr>
          <p:spPr>
            <a:xfrm>
              <a:off x="6962775" y="2077022"/>
              <a:ext cx="2095500" cy="44043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2550" b="1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2550" b="1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550" b="1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Plan</a:t>
              </a:r>
            </a:p>
          </p:txBody>
        </p:sp>
        <p:sp>
          <p:nvSpPr>
            <p:cNvPr id="119" name="plan_checklist_outline">
              <a:extLst>
                <a:ext uri="{FF2B5EF4-FFF2-40B4-BE49-F238E27FC236}">
                  <a16:creationId xmlns:a16="http://schemas.microsoft.com/office/drawing/2014/main" id="{27C8D4BD-0B0A-443E-A6CE-3EEC942CAD31}"/>
                </a:ext>
              </a:extLst>
            </p:cNvPr>
            <p:cNvSpPr>
              <a:spLocks/>
            </p:cNvSpPr>
            <p:nvPr/>
          </p:nvSpPr>
          <p:spPr>
            <a:xfrm>
              <a:off x="7239000" y="2571750"/>
              <a:ext cx="495300" cy="619125"/>
            </a:xfrm>
            <a:custGeom>
              <a:avLst/>
              <a:gdLst/>
              <a:ahLst/>
              <a:cxnLst/>
              <a:rect l="0" t="0" r="0" b="0"/>
              <a:pathLst>
                <a:path w="495300" h="619125">
                  <a:moveTo>
                    <a:pt x="0" y="0"/>
                  </a:moveTo>
                  <a:lnTo>
                    <a:pt x="376428" y="0"/>
                  </a:lnTo>
                  <a:lnTo>
                    <a:pt x="495300" y="111442"/>
                  </a:lnTo>
                  <a:lnTo>
                    <a:pt x="495300" y="619125"/>
                  </a:lnTo>
                  <a:lnTo>
                    <a:pt x="0" y="619125"/>
                  </a:lnTo>
                  <a:close/>
                </a:path>
              </a:pathLst>
            </a:custGeom>
            <a:gradFill>
              <a:gsLst>
                <a:gs pos="0">
                  <a:srgbClr val="F7FBFE"/>
                </a:gs>
                <a:gs pos="100000">
                  <a:srgbClr val="E6F0F8"/>
                </a:gs>
              </a:gsLst>
              <a:lin ang="5400000"/>
            </a:gradFill>
            <a:ln w="20955">
              <a:solidFill>
                <a:srgbClr val="1D2D60"/>
              </a:solidFill>
              <a:prstDash val="solid"/>
            </a:ln>
          </p:spPr>
        </p:sp>
        <p:sp>
          <p:nvSpPr>
            <p:cNvPr id="120" name="plan_checklist_fold">
              <a:extLst>
                <a:ext uri="{FF2B5EF4-FFF2-40B4-BE49-F238E27FC236}">
                  <a16:creationId xmlns:a16="http://schemas.microsoft.com/office/drawing/2014/main" id="{5E8E389A-0B96-4292-A7BE-7842BAAF0141}"/>
                </a:ext>
              </a:extLst>
            </p:cNvPr>
            <p:cNvSpPr>
              <a:spLocks/>
            </p:cNvSpPr>
            <p:nvPr/>
          </p:nvSpPr>
          <p:spPr>
            <a:xfrm>
              <a:off x="7615428" y="2571750"/>
              <a:ext cx="118872" cy="111442"/>
            </a:xfrm>
            <a:custGeom>
              <a:avLst/>
              <a:gdLst/>
              <a:ahLst/>
              <a:cxnLst/>
              <a:rect l="0" t="0" r="0" b="0"/>
              <a:pathLst>
                <a:path w="118872" h="111442">
                  <a:moveTo>
                    <a:pt x="0" y="0"/>
                  </a:moveTo>
                  <a:lnTo>
                    <a:pt x="0" y="111442"/>
                  </a:lnTo>
                  <a:lnTo>
                    <a:pt x="118872" y="111442"/>
                  </a:lnTo>
                </a:path>
              </a:pathLst>
            </a:custGeom>
            <a:noFill/>
            <a:ln w="16193">
              <a:solidFill>
                <a:srgbClr val="1D2D60"/>
              </a:solidFill>
              <a:prstDash val="solid"/>
            </a:ln>
          </p:spPr>
        </p:sp>
        <p:sp>
          <p:nvSpPr>
            <p:cNvPr id="121" name="plan_checklist_checkbox_0">
              <a:extLst>
                <a:ext uri="{FF2B5EF4-FFF2-40B4-BE49-F238E27FC236}">
                  <a16:creationId xmlns:a16="http://schemas.microsoft.com/office/drawing/2014/main" id="{0A04E6D2-BC2B-4AFE-85D0-8B21D1736503}"/>
                </a:ext>
              </a:extLst>
            </p:cNvPr>
            <p:cNvSpPr>
              <a:spLocks/>
            </p:cNvSpPr>
            <p:nvPr/>
          </p:nvSpPr>
          <p:spPr>
            <a:xfrm>
              <a:off x="7305675" y="2809875"/>
              <a:ext cx="95250" cy="95250"/>
            </a:xfrm>
            <a:prstGeom prst="rect">
              <a:avLst/>
            </a:prstGeom>
            <a:noFill/>
            <a:ln w="16193">
              <a:solidFill>
                <a:srgbClr val="1D2D60"/>
              </a:solidFill>
              <a:prstDash val="solid"/>
            </a:ln>
          </p:spPr>
        </p:sp>
        <p:sp>
          <p:nvSpPr>
            <p:cNvPr id="122" name="plan_checklist_check_0">
              <a:extLst>
                <a:ext uri="{FF2B5EF4-FFF2-40B4-BE49-F238E27FC236}">
                  <a16:creationId xmlns:a16="http://schemas.microsoft.com/office/drawing/2014/main" id="{C24B538C-5A88-47B9-A1EC-009F029F8F78}"/>
                </a:ext>
              </a:extLst>
            </p:cNvPr>
            <p:cNvSpPr>
              <a:spLocks/>
            </p:cNvSpPr>
            <p:nvPr/>
          </p:nvSpPr>
          <p:spPr>
            <a:xfrm>
              <a:off x="7315200" y="2819400"/>
              <a:ext cx="85725" cy="66675"/>
            </a:xfrm>
            <a:custGeom>
              <a:avLst/>
              <a:gdLst/>
              <a:ahLst/>
              <a:cxnLst/>
              <a:rect l="0" t="0" r="0" b="0"/>
              <a:pathLst>
                <a:path w="85725" h="66675">
                  <a:moveTo>
                    <a:pt x="0" y="38100"/>
                  </a:moveTo>
                  <a:lnTo>
                    <a:pt x="28575" y="66675"/>
                  </a:lnTo>
                  <a:lnTo>
                    <a:pt x="85725" y="0"/>
                  </a:lnTo>
                </a:path>
              </a:pathLst>
            </a:custGeom>
            <a:noFill/>
            <a:ln w="19050">
              <a:solidFill>
                <a:srgbClr val="1D2D60"/>
              </a:solidFill>
              <a:prstDash val="solid"/>
            </a:ln>
          </p:spPr>
        </p:sp>
        <p:sp>
          <p:nvSpPr>
            <p:cNvPr id="123" name="plan_checklist_checkline_0">
              <a:extLst>
                <a:ext uri="{FF2B5EF4-FFF2-40B4-BE49-F238E27FC236}">
                  <a16:creationId xmlns:a16="http://schemas.microsoft.com/office/drawing/2014/main" id="{381C1E4A-ADC5-4F7A-8040-02EF99334CA1}"/>
                </a:ext>
              </a:extLst>
            </p:cNvPr>
            <p:cNvSpPr>
              <a:spLocks/>
            </p:cNvSpPr>
            <p:nvPr/>
          </p:nvSpPr>
          <p:spPr>
            <a:xfrm>
              <a:off x="7467600" y="2857500"/>
              <a:ext cx="180975" cy="95"/>
            </a:xfrm>
            <a:custGeom>
              <a:avLst/>
              <a:gdLst/>
              <a:ahLst/>
              <a:cxnLst/>
              <a:rect l="0" t="0" r="0" b="0"/>
              <a:pathLst>
                <a:path w="180975" h="95">
                  <a:moveTo>
                    <a:pt x="0" y="0"/>
                  </a:moveTo>
                  <a:lnTo>
                    <a:pt x="180975" y="0"/>
                  </a:lnTo>
                </a:path>
              </a:pathLst>
            </a:custGeom>
            <a:noFill/>
            <a:ln w="15240">
              <a:solidFill>
                <a:srgbClr val="1D2D60"/>
              </a:solidFill>
              <a:prstDash val="solid"/>
            </a:ln>
          </p:spPr>
        </p:sp>
        <p:sp>
          <p:nvSpPr>
            <p:cNvPr id="124" name="plan_checklist_checkbox_1">
              <a:extLst>
                <a:ext uri="{FF2B5EF4-FFF2-40B4-BE49-F238E27FC236}">
                  <a16:creationId xmlns:a16="http://schemas.microsoft.com/office/drawing/2014/main" id="{DA5E747C-3717-4467-BC8F-67194130DB61}"/>
                </a:ext>
              </a:extLst>
            </p:cNvPr>
            <p:cNvSpPr>
              <a:spLocks/>
            </p:cNvSpPr>
            <p:nvPr/>
          </p:nvSpPr>
          <p:spPr>
            <a:xfrm>
              <a:off x="7305675" y="2990850"/>
              <a:ext cx="95250" cy="95250"/>
            </a:xfrm>
            <a:prstGeom prst="rect">
              <a:avLst/>
            </a:prstGeom>
            <a:noFill/>
            <a:ln w="16193">
              <a:solidFill>
                <a:srgbClr val="1D2D60"/>
              </a:solidFill>
              <a:prstDash val="solid"/>
            </a:ln>
          </p:spPr>
        </p:sp>
        <p:sp>
          <p:nvSpPr>
            <p:cNvPr id="125" name="plan_checklist_check_1">
              <a:extLst>
                <a:ext uri="{FF2B5EF4-FFF2-40B4-BE49-F238E27FC236}">
                  <a16:creationId xmlns:a16="http://schemas.microsoft.com/office/drawing/2014/main" id="{E52138A7-4537-4114-BEB9-099D3740EED0}"/>
                </a:ext>
              </a:extLst>
            </p:cNvPr>
            <p:cNvSpPr>
              <a:spLocks/>
            </p:cNvSpPr>
            <p:nvPr/>
          </p:nvSpPr>
          <p:spPr>
            <a:xfrm>
              <a:off x="7315200" y="3000375"/>
              <a:ext cx="85725" cy="66675"/>
            </a:xfrm>
            <a:custGeom>
              <a:avLst/>
              <a:gdLst/>
              <a:ahLst/>
              <a:cxnLst/>
              <a:rect l="0" t="0" r="0" b="0"/>
              <a:pathLst>
                <a:path w="85725" h="66675">
                  <a:moveTo>
                    <a:pt x="0" y="38100"/>
                  </a:moveTo>
                  <a:lnTo>
                    <a:pt x="28575" y="66675"/>
                  </a:lnTo>
                  <a:lnTo>
                    <a:pt x="85725" y="0"/>
                  </a:lnTo>
                </a:path>
              </a:pathLst>
            </a:custGeom>
            <a:noFill/>
            <a:ln w="19050">
              <a:solidFill>
                <a:srgbClr val="1D2D60"/>
              </a:solidFill>
              <a:prstDash val="solid"/>
            </a:ln>
          </p:spPr>
        </p:sp>
        <p:sp>
          <p:nvSpPr>
            <p:cNvPr id="126" name="plan_checklist_checkline_1">
              <a:extLst>
                <a:ext uri="{FF2B5EF4-FFF2-40B4-BE49-F238E27FC236}">
                  <a16:creationId xmlns:a16="http://schemas.microsoft.com/office/drawing/2014/main" id="{3B9F82D1-118F-4D0D-A322-DF50DBAB0851}"/>
                </a:ext>
              </a:extLst>
            </p:cNvPr>
            <p:cNvSpPr>
              <a:spLocks/>
            </p:cNvSpPr>
            <p:nvPr/>
          </p:nvSpPr>
          <p:spPr>
            <a:xfrm>
              <a:off x="7467600" y="3038475"/>
              <a:ext cx="180975" cy="95"/>
            </a:xfrm>
            <a:custGeom>
              <a:avLst/>
              <a:gdLst/>
              <a:ahLst/>
              <a:cxnLst/>
              <a:rect l="0" t="0" r="0" b="0"/>
              <a:pathLst>
                <a:path w="180975" h="95">
                  <a:moveTo>
                    <a:pt x="0" y="0"/>
                  </a:moveTo>
                  <a:lnTo>
                    <a:pt x="180975" y="0"/>
                  </a:lnTo>
                </a:path>
              </a:pathLst>
            </a:custGeom>
            <a:noFill/>
            <a:ln w="15240">
              <a:solidFill>
                <a:srgbClr val="1D2D60"/>
              </a:solidFill>
              <a:prstDash val="solid"/>
            </a:ln>
          </p:spPr>
        </p:sp>
        <p:sp>
          <p:nvSpPr>
            <p:cNvPr id="127" name="plan_checklist_docline_0">
              <a:extLst>
                <a:ext uri="{FF2B5EF4-FFF2-40B4-BE49-F238E27FC236}">
                  <a16:creationId xmlns:a16="http://schemas.microsoft.com/office/drawing/2014/main" id="{97E15DD3-69A0-4DFD-BCC9-E5C6BD092CB6}"/>
                </a:ext>
              </a:extLst>
            </p:cNvPr>
            <p:cNvSpPr>
              <a:spLocks/>
            </p:cNvSpPr>
            <p:nvPr/>
          </p:nvSpPr>
          <p:spPr>
            <a:xfrm>
              <a:off x="7305675" y="2676525"/>
              <a:ext cx="247650" cy="95"/>
            </a:xfrm>
            <a:custGeom>
              <a:avLst/>
              <a:gdLst/>
              <a:ahLst/>
              <a:cxnLst/>
              <a:rect l="0" t="0" r="0" b="0"/>
              <a:pathLst>
                <a:path w="247650" h="9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16193">
              <a:solidFill>
                <a:srgbClr val="1D2D60"/>
              </a:solidFill>
              <a:prstDash val="solid"/>
            </a:ln>
          </p:spPr>
        </p:sp>
        <p:sp>
          <p:nvSpPr>
            <p:cNvPr id="128" name="plan_checklist_docline_1">
              <a:extLst>
                <a:ext uri="{FF2B5EF4-FFF2-40B4-BE49-F238E27FC236}">
                  <a16:creationId xmlns:a16="http://schemas.microsoft.com/office/drawing/2014/main" id="{67B1F547-68BC-4922-A33E-A2993FF09DF4}"/>
                </a:ext>
              </a:extLst>
            </p:cNvPr>
            <p:cNvSpPr>
              <a:spLocks/>
            </p:cNvSpPr>
            <p:nvPr/>
          </p:nvSpPr>
          <p:spPr>
            <a:xfrm>
              <a:off x="7305675" y="2724150"/>
              <a:ext cx="247650" cy="95"/>
            </a:xfrm>
            <a:custGeom>
              <a:avLst/>
              <a:gdLst/>
              <a:ahLst/>
              <a:cxnLst/>
              <a:rect l="0" t="0" r="0" b="0"/>
              <a:pathLst>
                <a:path w="247650" h="9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16193">
              <a:solidFill>
                <a:srgbClr val="1D2D60"/>
              </a:solidFill>
              <a:prstDash val="solid"/>
            </a:ln>
          </p:spPr>
        </p:sp>
        <p:sp>
          <p:nvSpPr>
            <p:cNvPr id="129" name="plan_budget_caption">
              <a:extLst>
                <a:ext uri="{FF2B5EF4-FFF2-40B4-BE49-F238E27FC236}">
                  <a16:creationId xmlns:a16="http://schemas.microsoft.com/office/drawing/2014/main" id="{0C91DB96-C8B9-427C-8039-E6D6AF34612B}"/>
                </a:ext>
              </a:extLst>
            </p:cNvPr>
            <p:cNvSpPr>
              <a:spLocks/>
            </p:cNvSpPr>
            <p:nvPr/>
          </p:nvSpPr>
          <p:spPr>
            <a:xfrm>
              <a:off x="8096250" y="2570702"/>
              <a:ext cx="895350" cy="27203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Budget</a:t>
              </a:r>
            </a:p>
          </p:txBody>
        </p:sp>
        <p:sp>
          <p:nvSpPr>
            <p:cNvPr id="130" name="plan_budget_cell_0">
              <a:extLst>
                <a:ext uri="{FF2B5EF4-FFF2-40B4-BE49-F238E27FC236}">
                  <a16:creationId xmlns:a16="http://schemas.microsoft.com/office/drawing/2014/main" id="{E922CBD6-CE93-4E81-A127-F9CA2174410B}"/>
                </a:ext>
              </a:extLst>
            </p:cNvPr>
            <p:cNvSpPr>
              <a:spLocks/>
            </p:cNvSpPr>
            <p:nvPr/>
          </p:nvSpPr>
          <p:spPr>
            <a:xfrm>
              <a:off x="8105775" y="2876550"/>
              <a:ext cx="178118" cy="200025"/>
            </a:xfrm>
            <a:prstGeom prst="rect">
              <a:avLst/>
            </a:prstGeom>
            <a:solidFill>
              <a:srgbClr val="76B6C3"/>
            </a:solidFill>
            <a:ln w="9525">
              <a:solidFill>
                <a:srgbClr val="8494BC"/>
              </a:solidFill>
              <a:prstDash val="solid"/>
            </a:ln>
          </p:spPr>
        </p:sp>
        <p:sp>
          <p:nvSpPr>
            <p:cNvPr id="131" name="plan_budget_cell_1">
              <a:extLst>
                <a:ext uri="{FF2B5EF4-FFF2-40B4-BE49-F238E27FC236}">
                  <a16:creationId xmlns:a16="http://schemas.microsoft.com/office/drawing/2014/main" id="{379CB98C-2869-4005-8C3E-A6EB280652B2}"/>
                </a:ext>
              </a:extLst>
            </p:cNvPr>
            <p:cNvSpPr>
              <a:spLocks/>
            </p:cNvSpPr>
            <p:nvPr/>
          </p:nvSpPr>
          <p:spPr>
            <a:xfrm>
              <a:off x="8283893" y="2876550"/>
              <a:ext cx="178118" cy="200025"/>
            </a:xfrm>
            <a:prstGeom prst="rect">
              <a:avLst/>
            </a:prstGeom>
            <a:solidFill>
              <a:srgbClr val="76B6C3"/>
            </a:solidFill>
            <a:ln w="9525">
              <a:solidFill>
                <a:srgbClr val="8494BC"/>
              </a:solidFill>
              <a:prstDash val="solid"/>
            </a:ln>
          </p:spPr>
        </p:sp>
        <p:sp>
          <p:nvSpPr>
            <p:cNvPr id="132" name="plan_budget_cell_2">
              <a:extLst>
                <a:ext uri="{FF2B5EF4-FFF2-40B4-BE49-F238E27FC236}">
                  <a16:creationId xmlns:a16="http://schemas.microsoft.com/office/drawing/2014/main" id="{7EEADC43-4893-4BBC-84A6-BE0DC7E0E9C4}"/>
                </a:ext>
              </a:extLst>
            </p:cNvPr>
            <p:cNvSpPr>
              <a:spLocks/>
            </p:cNvSpPr>
            <p:nvPr/>
          </p:nvSpPr>
          <p:spPr>
            <a:xfrm>
              <a:off x="8462010" y="2876550"/>
              <a:ext cx="178118" cy="200025"/>
            </a:xfrm>
            <a:prstGeom prst="rect">
              <a:avLst/>
            </a:prstGeom>
            <a:solidFill>
              <a:srgbClr val="F9FBFF"/>
            </a:solidFill>
            <a:ln w="9525">
              <a:solidFill>
                <a:srgbClr val="8494BC"/>
              </a:solidFill>
              <a:prstDash val="solid"/>
            </a:ln>
          </p:spPr>
        </p:sp>
        <p:sp>
          <p:nvSpPr>
            <p:cNvPr id="133" name="plan_budget_cell_3">
              <a:extLst>
                <a:ext uri="{FF2B5EF4-FFF2-40B4-BE49-F238E27FC236}">
                  <a16:creationId xmlns:a16="http://schemas.microsoft.com/office/drawing/2014/main" id="{B3422E55-F0EC-4D40-B643-6761075702B7}"/>
                </a:ext>
              </a:extLst>
            </p:cNvPr>
            <p:cNvSpPr>
              <a:spLocks/>
            </p:cNvSpPr>
            <p:nvPr/>
          </p:nvSpPr>
          <p:spPr>
            <a:xfrm>
              <a:off x="8640128" y="2876550"/>
              <a:ext cx="178118" cy="200025"/>
            </a:xfrm>
            <a:prstGeom prst="rect">
              <a:avLst/>
            </a:prstGeom>
            <a:solidFill>
              <a:srgbClr val="F9FBFF"/>
            </a:solidFill>
            <a:ln w="9525">
              <a:solidFill>
                <a:srgbClr val="8494BC"/>
              </a:solidFill>
              <a:prstDash val="solid"/>
            </a:ln>
          </p:spPr>
        </p:sp>
        <p:sp>
          <p:nvSpPr>
            <p:cNvPr id="134" name="plan_budget_cell_4">
              <a:extLst>
                <a:ext uri="{FF2B5EF4-FFF2-40B4-BE49-F238E27FC236}">
                  <a16:creationId xmlns:a16="http://schemas.microsoft.com/office/drawing/2014/main" id="{2D997FEF-127A-475B-BA6C-34B3E5DC9A6F}"/>
                </a:ext>
              </a:extLst>
            </p:cNvPr>
            <p:cNvSpPr>
              <a:spLocks/>
            </p:cNvSpPr>
            <p:nvPr/>
          </p:nvSpPr>
          <p:spPr>
            <a:xfrm>
              <a:off x="8818245" y="2876550"/>
              <a:ext cx="178118" cy="200025"/>
            </a:xfrm>
            <a:prstGeom prst="rect">
              <a:avLst/>
            </a:prstGeom>
            <a:solidFill>
              <a:srgbClr val="F9FBFF"/>
            </a:solidFill>
            <a:ln w="9525">
              <a:solidFill>
                <a:srgbClr val="8494BC"/>
              </a:solidFill>
              <a:prstDash val="solid"/>
            </a:ln>
          </p:spPr>
        </p:sp>
        <p:sp>
          <p:nvSpPr>
            <p:cNvPr id="135" name="plan_description_line_0">
              <a:extLst>
                <a:ext uri="{FF2B5EF4-FFF2-40B4-BE49-F238E27FC236}">
                  <a16:creationId xmlns:a16="http://schemas.microsoft.com/office/drawing/2014/main" id="{48957D23-B63B-45C6-9057-CB9EE8B3DC0E}"/>
                </a:ext>
              </a:extLst>
            </p:cNvPr>
            <p:cNvSpPr>
              <a:spLocks/>
            </p:cNvSpPr>
            <p:nvPr/>
          </p:nvSpPr>
          <p:spPr>
            <a:xfrm>
              <a:off x="7038975" y="3294602"/>
              <a:ext cx="1943100" cy="27203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Choose actions</a:t>
              </a:r>
            </a:p>
          </p:txBody>
        </p:sp>
        <p:sp>
          <p:nvSpPr>
            <p:cNvPr id="136" name="plan_description_line_1">
              <a:extLst>
                <a:ext uri="{FF2B5EF4-FFF2-40B4-BE49-F238E27FC236}">
                  <a16:creationId xmlns:a16="http://schemas.microsoft.com/office/drawing/2014/main" id="{142629F4-4654-4706-AFB4-9061FBF97698}"/>
                </a:ext>
              </a:extLst>
            </p:cNvPr>
            <p:cNvSpPr>
              <a:spLocks/>
            </p:cNvSpPr>
            <p:nvPr/>
          </p:nvSpPr>
          <p:spPr>
            <a:xfrm>
              <a:off x="7038975" y="3513677"/>
              <a:ext cx="1943100" cy="27203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and allocate resources</a:t>
              </a:r>
            </a:p>
          </p:txBody>
        </p:sp>
      </p:grpSp>
      <p:grpSp>
        <p:nvGrpSpPr>
          <p:cNvPr id="348" name="execute">
            <a:extLst>
              <a:ext uri="{FF2B5EF4-FFF2-40B4-BE49-F238E27FC236}">
                <a16:creationId xmlns:a16="http://schemas.microsoft.com/office/drawing/2014/main" id="{85F71240-50C3-42E4-643B-F381903AD887}"/>
              </a:ext>
            </a:extLst>
          </p:cNvPr>
          <p:cNvGrpSpPr/>
          <p:nvPr/>
        </p:nvGrpSpPr>
        <p:grpSpPr>
          <a:xfrm>
            <a:off x="9229725" y="2837402"/>
            <a:ext cx="5686425" cy="3220498"/>
            <a:chOff x="9229725" y="2837402"/>
            <a:chExt cx="5686425" cy="3220498"/>
          </a:xfrm>
        </p:grpSpPr>
        <p:sp>
          <p:nvSpPr>
            <p:cNvPr id="137" name="plan_to_execute">
              <a:extLst>
                <a:ext uri="{FF2B5EF4-FFF2-40B4-BE49-F238E27FC236}">
                  <a16:creationId xmlns:a16="http://schemas.microsoft.com/office/drawing/2014/main" id="{E7DBBA65-3071-4FAA-A98D-E915357E5ACB}"/>
                </a:ext>
              </a:extLst>
            </p:cNvPr>
            <p:cNvSpPr>
              <a:spLocks/>
            </p:cNvSpPr>
            <p:nvPr/>
          </p:nvSpPr>
          <p:spPr>
            <a:xfrm>
              <a:off x="9229725" y="2962275"/>
              <a:ext cx="914400" cy="895350"/>
            </a:xfrm>
            <a:custGeom>
              <a:avLst/>
              <a:gdLst/>
              <a:ahLst/>
              <a:cxnLst/>
              <a:rect l="0" t="0" r="0" b="0"/>
              <a:pathLst>
                <a:path w="914400" h="895350">
                  <a:moveTo>
                    <a:pt x="0" y="0"/>
                  </a:moveTo>
                  <a:cubicBezTo>
                    <a:pt x="381000" y="190500"/>
                    <a:pt x="742950" y="561975"/>
                    <a:pt x="914400" y="895350"/>
                  </a:cubicBezTo>
                </a:path>
              </a:pathLst>
            </a:custGeom>
            <a:noFill/>
            <a:ln w="34290">
              <a:solidFill>
                <a:srgbClr val="37487F"/>
              </a:solidFill>
              <a:prstDash val="solid"/>
              <a:tailEnd type="triangle" w="lg" len="lg"/>
            </a:ln>
          </p:spPr>
        </p:sp>
        <p:sp>
          <p:nvSpPr>
            <p:cNvPr id="138" name="execute_plan_label_line_0">
              <a:extLst>
                <a:ext uri="{FF2B5EF4-FFF2-40B4-BE49-F238E27FC236}">
                  <a16:creationId xmlns:a16="http://schemas.microsoft.com/office/drawing/2014/main" id="{E5BDEB9D-E82F-4D56-B97B-AAD2BAB7B1D1}"/>
                </a:ext>
              </a:extLst>
            </p:cNvPr>
            <p:cNvSpPr>
              <a:spLocks/>
            </p:cNvSpPr>
            <p:nvPr/>
          </p:nvSpPr>
          <p:spPr>
            <a:xfrm>
              <a:off x="9744075" y="2837402"/>
              <a:ext cx="1171575" cy="27203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Execute</a:t>
              </a:r>
            </a:p>
          </p:txBody>
        </p:sp>
        <p:sp>
          <p:nvSpPr>
            <p:cNvPr id="139" name="execute_plan_label_line_1">
              <a:extLst>
                <a:ext uri="{FF2B5EF4-FFF2-40B4-BE49-F238E27FC236}">
                  <a16:creationId xmlns:a16="http://schemas.microsoft.com/office/drawing/2014/main" id="{7180498B-8700-47FB-983A-E3A6D870A81B}"/>
                </a:ext>
              </a:extLst>
            </p:cNvPr>
            <p:cNvSpPr>
              <a:spLocks/>
            </p:cNvSpPr>
            <p:nvPr/>
          </p:nvSpPr>
          <p:spPr>
            <a:xfrm>
              <a:off x="9744075" y="3056477"/>
              <a:ext cx="1171575" cy="27203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chosen plan</a:t>
              </a:r>
            </a:p>
          </p:txBody>
        </p:sp>
        <p:sp>
          <p:nvSpPr>
            <p:cNvPr id="140" name="library_to_execute">
              <a:extLst>
                <a:ext uri="{FF2B5EF4-FFF2-40B4-BE49-F238E27FC236}">
                  <a16:creationId xmlns:a16="http://schemas.microsoft.com/office/drawing/2014/main" id="{5D2F3182-D2D1-408E-9B11-470DC7A82F72}"/>
                </a:ext>
              </a:extLst>
            </p:cNvPr>
            <p:cNvSpPr>
              <a:spLocks/>
            </p:cNvSpPr>
            <p:nvPr/>
          </p:nvSpPr>
          <p:spPr>
            <a:xfrm>
              <a:off x="11506200" y="3267075"/>
              <a:ext cx="1695450" cy="1209675"/>
            </a:xfrm>
            <a:custGeom>
              <a:avLst/>
              <a:gdLst/>
              <a:ahLst/>
              <a:cxnLst/>
              <a:rect l="0" t="0" r="0" b="0"/>
              <a:pathLst>
                <a:path w="1695450" h="1209675">
                  <a:moveTo>
                    <a:pt x="1695450" y="0"/>
                  </a:moveTo>
                  <a:cubicBezTo>
                    <a:pt x="1524000" y="619125"/>
                    <a:pt x="752475" y="914400"/>
                    <a:pt x="0" y="1209675"/>
                  </a:cubicBezTo>
                </a:path>
              </a:pathLst>
            </a:custGeom>
            <a:noFill/>
            <a:ln w="31433">
              <a:solidFill>
                <a:srgbClr val="37487F"/>
              </a:solidFill>
              <a:prstDash val="solid"/>
              <a:tailEnd type="triangle" w="lg" len="lg"/>
            </a:ln>
          </p:spPr>
        </p:sp>
        <p:sp>
          <p:nvSpPr>
            <p:cNvPr id="141" name="selected_tools_label">
              <a:extLst>
                <a:ext uri="{FF2B5EF4-FFF2-40B4-BE49-F238E27FC236}">
                  <a16:creationId xmlns:a16="http://schemas.microsoft.com/office/drawing/2014/main" id="{5C499F0C-F8EA-43C5-90DE-007092FE28CC}"/>
                </a:ext>
              </a:extLst>
            </p:cNvPr>
            <p:cNvSpPr>
              <a:spLocks/>
            </p:cNvSpPr>
            <p:nvPr/>
          </p:nvSpPr>
          <p:spPr>
            <a:xfrm>
              <a:off x="12773025" y="3999452"/>
              <a:ext cx="2143125" cy="27203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Use selected tools</a:t>
              </a:r>
            </a:p>
          </p:txBody>
        </p:sp>
        <p:sp>
          <p:nvSpPr>
            <p:cNvPr id="142" name="execute_disc">
              <a:extLst>
                <a:ext uri="{FF2B5EF4-FFF2-40B4-BE49-F238E27FC236}">
                  <a16:creationId xmlns:a16="http://schemas.microsoft.com/office/drawing/2014/main" id="{089D9607-FAB0-4381-9E7A-9BEA6FDF0D71}"/>
                </a:ext>
              </a:extLst>
            </p:cNvPr>
            <p:cNvSpPr>
              <a:spLocks/>
            </p:cNvSpPr>
            <p:nvPr/>
          </p:nvSpPr>
          <p:spPr>
            <a:xfrm>
              <a:off x="9372600" y="3886200"/>
              <a:ext cx="2171700" cy="2171700"/>
            </a:xfrm>
            <a:prstGeom prst="ellipse">
              <a:avLst/>
            </a:prstGeom>
            <a:gradFill>
              <a:gsLst>
                <a:gs pos="0">
                  <a:srgbClr val="F4FCFD"/>
                </a:gs>
                <a:gs pos="100000">
                  <a:srgbClr val="E6F4F6"/>
                </a:gs>
              </a:gsLst>
              <a:lin ang="5400000"/>
            </a:gradFill>
            <a:ln w="14764">
              <a:solidFill>
                <a:srgbClr val="31869A"/>
              </a:solidFill>
              <a:prstDash val="solid"/>
            </a:ln>
          </p:spPr>
        </p:sp>
        <p:sp>
          <p:nvSpPr>
            <p:cNvPr id="143" name="execute_step_ring">
              <a:extLst>
                <a:ext uri="{FF2B5EF4-FFF2-40B4-BE49-F238E27FC236}">
                  <a16:creationId xmlns:a16="http://schemas.microsoft.com/office/drawing/2014/main" id="{BB4C3A5E-94F5-45F2-9122-8FC44871D323}"/>
                </a:ext>
              </a:extLst>
            </p:cNvPr>
            <p:cNvSpPr>
              <a:spLocks/>
            </p:cNvSpPr>
            <p:nvPr/>
          </p:nvSpPr>
          <p:spPr>
            <a:xfrm>
              <a:off x="10239375" y="3667125"/>
              <a:ext cx="438150" cy="438150"/>
            </a:xfrm>
            <a:prstGeom prst="ellipse">
              <a:avLst/>
            </a:prstGeom>
            <a:gradFill>
              <a:gsLst>
                <a:gs pos="0">
                  <a:srgbClr val="C7CEEE"/>
                </a:gs>
                <a:gs pos="100000">
                  <a:srgbClr val="AEB8E5"/>
                </a:gs>
              </a:gsLst>
              <a:lin ang="5400000"/>
            </a:gradFill>
            <a:ln w="14288">
              <a:solidFill>
                <a:srgbClr val="FFFFFF"/>
              </a:solidFill>
              <a:prstDash val="solid"/>
            </a:ln>
          </p:spPr>
        </p:sp>
        <p:sp>
          <p:nvSpPr>
            <p:cNvPr id="144" name="execute_step">
              <a:extLst>
                <a:ext uri="{FF2B5EF4-FFF2-40B4-BE49-F238E27FC236}">
                  <a16:creationId xmlns:a16="http://schemas.microsoft.com/office/drawing/2014/main" id="{03EEEDF3-B3C9-43AA-BC09-4AC0AFD8EA26}"/>
                </a:ext>
              </a:extLst>
            </p:cNvPr>
            <p:cNvSpPr>
              <a:spLocks/>
            </p:cNvSpPr>
            <p:nvPr/>
          </p:nvSpPr>
          <p:spPr>
            <a:xfrm>
              <a:off x="10239375" y="3721418"/>
              <a:ext cx="438150" cy="3886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2250" b="1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2250" b="1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250" b="1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3</a:t>
              </a:r>
            </a:p>
          </p:txBody>
        </p:sp>
        <p:sp>
          <p:nvSpPr>
            <p:cNvPr id="145" name="execute_title">
              <a:extLst>
                <a:ext uri="{FF2B5EF4-FFF2-40B4-BE49-F238E27FC236}">
                  <a16:creationId xmlns:a16="http://schemas.microsoft.com/office/drawing/2014/main" id="{CE4B7197-22BB-404E-810C-A77BF0C31CD0}"/>
                </a:ext>
              </a:extLst>
            </p:cNvPr>
            <p:cNvSpPr>
              <a:spLocks/>
            </p:cNvSpPr>
            <p:nvPr/>
          </p:nvSpPr>
          <p:spPr>
            <a:xfrm>
              <a:off x="9515475" y="4124897"/>
              <a:ext cx="1885950" cy="44043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2550" b="1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2550" b="1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550" b="1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Execute</a:t>
              </a:r>
            </a:p>
          </p:txBody>
        </p:sp>
        <p:sp>
          <p:nvSpPr>
            <p:cNvPr id="146" name="execute_main_gear_teeth">
              <a:extLst>
                <a:ext uri="{FF2B5EF4-FFF2-40B4-BE49-F238E27FC236}">
                  <a16:creationId xmlns:a16="http://schemas.microsoft.com/office/drawing/2014/main" id="{33360BD5-4E0C-43FA-82EA-25B1BB82E7B5}"/>
                </a:ext>
              </a:extLst>
            </p:cNvPr>
            <p:cNvSpPr>
              <a:spLocks/>
            </p:cNvSpPr>
            <p:nvPr/>
          </p:nvSpPr>
          <p:spPr>
            <a:xfrm>
              <a:off x="10068179" y="4562729"/>
              <a:ext cx="456692" cy="456692"/>
            </a:xfrm>
            <a:custGeom>
              <a:avLst/>
              <a:gdLst/>
              <a:ahLst/>
              <a:cxnLst/>
              <a:rect l="0" t="0" r="0" b="0"/>
              <a:pathLst>
                <a:path w="456692" h="456692">
                  <a:moveTo>
                    <a:pt x="397041" y="170589"/>
                  </a:moveTo>
                  <a:lnTo>
                    <a:pt x="450630" y="174981"/>
                  </a:lnTo>
                  <a:lnTo>
                    <a:pt x="456692" y="217578"/>
                  </a:lnTo>
                  <a:lnTo>
                    <a:pt x="406302" y="239542"/>
                  </a:lnTo>
                  <a:lnTo>
                    <a:pt x="388472" y="306791"/>
                  </a:lnTo>
                  <a:lnTo>
                    <a:pt x="423260" y="347789"/>
                  </a:lnTo>
                  <a:lnTo>
                    <a:pt x="397426" y="382197"/>
                  </a:lnTo>
                  <a:lnTo>
                    <a:pt x="346263" y="362097"/>
                  </a:lnTo>
                  <a:lnTo>
                    <a:pt x="286103" y="397041"/>
                  </a:lnTo>
                  <a:lnTo>
                    <a:pt x="281712" y="450630"/>
                  </a:lnTo>
                  <a:lnTo>
                    <a:pt x="239115" y="456692"/>
                  </a:lnTo>
                  <a:lnTo>
                    <a:pt x="217150" y="406302"/>
                  </a:lnTo>
                  <a:lnTo>
                    <a:pt x="149902" y="388472"/>
                  </a:lnTo>
                  <a:lnTo>
                    <a:pt x="108903" y="423260"/>
                  </a:lnTo>
                  <a:lnTo>
                    <a:pt x="74496" y="397426"/>
                  </a:lnTo>
                  <a:lnTo>
                    <a:pt x="94595" y="346263"/>
                  </a:lnTo>
                  <a:lnTo>
                    <a:pt x="59652" y="286103"/>
                  </a:lnTo>
                  <a:lnTo>
                    <a:pt x="6062" y="281712"/>
                  </a:lnTo>
                  <a:lnTo>
                    <a:pt x="0" y="239115"/>
                  </a:lnTo>
                  <a:lnTo>
                    <a:pt x="50390" y="217150"/>
                  </a:lnTo>
                  <a:lnTo>
                    <a:pt x="68221" y="149902"/>
                  </a:lnTo>
                  <a:lnTo>
                    <a:pt x="33433" y="108903"/>
                  </a:lnTo>
                  <a:lnTo>
                    <a:pt x="59267" y="74496"/>
                  </a:lnTo>
                  <a:lnTo>
                    <a:pt x="110429" y="94595"/>
                  </a:lnTo>
                  <a:lnTo>
                    <a:pt x="170589" y="59652"/>
                  </a:lnTo>
                  <a:lnTo>
                    <a:pt x="174981" y="6062"/>
                  </a:lnTo>
                  <a:lnTo>
                    <a:pt x="217578" y="0"/>
                  </a:lnTo>
                  <a:lnTo>
                    <a:pt x="239542" y="50390"/>
                  </a:lnTo>
                  <a:lnTo>
                    <a:pt x="306791" y="68221"/>
                  </a:lnTo>
                  <a:lnTo>
                    <a:pt x="347789" y="33433"/>
                  </a:lnTo>
                  <a:lnTo>
                    <a:pt x="382197" y="59267"/>
                  </a:lnTo>
                  <a:lnTo>
                    <a:pt x="362097" y="110429"/>
                  </a:lnTo>
                  <a:close/>
                </a:path>
              </a:pathLst>
            </a:custGeom>
            <a:solidFill>
              <a:srgbClr val="37487F"/>
            </a:solidFill>
            <a:ln w="18098">
              <a:solidFill>
                <a:srgbClr val="37487F"/>
              </a:solidFill>
              <a:prstDash val="solid"/>
            </a:ln>
          </p:spPr>
        </p:sp>
        <p:sp>
          <p:nvSpPr>
            <p:cNvPr id="147" name="execute_main_gear_rim">
              <a:extLst>
                <a:ext uri="{FF2B5EF4-FFF2-40B4-BE49-F238E27FC236}">
                  <a16:creationId xmlns:a16="http://schemas.microsoft.com/office/drawing/2014/main" id="{BC0147CC-2D2D-48B6-83B5-FFEE041A5C26}"/>
                </a:ext>
              </a:extLst>
            </p:cNvPr>
            <p:cNvSpPr>
              <a:spLocks/>
            </p:cNvSpPr>
            <p:nvPr/>
          </p:nvSpPr>
          <p:spPr>
            <a:xfrm>
              <a:off x="10154793" y="4649343"/>
              <a:ext cx="283464" cy="283464"/>
            </a:xfrm>
            <a:prstGeom prst="ellipse">
              <a:avLst/>
            </a:prstGeom>
            <a:solidFill>
              <a:srgbClr val="EFF8FA"/>
            </a:solidFill>
            <a:ln w="0">
              <a:noFill/>
              <a:prstDash val="solid"/>
            </a:ln>
          </p:spPr>
        </p:sp>
        <p:sp>
          <p:nvSpPr>
            <p:cNvPr id="148" name="execute_main_gear_hub">
              <a:extLst>
                <a:ext uri="{FF2B5EF4-FFF2-40B4-BE49-F238E27FC236}">
                  <a16:creationId xmlns:a16="http://schemas.microsoft.com/office/drawing/2014/main" id="{D0CF8E09-75FB-4880-B699-A9CF0CCD45B0}"/>
                </a:ext>
              </a:extLst>
            </p:cNvPr>
            <p:cNvSpPr>
              <a:spLocks/>
            </p:cNvSpPr>
            <p:nvPr/>
          </p:nvSpPr>
          <p:spPr>
            <a:xfrm>
              <a:off x="10234803" y="4729353"/>
              <a:ext cx="123444" cy="123444"/>
            </a:xfrm>
            <a:prstGeom prst="ellipse">
              <a:avLst/>
            </a:prstGeom>
            <a:solidFill>
              <a:srgbClr val="37487F"/>
            </a:solidFill>
            <a:ln w="9525">
              <a:solidFill>
                <a:srgbClr val="37487F"/>
              </a:solidFill>
              <a:prstDash val="solid"/>
            </a:ln>
          </p:spPr>
        </p:sp>
        <p:sp>
          <p:nvSpPr>
            <p:cNvPr id="149" name="execute_small_gear_teeth">
              <a:extLst>
                <a:ext uri="{FF2B5EF4-FFF2-40B4-BE49-F238E27FC236}">
                  <a16:creationId xmlns:a16="http://schemas.microsoft.com/office/drawing/2014/main" id="{13B487D8-FE2C-4EBC-918F-BA035ADAD774}"/>
                </a:ext>
              </a:extLst>
            </p:cNvPr>
            <p:cNvSpPr>
              <a:spLocks/>
            </p:cNvSpPr>
            <p:nvPr/>
          </p:nvSpPr>
          <p:spPr>
            <a:xfrm>
              <a:off x="10487215" y="4791265"/>
              <a:ext cx="342519" cy="342519"/>
            </a:xfrm>
            <a:custGeom>
              <a:avLst/>
              <a:gdLst/>
              <a:ahLst/>
              <a:cxnLst/>
              <a:rect l="0" t="0" r="0" b="0"/>
              <a:pathLst>
                <a:path w="342519" h="342519">
                  <a:moveTo>
                    <a:pt x="297781" y="127942"/>
                  </a:moveTo>
                  <a:lnTo>
                    <a:pt x="337972" y="131235"/>
                  </a:lnTo>
                  <a:lnTo>
                    <a:pt x="342519" y="163183"/>
                  </a:lnTo>
                  <a:lnTo>
                    <a:pt x="304727" y="179657"/>
                  </a:lnTo>
                  <a:lnTo>
                    <a:pt x="291354" y="230093"/>
                  </a:lnTo>
                  <a:lnTo>
                    <a:pt x="317445" y="260842"/>
                  </a:lnTo>
                  <a:lnTo>
                    <a:pt x="298069" y="286648"/>
                  </a:lnTo>
                  <a:lnTo>
                    <a:pt x="259698" y="271573"/>
                  </a:lnTo>
                  <a:lnTo>
                    <a:pt x="214577" y="297781"/>
                  </a:lnTo>
                  <a:lnTo>
                    <a:pt x="211284" y="337972"/>
                  </a:lnTo>
                  <a:lnTo>
                    <a:pt x="179336" y="342519"/>
                  </a:lnTo>
                  <a:lnTo>
                    <a:pt x="162863" y="304727"/>
                  </a:lnTo>
                  <a:lnTo>
                    <a:pt x="112426" y="291354"/>
                  </a:lnTo>
                  <a:lnTo>
                    <a:pt x="81677" y="317445"/>
                  </a:lnTo>
                  <a:lnTo>
                    <a:pt x="55872" y="298069"/>
                  </a:lnTo>
                  <a:lnTo>
                    <a:pt x="70947" y="259698"/>
                  </a:lnTo>
                  <a:lnTo>
                    <a:pt x="44739" y="214577"/>
                  </a:lnTo>
                  <a:lnTo>
                    <a:pt x="4547" y="211284"/>
                  </a:lnTo>
                  <a:lnTo>
                    <a:pt x="0" y="179336"/>
                  </a:lnTo>
                  <a:lnTo>
                    <a:pt x="37793" y="162863"/>
                  </a:lnTo>
                  <a:lnTo>
                    <a:pt x="51166" y="112426"/>
                  </a:lnTo>
                  <a:lnTo>
                    <a:pt x="25075" y="81677"/>
                  </a:lnTo>
                  <a:lnTo>
                    <a:pt x="44450" y="55872"/>
                  </a:lnTo>
                  <a:lnTo>
                    <a:pt x="82822" y="70947"/>
                  </a:lnTo>
                  <a:lnTo>
                    <a:pt x="127942" y="44739"/>
                  </a:lnTo>
                  <a:lnTo>
                    <a:pt x="131235" y="4547"/>
                  </a:lnTo>
                  <a:lnTo>
                    <a:pt x="163183" y="0"/>
                  </a:lnTo>
                  <a:lnTo>
                    <a:pt x="179657" y="37793"/>
                  </a:lnTo>
                  <a:lnTo>
                    <a:pt x="230093" y="51166"/>
                  </a:lnTo>
                  <a:lnTo>
                    <a:pt x="260842" y="25075"/>
                  </a:lnTo>
                  <a:lnTo>
                    <a:pt x="286648" y="44450"/>
                  </a:lnTo>
                  <a:lnTo>
                    <a:pt x="271573" y="82822"/>
                  </a:lnTo>
                  <a:close/>
                </a:path>
              </a:pathLst>
            </a:custGeom>
            <a:solidFill>
              <a:srgbClr val="37487F"/>
            </a:solidFill>
            <a:ln w="18098">
              <a:solidFill>
                <a:srgbClr val="37487F"/>
              </a:solidFill>
              <a:prstDash val="solid"/>
            </a:ln>
          </p:spPr>
        </p:sp>
        <p:sp>
          <p:nvSpPr>
            <p:cNvPr id="150" name="execute_small_gear_rim">
              <a:extLst>
                <a:ext uri="{FF2B5EF4-FFF2-40B4-BE49-F238E27FC236}">
                  <a16:creationId xmlns:a16="http://schemas.microsoft.com/office/drawing/2014/main" id="{F1614C53-FB61-421D-A635-347B38DAE55D}"/>
                </a:ext>
              </a:extLst>
            </p:cNvPr>
            <p:cNvSpPr>
              <a:spLocks/>
            </p:cNvSpPr>
            <p:nvPr/>
          </p:nvSpPr>
          <p:spPr>
            <a:xfrm>
              <a:off x="10552176" y="4856226"/>
              <a:ext cx="212598" cy="212598"/>
            </a:xfrm>
            <a:prstGeom prst="ellipse">
              <a:avLst/>
            </a:prstGeom>
            <a:solidFill>
              <a:srgbClr val="EFF8FA"/>
            </a:solidFill>
            <a:ln w="0">
              <a:noFill/>
              <a:prstDash val="solid"/>
            </a:ln>
          </p:spPr>
        </p:sp>
        <p:sp>
          <p:nvSpPr>
            <p:cNvPr id="151" name="execute_small_gear_hub">
              <a:extLst>
                <a:ext uri="{FF2B5EF4-FFF2-40B4-BE49-F238E27FC236}">
                  <a16:creationId xmlns:a16="http://schemas.microsoft.com/office/drawing/2014/main" id="{0B36C2F4-C5FF-43FA-8D00-94FF14875E02}"/>
                </a:ext>
              </a:extLst>
            </p:cNvPr>
            <p:cNvSpPr>
              <a:spLocks/>
            </p:cNvSpPr>
            <p:nvPr/>
          </p:nvSpPr>
          <p:spPr>
            <a:xfrm>
              <a:off x="10612184" y="4916234"/>
              <a:ext cx="92583" cy="92583"/>
            </a:xfrm>
            <a:prstGeom prst="ellipse">
              <a:avLst/>
            </a:prstGeom>
            <a:solidFill>
              <a:srgbClr val="37487F"/>
            </a:solidFill>
            <a:ln w="9525">
              <a:solidFill>
                <a:srgbClr val="37487F"/>
              </a:solidFill>
              <a:prstDash val="solid"/>
            </a:ln>
          </p:spPr>
        </p:sp>
        <p:sp>
          <p:nvSpPr>
            <p:cNvPr id="152" name="execute_description_line_0">
              <a:extLst>
                <a:ext uri="{FF2B5EF4-FFF2-40B4-BE49-F238E27FC236}">
                  <a16:creationId xmlns:a16="http://schemas.microsoft.com/office/drawing/2014/main" id="{E4C208C1-DF54-40DD-A785-404EDDCD11A3}"/>
                </a:ext>
              </a:extLst>
            </p:cNvPr>
            <p:cNvSpPr>
              <a:spLocks/>
            </p:cNvSpPr>
            <p:nvPr/>
          </p:nvSpPr>
          <p:spPr>
            <a:xfrm>
              <a:off x="9534525" y="5161502"/>
              <a:ext cx="1847850" cy="27203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Call tools and</a:t>
              </a:r>
            </a:p>
          </p:txBody>
        </p:sp>
        <p:sp>
          <p:nvSpPr>
            <p:cNvPr id="153" name="execute_description_line_1">
              <a:extLst>
                <a:ext uri="{FF2B5EF4-FFF2-40B4-BE49-F238E27FC236}">
                  <a16:creationId xmlns:a16="http://schemas.microsoft.com/office/drawing/2014/main" id="{A8308E29-211F-4A1E-951C-346C54696142}"/>
                </a:ext>
              </a:extLst>
            </p:cNvPr>
            <p:cNvSpPr>
              <a:spLocks/>
            </p:cNvSpPr>
            <p:nvPr/>
          </p:nvSpPr>
          <p:spPr>
            <a:xfrm>
              <a:off x="9534525" y="5380577"/>
              <a:ext cx="1847850" cy="27203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run the planned</a:t>
              </a:r>
            </a:p>
          </p:txBody>
        </p:sp>
        <p:sp>
          <p:nvSpPr>
            <p:cNvPr id="154" name="execute_description_line_2">
              <a:extLst>
                <a:ext uri="{FF2B5EF4-FFF2-40B4-BE49-F238E27FC236}">
                  <a16:creationId xmlns:a16="http://schemas.microsoft.com/office/drawing/2014/main" id="{1BC0B3C9-DD11-49CC-95C3-E4AC4D6DD46D}"/>
                </a:ext>
              </a:extLst>
            </p:cNvPr>
            <p:cNvSpPr>
              <a:spLocks/>
            </p:cNvSpPr>
            <p:nvPr/>
          </p:nvSpPr>
          <p:spPr>
            <a:xfrm>
              <a:off x="9534525" y="5599652"/>
              <a:ext cx="1847850" cy="27203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workflow</a:t>
              </a:r>
            </a:p>
          </p:txBody>
        </p:sp>
      </p:grpSp>
      <p:grpSp>
        <p:nvGrpSpPr>
          <p:cNvPr id="349" name="run_artifacts">
            <a:extLst>
              <a:ext uri="{FF2B5EF4-FFF2-40B4-BE49-F238E27FC236}">
                <a16:creationId xmlns:a16="http://schemas.microsoft.com/office/drawing/2014/main" id="{EA292375-B02E-9EC1-BB59-91F6E521AF8A}"/>
              </a:ext>
            </a:extLst>
          </p:cNvPr>
          <p:cNvGrpSpPr/>
          <p:nvPr/>
        </p:nvGrpSpPr>
        <p:grpSpPr>
          <a:xfrm>
            <a:off x="11306175" y="5838825"/>
            <a:ext cx="4381500" cy="2628900"/>
            <a:chOff x="11306175" y="5838825"/>
            <a:chExt cx="4381500" cy="2628900"/>
          </a:xfrm>
        </p:grpSpPr>
        <p:sp>
          <p:nvSpPr>
            <p:cNvPr id="155" name="artifacts_frame">
              <a:extLst>
                <a:ext uri="{FF2B5EF4-FFF2-40B4-BE49-F238E27FC236}">
                  <a16:creationId xmlns:a16="http://schemas.microsoft.com/office/drawing/2014/main" id="{6C12BECC-1038-4A8B-A13D-50EEA283D667}"/>
                </a:ext>
              </a:extLst>
            </p:cNvPr>
            <p:cNvSpPr>
              <a:spLocks/>
            </p:cNvSpPr>
            <p:nvPr/>
          </p:nvSpPr>
          <p:spPr>
            <a:xfrm>
              <a:off x="11306175" y="5838825"/>
              <a:ext cx="4381500" cy="2628900"/>
            </a:xfrm>
            <a:prstGeom prst="roundRect">
              <a:avLst>
                <a:gd name="adj" fmla="val 5072"/>
              </a:avLst>
            </a:prstGeom>
            <a:gradFill>
              <a:gsLst>
                <a:gs pos="0">
                  <a:srgbClr val="FCFDFE"/>
                </a:gs>
                <a:gs pos="100000">
                  <a:srgbClr val="F4F7FC"/>
                </a:gs>
              </a:gsLst>
              <a:lin ang="5400000"/>
            </a:gradFill>
            <a:ln w="14764">
              <a:solidFill>
                <a:srgbClr val="778BC1"/>
              </a:solidFill>
              <a:prstDash val="solid"/>
            </a:ln>
          </p:spPr>
        </p:sp>
        <p:sp>
          <p:nvSpPr>
            <p:cNvPr id="156" name="artifacts_header">
              <a:extLst>
                <a:ext uri="{FF2B5EF4-FFF2-40B4-BE49-F238E27FC236}">
                  <a16:creationId xmlns:a16="http://schemas.microsoft.com/office/drawing/2014/main" id="{C2F132E6-E104-46E1-B3FE-D4EBEB1D139D}"/>
                </a:ext>
              </a:extLst>
            </p:cNvPr>
            <p:cNvSpPr>
              <a:spLocks/>
            </p:cNvSpPr>
            <p:nvPr/>
          </p:nvSpPr>
          <p:spPr>
            <a:xfrm>
              <a:off x="11315700" y="5848350"/>
              <a:ext cx="4362450" cy="447675"/>
            </a:xfrm>
            <a:custGeom>
              <a:avLst/>
              <a:gdLst/>
              <a:ahLst/>
              <a:cxnLst/>
              <a:rect l="0" t="0" r="0" b="0"/>
              <a:pathLst>
                <a:path w="4362450" h="447675">
                  <a:moveTo>
                    <a:pt x="123825" y="0"/>
                  </a:moveTo>
                  <a:lnTo>
                    <a:pt x="4238625" y="0"/>
                  </a:lnTo>
                  <a:cubicBezTo>
                    <a:pt x="4333875" y="0"/>
                    <a:pt x="4362450" y="38100"/>
                    <a:pt x="4362450" y="123825"/>
                  </a:cubicBezTo>
                  <a:lnTo>
                    <a:pt x="4362450" y="447675"/>
                  </a:lnTo>
                  <a:lnTo>
                    <a:pt x="0" y="447675"/>
                  </a:lnTo>
                  <a:lnTo>
                    <a:pt x="0" y="123825"/>
                  </a:lnTo>
                  <a:cubicBezTo>
                    <a:pt x="0" y="38100"/>
                    <a:pt x="38100" y="0"/>
                    <a:pt x="123825" y="0"/>
                  </a:cubicBezTo>
                  <a:close/>
                </a:path>
              </a:pathLst>
            </a:custGeom>
            <a:gradFill>
              <a:gsLst>
                <a:gs pos="0">
                  <a:srgbClr val="E6EDF9"/>
                </a:gs>
                <a:gs pos="100000">
                  <a:srgbClr val="DDE7F8"/>
                </a:gs>
              </a:gsLst>
              <a:lin ang="5400000"/>
            </a:gradFill>
            <a:ln w="0">
              <a:noFill/>
              <a:prstDash val="solid"/>
            </a:ln>
          </p:spPr>
        </p:sp>
        <p:sp>
          <p:nvSpPr>
            <p:cNvPr id="157" name="artifacts_heading">
              <a:extLst>
                <a:ext uri="{FF2B5EF4-FFF2-40B4-BE49-F238E27FC236}">
                  <a16:creationId xmlns:a16="http://schemas.microsoft.com/office/drawing/2014/main" id="{B62E547F-9B44-4578-B3EA-6FD2C3B41708}"/>
                </a:ext>
              </a:extLst>
            </p:cNvPr>
            <p:cNvSpPr>
              <a:spLocks/>
            </p:cNvSpPr>
            <p:nvPr/>
          </p:nvSpPr>
          <p:spPr>
            <a:xfrm>
              <a:off x="11487150" y="5885307"/>
              <a:ext cx="4038600" cy="41452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2400" b="1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defRPr sz="2400" b="1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400" b="1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Run artifacts</a:t>
              </a:r>
            </a:p>
          </p:txBody>
        </p:sp>
        <p:sp>
          <p:nvSpPr>
            <p:cNvPr id="158" name="artifact_divider_1">
              <a:extLst>
                <a:ext uri="{FF2B5EF4-FFF2-40B4-BE49-F238E27FC236}">
                  <a16:creationId xmlns:a16="http://schemas.microsoft.com/office/drawing/2014/main" id="{1BBD543F-D0B2-47BC-BD2D-793632F96DA7}"/>
                </a:ext>
              </a:extLst>
            </p:cNvPr>
            <p:cNvSpPr>
              <a:spLocks/>
            </p:cNvSpPr>
            <p:nvPr/>
          </p:nvSpPr>
          <p:spPr>
            <a:xfrm>
              <a:off x="12811125" y="6419850"/>
              <a:ext cx="95" cy="1781175"/>
            </a:xfrm>
            <a:custGeom>
              <a:avLst/>
              <a:gdLst/>
              <a:ahLst/>
              <a:cxnLst/>
              <a:rect l="0" t="0" r="0" b="0"/>
              <a:pathLst>
                <a:path w="95" h="1781175">
                  <a:moveTo>
                    <a:pt x="0" y="0"/>
                  </a:moveTo>
                  <a:lnTo>
                    <a:pt x="0" y="1781175"/>
                  </a:lnTo>
                </a:path>
              </a:pathLst>
            </a:custGeom>
            <a:noFill/>
            <a:ln w="9525">
              <a:solidFill>
                <a:srgbClr val="DCE5F6"/>
              </a:solidFill>
              <a:prstDash val="solid"/>
            </a:ln>
          </p:spPr>
        </p:sp>
        <p:sp>
          <p:nvSpPr>
            <p:cNvPr id="159" name="artifact_divider_2">
              <a:extLst>
                <a:ext uri="{FF2B5EF4-FFF2-40B4-BE49-F238E27FC236}">
                  <a16:creationId xmlns:a16="http://schemas.microsoft.com/office/drawing/2014/main" id="{A4781C43-84AE-4AEF-9F13-026F39D1F986}"/>
                </a:ext>
              </a:extLst>
            </p:cNvPr>
            <p:cNvSpPr>
              <a:spLocks/>
            </p:cNvSpPr>
            <p:nvPr/>
          </p:nvSpPr>
          <p:spPr>
            <a:xfrm>
              <a:off x="14277975" y="6419850"/>
              <a:ext cx="95" cy="1781175"/>
            </a:xfrm>
            <a:custGeom>
              <a:avLst/>
              <a:gdLst/>
              <a:ahLst/>
              <a:cxnLst/>
              <a:rect l="0" t="0" r="0" b="0"/>
              <a:pathLst>
                <a:path w="95" h="1781175">
                  <a:moveTo>
                    <a:pt x="0" y="0"/>
                  </a:moveTo>
                  <a:lnTo>
                    <a:pt x="0" y="1781175"/>
                  </a:lnTo>
                </a:path>
              </a:pathLst>
            </a:custGeom>
            <a:noFill/>
            <a:ln w="9525">
              <a:solidFill>
                <a:srgbClr val="DCE5F6"/>
              </a:solidFill>
              <a:prstDash val="solid"/>
            </a:ln>
          </p:spPr>
        </p:sp>
        <p:sp>
          <p:nvSpPr>
            <p:cNvPr id="160" name="artifact_outer_band">
              <a:extLst>
                <a:ext uri="{FF2B5EF4-FFF2-40B4-BE49-F238E27FC236}">
                  <a16:creationId xmlns:a16="http://schemas.microsoft.com/office/drawing/2014/main" id="{4D14ACB3-C337-493F-8D80-FF5D562C9D12}"/>
                </a:ext>
              </a:extLst>
            </p:cNvPr>
            <p:cNvSpPr>
              <a:spLocks/>
            </p:cNvSpPr>
            <p:nvPr/>
          </p:nvSpPr>
          <p:spPr>
            <a:xfrm>
              <a:off x="11420475" y="6534150"/>
              <a:ext cx="1276350" cy="923925"/>
            </a:xfrm>
            <a:custGeom>
              <a:avLst/>
              <a:gdLst/>
              <a:ahLst/>
              <a:cxnLst/>
              <a:rect l="0" t="0" r="0" b="0"/>
              <a:pathLst>
                <a:path w="1276350" h="923925">
                  <a:moveTo>
                    <a:pt x="0" y="685800"/>
                  </a:moveTo>
                  <a:lnTo>
                    <a:pt x="123825" y="514350"/>
                  </a:lnTo>
                  <a:lnTo>
                    <a:pt x="238125" y="581025"/>
                  </a:lnTo>
                  <a:lnTo>
                    <a:pt x="371475" y="390525"/>
                  </a:lnTo>
                  <a:lnTo>
                    <a:pt x="495300" y="447675"/>
                  </a:lnTo>
                  <a:lnTo>
                    <a:pt x="619125" y="514350"/>
                  </a:lnTo>
                  <a:lnTo>
                    <a:pt x="742950" y="352425"/>
                  </a:lnTo>
                  <a:lnTo>
                    <a:pt x="866775" y="276225"/>
                  </a:lnTo>
                  <a:lnTo>
                    <a:pt x="1009650" y="342900"/>
                  </a:lnTo>
                  <a:lnTo>
                    <a:pt x="1123950" y="123825"/>
                  </a:lnTo>
                  <a:lnTo>
                    <a:pt x="1190625" y="104775"/>
                  </a:lnTo>
                  <a:lnTo>
                    <a:pt x="1276350" y="0"/>
                  </a:lnTo>
                  <a:lnTo>
                    <a:pt x="1276350" y="876300"/>
                  </a:lnTo>
                  <a:lnTo>
                    <a:pt x="1190625" y="847725"/>
                  </a:lnTo>
                  <a:lnTo>
                    <a:pt x="1123950" y="876300"/>
                  </a:lnTo>
                  <a:lnTo>
                    <a:pt x="1009650" y="895350"/>
                  </a:lnTo>
                  <a:lnTo>
                    <a:pt x="866775" y="914400"/>
                  </a:lnTo>
                  <a:lnTo>
                    <a:pt x="742950" y="847725"/>
                  </a:lnTo>
                  <a:lnTo>
                    <a:pt x="619125" y="923925"/>
                  </a:lnTo>
                  <a:lnTo>
                    <a:pt x="495300" y="857250"/>
                  </a:lnTo>
                  <a:lnTo>
                    <a:pt x="371475" y="838200"/>
                  </a:lnTo>
                  <a:lnTo>
                    <a:pt x="238125" y="895350"/>
                  </a:lnTo>
                  <a:lnTo>
                    <a:pt x="123825" y="809625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rgbClr val="E4EDF7"/>
            </a:solidFill>
            <a:ln w="0">
              <a:noFill/>
              <a:prstDash val="solid"/>
            </a:ln>
          </p:spPr>
        </p:sp>
        <p:sp>
          <p:nvSpPr>
            <p:cNvPr id="161" name="artifact_inner_band">
              <a:extLst>
                <a:ext uri="{FF2B5EF4-FFF2-40B4-BE49-F238E27FC236}">
                  <a16:creationId xmlns:a16="http://schemas.microsoft.com/office/drawing/2014/main" id="{E71E7CB4-71D7-4446-9169-1DCD3D978955}"/>
                </a:ext>
              </a:extLst>
            </p:cNvPr>
            <p:cNvSpPr>
              <a:spLocks/>
            </p:cNvSpPr>
            <p:nvPr/>
          </p:nvSpPr>
          <p:spPr>
            <a:xfrm>
              <a:off x="11420475" y="6772275"/>
              <a:ext cx="1276350" cy="571500"/>
            </a:xfrm>
            <a:custGeom>
              <a:avLst/>
              <a:gdLst/>
              <a:ahLst/>
              <a:cxnLst/>
              <a:rect l="0" t="0" r="0" b="0"/>
              <a:pathLst>
                <a:path w="1276350" h="571500">
                  <a:moveTo>
                    <a:pt x="0" y="476250"/>
                  </a:moveTo>
                  <a:lnTo>
                    <a:pt x="123825" y="371475"/>
                  </a:lnTo>
                  <a:lnTo>
                    <a:pt x="238125" y="419100"/>
                  </a:lnTo>
                  <a:lnTo>
                    <a:pt x="371475" y="266700"/>
                  </a:lnTo>
                  <a:lnTo>
                    <a:pt x="495300" y="257175"/>
                  </a:lnTo>
                  <a:lnTo>
                    <a:pt x="619125" y="304800"/>
                  </a:lnTo>
                  <a:lnTo>
                    <a:pt x="742950" y="257175"/>
                  </a:lnTo>
                  <a:lnTo>
                    <a:pt x="866775" y="190500"/>
                  </a:lnTo>
                  <a:lnTo>
                    <a:pt x="1009650" y="257175"/>
                  </a:lnTo>
                  <a:lnTo>
                    <a:pt x="1123950" y="95250"/>
                  </a:lnTo>
                  <a:lnTo>
                    <a:pt x="1276350" y="0"/>
                  </a:lnTo>
                  <a:lnTo>
                    <a:pt x="1276350" y="428625"/>
                  </a:lnTo>
                  <a:lnTo>
                    <a:pt x="1123950" y="457200"/>
                  </a:lnTo>
                  <a:lnTo>
                    <a:pt x="1009650" y="504825"/>
                  </a:lnTo>
                  <a:lnTo>
                    <a:pt x="866775" y="552450"/>
                  </a:lnTo>
                  <a:lnTo>
                    <a:pt x="742950" y="504825"/>
                  </a:lnTo>
                  <a:lnTo>
                    <a:pt x="619125" y="542925"/>
                  </a:lnTo>
                  <a:lnTo>
                    <a:pt x="495300" y="485775"/>
                  </a:lnTo>
                  <a:lnTo>
                    <a:pt x="371475" y="485775"/>
                  </a:lnTo>
                  <a:lnTo>
                    <a:pt x="238125" y="552450"/>
                  </a:lnTo>
                  <a:lnTo>
                    <a:pt x="123825" y="4953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rgbClr val="C9D9EA"/>
            </a:solidFill>
            <a:ln w="0">
              <a:noFill/>
              <a:prstDash val="solid"/>
            </a:ln>
          </p:spPr>
        </p:sp>
        <p:sp>
          <p:nvSpPr>
            <p:cNvPr id="162" name="artifact_forecast_trace">
              <a:extLst>
                <a:ext uri="{FF2B5EF4-FFF2-40B4-BE49-F238E27FC236}">
                  <a16:creationId xmlns:a16="http://schemas.microsoft.com/office/drawing/2014/main" id="{324880CF-6304-4389-8E14-C481664811C9}"/>
                </a:ext>
              </a:extLst>
            </p:cNvPr>
            <p:cNvSpPr>
              <a:spLocks/>
            </p:cNvSpPr>
            <p:nvPr/>
          </p:nvSpPr>
          <p:spPr>
            <a:xfrm>
              <a:off x="11420475" y="6943725"/>
              <a:ext cx="1266825" cy="361950"/>
            </a:xfrm>
            <a:custGeom>
              <a:avLst/>
              <a:gdLst/>
              <a:ahLst/>
              <a:cxnLst/>
              <a:rect l="0" t="0" r="0" b="0"/>
              <a:pathLst>
                <a:path w="1266825" h="361950">
                  <a:moveTo>
                    <a:pt x="0" y="361950"/>
                  </a:moveTo>
                  <a:cubicBezTo>
                    <a:pt x="104775" y="247650"/>
                    <a:pt x="133350" y="219075"/>
                    <a:pt x="238125" y="276225"/>
                  </a:cubicBezTo>
                  <a:cubicBezTo>
                    <a:pt x="323850" y="285750"/>
                    <a:pt x="371475" y="104775"/>
                    <a:pt x="495300" y="171450"/>
                  </a:cubicBezTo>
                  <a:cubicBezTo>
                    <a:pt x="590550" y="200025"/>
                    <a:pt x="628650" y="247650"/>
                    <a:pt x="723900" y="180975"/>
                  </a:cubicBezTo>
                  <a:cubicBezTo>
                    <a:pt x="828675" y="95250"/>
                    <a:pt x="866775" y="123825"/>
                    <a:pt x="933450" y="171450"/>
                  </a:cubicBezTo>
                  <a:cubicBezTo>
                    <a:pt x="1028700" y="219075"/>
                    <a:pt x="1123950" y="0"/>
                    <a:pt x="1219200" y="85725"/>
                  </a:cubicBezTo>
                  <a:lnTo>
                    <a:pt x="1266825" y="76200"/>
                  </a:lnTo>
                </a:path>
              </a:pathLst>
            </a:custGeom>
            <a:noFill/>
            <a:ln w="23813">
              <a:solidFill>
                <a:srgbClr val="37487F"/>
              </a:solidFill>
              <a:prstDash val="solid"/>
            </a:ln>
          </p:spPr>
        </p:sp>
        <p:sp>
          <p:nvSpPr>
            <p:cNvPr id="163" name="artifact_time_axis">
              <a:extLst>
                <a:ext uri="{FF2B5EF4-FFF2-40B4-BE49-F238E27FC236}">
                  <a16:creationId xmlns:a16="http://schemas.microsoft.com/office/drawing/2014/main" id="{E0AA6A53-07DD-46DF-9B86-A396228E3A3C}"/>
                </a:ext>
              </a:extLst>
            </p:cNvPr>
            <p:cNvSpPr>
              <a:spLocks/>
            </p:cNvSpPr>
            <p:nvPr/>
          </p:nvSpPr>
          <p:spPr>
            <a:xfrm>
              <a:off x="11410950" y="7591425"/>
              <a:ext cx="1295400" cy="95"/>
            </a:xfrm>
            <a:custGeom>
              <a:avLst/>
              <a:gdLst/>
              <a:ahLst/>
              <a:cxnLst/>
              <a:rect l="0" t="0" r="0" b="0"/>
              <a:pathLst>
                <a:path w="1295400" h="95">
                  <a:moveTo>
                    <a:pt x="0" y="0"/>
                  </a:moveTo>
                  <a:lnTo>
                    <a:pt x="1295400" y="0"/>
                  </a:lnTo>
                </a:path>
              </a:pathLst>
            </a:custGeom>
            <a:noFill/>
            <a:ln w="13335">
              <a:solidFill>
                <a:srgbClr val="1D2D60"/>
              </a:solidFill>
              <a:prstDash val="solid"/>
            </a:ln>
          </p:spPr>
        </p:sp>
        <p:sp>
          <p:nvSpPr>
            <p:cNvPr id="164" name="artifact_value_axis">
              <a:extLst>
                <a:ext uri="{FF2B5EF4-FFF2-40B4-BE49-F238E27FC236}">
                  <a16:creationId xmlns:a16="http://schemas.microsoft.com/office/drawing/2014/main" id="{333ECA01-9802-4681-9112-0D9093383EE7}"/>
                </a:ext>
              </a:extLst>
            </p:cNvPr>
            <p:cNvSpPr>
              <a:spLocks/>
            </p:cNvSpPr>
            <p:nvPr/>
          </p:nvSpPr>
          <p:spPr>
            <a:xfrm>
              <a:off x="11410950" y="6524625"/>
              <a:ext cx="95" cy="1066800"/>
            </a:xfrm>
            <a:custGeom>
              <a:avLst/>
              <a:gdLst/>
              <a:ahLst/>
              <a:cxnLst/>
              <a:rect l="0" t="0" r="0" b="0"/>
              <a:pathLst>
                <a:path w="95" h="1066800">
                  <a:moveTo>
                    <a:pt x="0" y="0"/>
                  </a:moveTo>
                  <a:lnTo>
                    <a:pt x="0" y="1066800"/>
                  </a:lnTo>
                </a:path>
              </a:pathLst>
            </a:custGeom>
            <a:noFill/>
            <a:ln w="13335">
              <a:solidFill>
                <a:srgbClr val="1D2D60"/>
              </a:solidFill>
              <a:prstDash val="solid"/>
            </a:ln>
          </p:spPr>
        </p:sp>
        <p:sp>
          <p:nvSpPr>
            <p:cNvPr id="165" name="artifact_forecast_boundary">
              <a:extLst>
                <a:ext uri="{FF2B5EF4-FFF2-40B4-BE49-F238E27FC236}">
                  <a16:creationId xmlns:a16="http://schemas.microsoft.com/office/drawing/2014/main" id="{904538F8-3364-40D7-87FA-1342ED9F1200}"/>
                </a:ext>
              </a:extLst>
            </p:cNvPr>
            <p:cNvSpPr>
              <a:spLocks/>
            </p:cNvSpPr>
            <p:nvPr/>
          </p:nvSpPr>
          <p:spPr>
            <a:xfrm>
              <a:off x="12039600" y="6524625"/>
              <a:ext cx="95" cy="1066800"/>
            </a:xfrm>
            <a:custGeom>
              <a:avLst/>
              <a:gdLst/>
              <a:ahLst/>
              <a:cxnLst/>
              <a:rect l="0" t="0" r="0" b="0"/>
              <a:pathLst>
                <a:path w="95" h="1066800">
                  <a:moveTo>
                    <a:pt x="0" y="0"/>
                  </a:moveTo>
                  <a:lnTo>
                    <a:pt x="0" y="1066800"/>
                  </a:lnTo>
                </a:path>
              </a:pathLst>
            </a:custGeom>
            <a:noFill/>
            <a:ln w="11430">
              <a:solidFill>
                <a:srgbClr val="778BC1"/>
              </a:solidFill>
              <a:prstDash val="dash"/>
            </a:ln>
          </p:spPr>
        </p:sp>
        <p:sp>
          <p:nvSpPr>
            <p:cNvPr id="166" name="artifact_time_label">
              <a:extLst>
                <a:ext uri="{FF2B5EF4-FFF2-40B4-BE49-F238E27FC236}">
                  <a16:creationId xmlns:a16="http://schemas.microsoft.com/office/drawing/2014/main" id="{1A583404-5C30-4FBA-A4CB-D9C3EC33CAAB}"/>
                </a:ext>
              </a:extLst>
            </p:cNvPr>
            <p:cNvSpPr>
              <a:spLocks/>
            </p:cNvSpPr>
            <p:nvPr/>
          </p:nvSpPr>
          <p:spPr>
            <a:xfrm>
              <a:off x="11877675" y="7632859"/>
              <a:ext cx="523875" cy="19431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2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112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Time</a:t>
              </a:r>
            </a:p>
          </p:txBody>
        </p:sp>
        <p:sp>
          <p:nvSpPr>
            <p:cNvPr id="167" name="residual_cell_0_0">
              <a:extLst>
                <a:ext uri="{FF2B5EF4-FFF2-40B4-BE49-F238E27FC236}">
                  <a16:creationId xmlns:a16="http://schemas.microsoft.com/office/drawing/2014/main" id="{56936506-2997-4A41-9583-9356E93C9781}"/>
                </a:ext>
              </a:extLst>
            </p:cNvPr>
            <p:cNvSpPr>
              <a:spLocks/>
            </p:cNvSpPr>
            <p:nvPr/>
          </p:nvSpPr>
          <p:spPr>
            <a:xfrm>
              <a:off x="13011150" y="6534150"/>
              <a:ext cx="102870" cy="113348"/>
            </a:xfrm>
            <a:prstGeom prst="rect">
              <a:avLst/>
            </a:prstGeom>
            <a:solidFill>
              <a:srgbClr val="AFD1DE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168" name="residual_cell_0_1">
              <a:extLst>
                <a:ext uri="{FF2B5EF4-FFF2-40B4-BE49-F238E27FC236}">
                  <a16:creationId xmlns:a16="http://schemas.microsoft.com/office/drawing/2014/main" id="{D290AB1E-9467-4E64-9F59-CED63514E754}"/>
                </a:ext>
              </a:extLst>
            </p:cNvPr>
            <p:cNvSpPr>
              <a:spLocks/>
            </p:cNvSpPr>
            <p:nvPr/>
          </p:nvSpPr>
          <p:spPr>
            <a:xfrm>
              <a:off x="13114020" y="6534150"/>
              <a:ext cx="102870" cy="113348"/>
            </a:xfrm>
            <a:prstGeom prst="rect">
              <a:avLst/>
            </a:prstGeom>
            <a:solidFill>
              <a:srgbClr val="C5E1E9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169" name="residual_cell_0_2">
              <a:extLst>
                <a:ext uri="{FF2B5EF4-FFF2-40B4-BE49-F238E27FC236}">
                  <a16:creationId xmlns:a16="http://schemas.microsoft.com/office/drawing/2014/main" id="{7806055A-638E-4CEA-B621-B4D30E80E5D0}"/>
                </a:ext>
              </a:extLst>
            </p:cNvPr>
            <p:cNvSpPr>
              <a:spLocks/>
            </p:cNvSpPr>
            <p:nvPr/>
          </p:nvSpPr>
          <p:spPr>
            <a:xfrm>
              <a:off x="13216890" y="6534150"/>
              <a:ext cx="102870" cy="113348"/>
            </a:xfrm>
            <a:prstGeom prst="rect">
              <a:avLst/>
            </a:prstGeom>
            <a:solidFill>
              <a:srgbClr val="AFD1DE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170" name="residual_cell_0_3">
              <a:extLst>
                <a:ext uri="{FF2B5EF4-FFF2-40B4-BE49-F238E27FC236}">
                  <a16:creationId xmlns:a16="http://schemas.microsoft.com/office/drawing/2014/main" id="{245E3DD6-D9F7-4713-A78A-1F49CF44C4C8}"/>
                </a:ext>
              </a:extLst>
            </p:cNvPr>
            <p:cNvSpPr>
              <a:spLocks/>
            </p:cNvSpPr>
            <p:nvPr/>
          </p:nvSpPr>
          <p:spPr>
            <a:xfrm>
              <a:off x="13319760" y="6534150"/>
              <a:ext cx="102870" cy="113348"/>
            </a:xfrm>
            <a:prstGeom prst="rect">
              <a:avLst/>
            </a:prstGeom>
            <a:solidFill>
              <a:srgbClr val="D8EBF0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171" name="residual_cell_0_4">
              <a:extLst>
                <a:ext uri="{FF2B5EF4-FFF2-40B4-BE49-F238E27FC236}">
                  <a16:creationId xmlns:a16="http://schemas.microsoft.com/office/drawing/2014/main" id="{0B7AB476-E194-4D7F-AFBC-3B3BDBA6F352}"/>
                </a:ext>
              </a:extLst>
            </p:cNvPr>
            <p:cNvSpPr>
              <a:spLocks/>
            </p:cNvSpPr>
            <p:nvPr/>
          </p:nvSpPr>
          <p:spPr>
            <a:xfrm>
              <a:off x="13422630" y="6534150"/>
              <a:ext cx="102870" cy="113348"/>
            </a:xfrm>
            <a:prstGeom prst="rect">
              <a:avLst/>
            </a:prstGeom>
            <a:solidFill>
              <a:srgbClr val="C5E1E9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172" name="residual_cell_0_5">
              <a:extLst>
                <a:ext uri="{FF2B5EF4-FFF2-40B4-BE49-F238E27FC236}">
                  <a16:creationId xmlns:a16="http://schemas.microsoft.com/office/drawing/2014/main" id="{93F6727F-67BC-4277-907F-73AF4A34DB9A}"/>
                </a:ext>
              </a:extLst>
            </p:cNvPr>
            <p:cNvSpPr>
              <a:spLocks/>
            </p:cNvSpPr>
            <p:nvPr/>
          </p:nvSpPr>
          <p:spPr>
            <a:xfrm>
              <a:off x="13525500" y="6534150"/>
              <a:ext cx="102870" cy="113348"/>
            </a:xfrm>
            <a:prstGeom prst="rect">
              <a:avLst/>
            </a:prstGeom>
            <a:solidFill>
              <a:srgbClr val="AFD1DE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173" name="residual_cell_0_6">
              <a:extLst>
                <a:ext uri="{FF2B5EF4-FFF2-40B4-BE49-F238E27FC236}">
                  <a16:creationId xmlns:a16="http://schemas.microsoft.com/office/drawing/2014/main" id="{E30F20EA-FB77-4AD6-AB4D-20751DE81BE8}"/>
                </a:ext>
              </a:extLst>
            </p:cNvPr>
            <p:cNvSpPr>
              <a:spLocks/>
            </p:cNvSpPr>
            <p:nvPr/>
          </p:nvSpPr>
          <p:spPr>
            <a:xfrm>
              <a:off x="13628370" y="6534150"/>
              <a:ext cx="102870" cy="113348"/>
            </a:xfrm>
            <a:prstGeom prst="rect">
              <a:avLst/>
            </a:prstGeom>
            <a:solidFill>
              <a:srgbClr val="C5E1E9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174" name="residual_cell_0_7">
              <a:extLst>
                <a:ext uri="{FF2B5EF4-FFF2-40B4-BE49-F238E27FC236}">
                  <a16:creationId xmlns:a16="http://schemas.microsoft.com/office/drawing/2014/main" id="{1BA5D3D1-E546-4025-B45E-E8AC7E45765C}"/>
                </a:ext>
              </a:extLst>
            </p:cNvPr>
            <p:cNvSpPr>
              <a:spLocks/>
            </p:cNvSpPr>
            <p:nvPr/>
          </p:nvSpPr>
          <p:spPr>
            <a:xfrm>
              <a:off x="13731240" y="6534150"/>
              <a:ext cx="102870" cy="113348"/>
            </a:xfrm>
            <a:prstGeom prst="rect">
              <a:avLst/>
            </a:prstGeom>
            <a:solidFill>
              <a:srgbClr val="D8EBF0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175" name="residual_cell_0_8">
              <a:extLst>
                <a:ext uri="{FF2B5EF4-FFF2-40B4-BE49-F238E27FC236}">
                  <a16:creationId xmlns:a16="http://schemas.microsoft.com/office/drawing/2014/main" id="{53D1E192-514C-435B-AFBB-F4C89454F688}"/>
                </a:ext>
              </a:extLst>
            </p:cNvPr>
            <p:cNvSpPr>
              <a:spLocks/>
            </p:cNvSpPr>
            <p:nvPr/>
          </p:nvSpPr>
          <p:spPr>
            <a:xfrm>
              <a:off x="13834110" y="6534150"/>
              <a:ext cx="102870" cy="113348"/>
            </a:xfrm>
            <a:prstGeom prst="rect">
              <a:avLst/>
            </a:prstGeom>
            <a:solidFill>
              <a:srgbClr val="C5E1E9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176" name="residual_cell_1_0">
              <a:extLst>
                <a:ext uri="{FF2B5EF4-FFF2-40B4-BE49-F238E27FC236}">
                  <a16:creationId xmlns:a16="http://schemas.microsoft.com/office/drawing/2014/main" id="{15DD9BF3-B71B-402E-947B-4DCF800FEB3C}"/>
                </a:ext>
              </a:extLst>
            </p:cNvPr>
            <p:cNvSpPr>
              <a:spLocks/>
            </p:cNvSpPr>
            <p:nvPr/>
          </p:nvSpPr>
          <p:spPr>
            <a:xfrm>
              <a:off x="13011150" y="6647498"/>
              <a:ext cx="102870" cy="113348"/>
            </a:xfrm>
            <a:prstGeom prst="rect">
              <a:avLst/>
            </a:prstGeom>
            <a:solidFill>
              <a:srgbClr val="C5E1E9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177" name="residual_cell_1_1">
              <a:extLst>
                <a:ext uri="{FF2B5EF4-FFF2-40B4-BE49-F238E27FC236}">
                  <a16:creationId xmlns:a16="http://schemas.microsoft.com/office/drawing/2014/main" id="{DB9B8A9D-E9AE-4F45-9D39-3C42D3AD8077}"/>
                </a:ext>
              </a:extLst>
            </p:cNvPr>
            <p:cNvSpPr>
              <a:spLocks/>
            </p:cNvSpPr>
            <p:nvPr/>
          </p:nvSpPr>
          <p:spPr>
            <a:xfrm>
              <a:off x="13114020" y="6647498"/>
              <a:ext cx="102870" cy="113348"/>
            </a:xfrm>
            <a:prstGeom prst="rect">
              <a:avLst/>
            </a:prstGeom>
            <a:solidFill>
              <a:srgbClr val="AFD1DE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178" name="residual_cell_1_2">
              <a:extLst>
                <a:ext uri="{FF2B5EF4-FFF2-40B4-BE49-F238E27FC236}">
                  <a16:creationId xmlns:a16="http://schemas.microsoft.com/office/drawing/2014/main" id="{2CCF5843-C1B8-4164-A50C-09F9CA1E9C62}"/>
                </a:ext>
              </a:extLst>
            </p:cNvPr>
            <p:cNvSpPr>
              <a:spLocks/>
            </p:cNvSpPr>
            <p:nvPr/>
          </p:nvSpPr>
          <p:spPr>
            <a:xfrm>
              <a:off x="13216890" y="6647498"/>
              <a:ext cx="102870" cy="113348"/>
            </a:xfrm>
            <a:prstGeom prst="rect">
              <a:avLst/>
            </a:prstGeom>
            <a:solidFill>
              <a:srgbClr val="94BFCE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179" name="residual_cell_1_3">
              <a:extLst>
                <a:ext uri="{FF2B5EF4-FFF2-40B4-BE49-F238E27FC236}">
                  <a16:creationId xmlns:a16="http://schemas.microsoft.com/office/drawing/2014/main" id="{CAB67E2A-6855-474B-8CF8-730FD1628310}"/>
                </a:ext>
              </a:extLst>
            </p:cNvPr>
            <p:cNvSpPr>
              <a:spLocks/>
            </p:cNvSpPr>
            <p:nvPr/>
          </p:nvSpPr>
          <p:spPr>
            <a:xfrm>
              <a:off x="13319760" y="6647498"/>
              <a:ext cx="102870" cy="113348"/>
            </a:xfrm>
            <a:prstGeom prst="rect">
              <a:avLst/>
            </a:prstGeom>
            <a:solidFill>
              <a:srgbClr val="C5E1E9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180" name="residual_cell_1_4">
              <a:extLst>
                <a:ext uri="{FF2B5EF4-FFF2-40B4-BE49-F238E27FC236}">
                  <a16:creationId xmlns:a16="http://schemas.microsoft.com/office/drawing/2014/main" id="{406B5479-57D4-46D9-B15C-BC89595BE2E1}"/>
                </a:ext>
              </a:extLst>
            </p:cNvPr>
            <p:cNvSpPr>
              <a:spLocks/>
            </p:cNvSpPr>
            <p:nvPr/>
          </p:nvSpPr>
          <p:spPr>
            <a:xfrm>
              <a:off x="13422630" y="6647498"/>
              <a:ext cx="102870" cy="113348"/>
            </a:xfrm>
            <a:prstGeom prst="rect">
              <a:avLst/>
            </a:prstGeom>
            <a:solidFill>
              <a:srgbClr val="D8EBF0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181" name="residual_cell_1_5">
              <a:extLst>
                <a:ext uri="{FF2B5EF4-FFF2-40B4-BE49-F238E27FC236}">
                  <a16:creationId xmlns:a16="http://schemas.microsoft.com/office/drawing/2014/main" id="{24634060-4C13-4FAD-9402-CF56B71FED15}"/>
                </a:ext>
              </a:extLst>
            </p:cNvPr>
            <p:cNvSpPr>
              <a:spLocks/>
            </p:cNvSpPr>
            <p:nvPr/>
          </p:nvSpPr>
          <p:spPr>
            <a:xfrm>
              <a:off x="13525500" y="6647498"/>
              <a:ext cx="102870" cy="113348"/>
            </a:xfrm>
            <a:prstGeom prst="rect">
              <a:avLst/>
            </a:prstGeom>
            <a:solidFill>
              <a:srgbClr val="C5E1E9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182" name="residual_cell_1_6">
              <a:extLst>
                <a:ext uri="{FF2B5EF4-FFF2-40B4-BE49-F238E27FC236}">
                  <a16:creationId xmlns:a16="http://schemas.microsoft.com/office/drawing/2014/main" id="{14199359-403A-4E38-9E96-832DF1466707}"/>
                </a:ext>
              </a:extLst>
            </p:cNvPr>
            <p:cNvSpPr>
              <a:spLocks/>
            </p:cNvSpPr>
            <p:nvPr/>
          </p:nvSpPr>
          <p:spPr>
            <a:xfrm>
              <a:off x="13628370" y="6647498"/>
              <a:ext cx="102870" cy="113348"/>
            </a:xfrm>
            <a:prstGeom prst="rect">
              <a:avLst/>
            </a:prstGeom>
            <a:solidFill>
              <a:srgbClr val="AFD1DE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183" name="residual_cell_1_7">
              <a:extLst>
                <a:ext uri="{FF2B5EF4-FFF2-40B4-BE49-F238E27FC236}">
                  <a16:creationId xmlns:a16="http://schemas.microsoft.com/office/drawing/2014/main" id="{02FE3E04-6A61-40CA-8011-4B6A47F8CCDC}"/>
                </a:ext>
              </a:extLst>
            </p:cNvPr>
            <p:cNvSpPr>
              <a:spLocks/>
            </p:cNvSpPr>
            <p:nvPr/>
          </p:nvSpPr>
          <p:spPr>
            <a:xfrm>
              <a:off x="13731240" y="6647498"/>
              <a:ext cx="102870" cy="113348"/>
            </a:xfrm>
            <a:prstGeom prst="rect">
              <a:avLst/>
            </a:prstGeom>
            <a:solidFill>
              <a:srgbClr val="AFD1DE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184" name="residual_cell_1_8">
              <a:extLst>
                <a:ext uri="{FF2B5EF4-FFF2-40B4-BE49-F238E27FC236}">
                  <a16:creationId xmlns:a16="http://schemas.microsoft.com/office/drawing/2014/main" id="{2AF00903-88E2-44DC-884D-8E8C53D4E68F}"/>
                </a:ext>
              </a:extLst>
            </p:cNvPr>
            <p:cNvSpPr>
              <a:spLocks/>
            </p:cNvSpPr>
            <p:nvPr/>
          </p:nvSpPr>
          <p:spPr>
            <a:xfrm>
              <a:off x="13834110" y="6647498"/>
              <a:ext cx="102870" cy="113348"/>
            </a:xfrm>
            <a:prstGeom prst="rect">
              <a:avLst/>
            </a:prstGeom>
            <a:solidFill>
              <a:srgbClr val="D8EBF0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185" name="residual_cell_2_0">
              <a:extLst>
                <a:ext uri="{FF2B5EF4-FFF2-40B4-BE49-F238E27FC236}">
                  <a16:creationId xmlns:a16="http://schemas.microsoft.com/office/drawing/2014/main" id="{FAF03A8B-D654-4DCF-B2FB-71D38AA79F16}"/>
                </a:ext>
              </a:extLst>
            </p:cNvPr>
            <p:cNvSpPr>
              <a:spLocks/>
            </p:cNvSpPr>
            <p:nvPr/>
          </p:nvSpPr>
          <p:spPr>
            <a:xfrm>
              <a:off x="13011150" y="6760845"/>
              <a:ext cx="102870" cy="113348"/>
            </a:xfrm>
            <a:prstGeom prst="rect">
              <a:avLst/>
            </a:prstGeom>
            <a:solidFill>
              <a:srgbClr val="D8EBF0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186" name="residual_cell_2_1">
              <a:extLst>
                <a:ext uri="{FF2B5EF4-FFF2-40B4-BE49-F238E27FC236}">
                  <a16:creationId xmlns:a16="http://schemas.microsoft.com/office/drawing/2014/main" id="{D1F9FD4B-5BFD-4C09-B0F0-FA9241E09FCD}"/>
                </a:ext>
              </a:extLst>
            </p:cNvPr>
            <p:cNvSpPr>
              <a:spLocks/>
            </p:cNvSpPr>
            <p:nvPr/>
          </p:nvSpPr>
          <p:spPr>
            <a:xfrm>
              <a:off x="13114020" y="6760845"/>
              <a:ext cx="102870" cy="113348"/>
            </a:xfrm>
            <a:prstGeom prst="rect">
              <a:avLst/>
            </a:prstGeom>
            <a:solidFill>
              <a:srgbClr val="C5E1E9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187" name="residual_cell_2_2">
              <a:extLst>
                <a:ext uri="{FF2B5EF4-FFF2-40B4-BE49-F238E27FC236}">
                  <a16:creationId xmlns:a16="http://schemas.microsoft.com/office/drawing/2014/main" id="{12E64ACB-0660-4BD0-ADBB-24F4525C45DE}"/>
                </a:ext>
              </a:extLst>
            </p:cNvPr>
            <p:cNvSpPr>
              <a:spLocks/>
            </p:cNvSpPr>
            <p:nvPr/>
          </p:nvSpPr>
          <p:spPr>
            <a:xfrm>
              <a:off x="13216890" y="6760845"/>
              <a:ext cx="102870" cy="113348"/>
            </a:xfrm>
            <a:prstGeom prst="rect">
              <a:avLst/>
            </a:prstGeom>
            <a:solidFill>
              <a:srgbClr val="AFD1DE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188" name="residual_cell_2_3">
              <a:extLst>
                <a:ext uri="{FF2B5EF4-FFF2-40B4-BE49-F238E27FC236}">
                  <a16:creationId xmlns:a16="http://schemas.microsoft.com/office/drawing/2014/main" id="{4C416D60-1D76-4122-8EDF-31A0DF72517C}"/>
                </a:ext>
              </a:extLst>
            </p:cNvPr>
            <p:cNvSpPr>
              <a:spLocks/>
            </p:cNvSpPr>
            <p:nvPr/>
          </p:nvSpPr>
          <p:spPr>
            <a:xfrm>
              <a:off x="13319760" y="6760845"/>
              <a:ext cx="102870" cy="113348"/>
            </a:xfrm>
            <a:prstGeom prst="rect">
              <a:avLst/>
            </a:prstGeom>
            <a:solidFill>
              <a:srgbClr val="94BFCE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189" name="residual_cell_2_4">
              <a:extLst>
                <a:ext uri="{FF2B5EF4-FFF2-40B4-BE49-F238E27FC236}">
                  <a16:creationId xmlns:a16="http://schemas.microsoft.com/office/drawing/2014/main" id="{5B211B92-A30E-4579-8F27-CCF33ABA1B73}"/>
                </a:ext>
              </a:extLst>
            </p:cNvPr>
            <p:cNvSpPr>
              <a:spLocks/>
            </p:cNvSpPr>
            <p:nvPr/>
          </p:nvSpPr>
          <p:spPr>
            <a:xfrm>
              <a:off x="13422630" y="6760845"/>
              <a:ext cx="102870" cy="113348"/>
            </a:xfrm>
            <a:prstGeom prst="rect">
              <a:avLst/>
            </a:prstGeom>
            <a:solidFill>
              <a:srgbClr val="AFD1DE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190" name="residual_cell_2_5">
              <a:extLst>
                <a:ext uri="{FF2B5EF4-FFF2-40B4-BE49-F238E27FC236}">
                  <a16:creationId xmlns:a16="http://schemas.microsoft.com/office/drawing/2014/main" id="{258648F6-C7BC-4396-A8A7-E7B5EE5B84DB}"/>
                </a:ext>
              </a:extLst>
            </p:cNvPr>
            <p:cNvSpPr>
              <a:spLocks/>
            </p:cNvSpPr>
            <p:nvPr/>
          </p:nvSpPr>
          <p:spPr>
            <a:xfrm>
              <a:off x="13525500" y="6760845"/>
              <a:ext cx="102870" cy="113348"/>
            </a:xfrm>
            <a:prstGeom prst="rect">
              <a:avLst/>
            </a:prstGeom>
            <a:solidFill>
              <a:srgbClr val="D8EBF0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191" name="residual_cell_2_6">
              <a:extLst>
                <a:ext uri="{FF2B5EF4-FFF2-40B4-BE49-F238E27FC236}">
                  <a16:creationId xmlns:a16="http://schemas.microsoft.com/office/drawing/2014/main" id="{895305C8-365D-4264-A1C0-AD174F60A880}"/>
                </a:ext>
              </a:extLst>
            </p:cNvPr>
            <p:cNvSpPr>
              <a:spLocks/>
            </p:cNvSpPr>
            <p:nvPr/>
          </p:nvSpPr>
          <p:spPr>
            <a:xfrm>
              <a:off x="13628370" y="6760845"/>
              <a:ext cx="102870" cy="113348"/>
            </a:xfrm>
            <a:prstGeom prst="rect">
              <a:avLst/>
            </a:prstGeom>
            <a:solidFill>
              <a:srgbClr val="C5E1E9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192" name="residual_cell_2_7">
              <a:extLst>
                <a:ext uri="{FF2B5EF4-FFF2-40B4-BE49-F238E27FC236}">
                  <a16:creationId xmlns:a16="http://schemas.microsoft.com/office/drawing/2014/main" id="{9A5668DC-A9D8-41A6-AFAE-49DAF5F02838}"/>
                </a:ext>
              </a:extLst>
            </p:cNvPr>
            <p:cNvSpPr>
              <a:spLocks/>
            </p:cNvSpPr>
            <p:nvPr/>
          </p:nvSpPr>
          <p:spPr>
            <a:xfrm>
              <a:off x="13731240" y="6760845"/>
              <a:ext cx="102870" cy="113348"/>
            </a:xfrm>
            <a:prstGeom prst="rect">
              <a:avLst/>
            </a:prstGeom>
            <a:solidFill>
              <a:srgbClr val="D8EBF0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193" name="residual_cell_2_8">
              <a:extLst>
                <a:ext uri="{FF2B5EF4-FFF2-40B4-BE49-F238E27FC236}">
                  <a16:creationId xmlns:a16="http://schemas.microsoft.com/office/drawing/2014/main" id="{CE2839CD-3A52-414E-8812-9A8D5ED43689}"/>
                </a:ext>
              </a:extLst>
            </p:cNvPr>
            <p:cNvSpPr>
              <a:spLocks/>
            </p:cNvSpPr>
            <p:nvPr/>
          </p:nvSpPr>
          <p:spPr>
            <a:xfrm>
              <a:off x="13834110" y="6760845"/>
              <a:ext cx="102870" cy="113348"/>
            </a:xfrm>
            <a:prstGeom prst="rect">
              <a:avLst/>
            </a:prstGeom>
            <a:solidFill>
              <a:srgbClr val="C5E1E9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194" name="residual_cell_3_0">
              <a:extLst>
                <a:ext uri="{FF2B5EF4-FFF2-40B4-BE49-F238E27FC236}">
                  <a16:creationId xmlns:a16="http://schemas.microsoft.com/office/drawing/2014/main" id="{0840223D-DA05-45F2-8BB5-A502A2064589}"/>
                </a:ext>
              </a:extLst>
            </p:cNvPr>
            <p:cNvSpPr>
              <a:spLocks/>
            </p:cNvSpPr>
            <p:nvPr/>
          </p:nvSpPr>
          <p:spPr>
            <a:xfrm>
              <a:off x="13011150" y="6874193"/>
              <a:ext cx="102870" cy="113348"/>
            </a:xfrm>
            <a:prstGeom prst="rect">
              <a:avLst/>
            </a:prstGeom>
            <a:solidFill>
              <a:srgbClr val="C5E1E9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195" name="residual_cell_3_1">
              <a:extLst>
                <a:ext uri="{FF2B5EF4-FFF2-40B4-BE49-F238E27FC236}">
                  <a16:creationId xmlns:a16="http://schemas.microsoft.com/office/drawing/2014/main" id="{E331F02A-4624-4959-AABE-091FED203A4E}"/>
                </a:ext>
              </a:extLst>
            </p:cNvPr>
            <p:cNvSpPr>
              <a:spLocks/>
            </p:cNvSpPr>
            <p:nvPr/>
          </p:nvSpPr>
          <p:spPr>
            <a:xfrm>
              <a:off x="13114020" y="6874193"/>
              <a:ext cx="102870" cy="113348"/>
            </a:xfrm>
            <a:prstGeom prst="rect">
              <a:avLst/>
            </a:prstGeom>
            <a:solidFill>
              <a:srgbClr val="AFD1DE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196" name="residual_cell_3_2">
              <a:extLst>
                <a:ext uri="{FF2B5EF4-FFF2-40B4-BE49-F238E27FC236}">
                  <a16:creationId xmlns:a16="http://schemas.microsoft.com/office/drawing/2014/main" id="{C886E649-F1FE-49F2-969C-E8C4974F9768}"/>
                </a:ext>
              </a:extLst>
            </p:cNvPr>
            <p:cNvSpPr>
              <a:spLocks/>
            </p:cNvSpPr>
            <p:nvPr/>
          </p:nvSpPr>
          <p:spPr>
            <a:xfrm>
              <a:off x="13216890" y="6874193"/>
              <a:ext cx="102870" cy="113348"/>
            </a:xfrm>
            <a:prstGeom prst="rect">
              <a:avLst/>
            </a:prstGeom>
            <a:solidFill>
              <a:srgbClr val="C5E1E9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197" name="residual_cell_3_3">
              <a:extLst>
                <a:ext uri="{FF2B5EF4-FFF2-40B4-BE49-F238E27FC236}">
                  <a16:creationId xmlns:a16="http://schemas.microsoft.com/office/drawing/2014/main" id="{8C262A7C-58D2-47AA-94B1-08535A0A77DE}"/>
                </a:ext>
              </a:extLst>
            </p:cNvPr>
            <p:cNvSpPr>
              <a:spLocks/>
            </p:cNvSpPr>
            <p:nvPr/>
          </p:nvSpPr>
          <p:spPr>
            <a:xfrm>
              <a:off x="13319760" y="6874193"/>
              <a:ext cx="102870" cy="113348"/>
            </a:xfrm>
            <a:prstGeom prst="rect">
              <a:avLst/>
            </a:prstGeom>
            <a:solidFill>
              <a:srgbClr val="AFD1DE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198" name="residual_cell_3_4">
              <a:extLst>
                <a:ext uri="{FF2B5EF4-FFF2-40B4-BE49-F238E27FC236}">
                  <a16:creationId xmlns:a16="http://schemas.microsoft.com/office/drawing/2014/main" id="{5E44EBC6-E783-46DD-BAD9-89DC6E6EBADE}"/>
                </a:ext>
              </a:extLst>
            </p:cNvPr>
            <p:cNvSpPr>
              <a:spLocks/>
            </p:cNvSpPr>
            <p:nvPr/>
          </p:nvSpPr>
          <p:spPr>
            <a:xfrm>
              <a:off x="13422630" y="6874193"/>
              <a:ext cx="102870" cy="113348"/>
            </a:xfrm>
            <a:prstGeom prst="rect">
              <a:avLst/>
            </a:prstGeom>
            <a:solidFill>
              <a:srgbClr val="94BFCE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199" name="residual_cell_3_5">
              <a:extLst>
                <a:ext uri="{FF2B5EF4-FFF2-40B4-BE49-F238E27FC236}">
                  <a16:creationId xmlns:a16="http://schemas.microsoft.com/office/drawing/2014/main" id="{5DF9EDFD-3C30-4B93-B00F-5CAA0FDB9520}"/>
                </a:ext>
              </a:extLst>
            </p:cNvPr>
            <p:cNvSpPr>
              <a:spLocks/>
            </p:cNvSpPr>
            <p:nvPr/>
          </p:nvSpPr>
          <p:spPr>
            <a:xfrm>
              <a:off x="13525500" y="6874193"/>
              <a:ext cx="102870" cy="113348"/>
            </a:xfrm>
            <a:prstGeom prst="rect">
              <a:avLst/>
            </a:prstGeom>
            <a:solidFill>
              <a:srgbClr val="C5E1E9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200" name="residual_cell_3_6">
              <a:extLst>
                <a:ext uri="{FF2B5EF4-FFF2-40B4-BE49-F238E27FC236}">
                  <a16:creationId xmlns:a16="http://schemas.microsoft.com/office/drawing/2014/main" id="{AC540E06-C33C-4965-841C-C19F95534388}"/>
                </a:ext>
              </a:extLst>
            </p:cNvPr>
            <p:cNvSpPr>
              <a:spLocks/>
            </p:cNvSpPr>
            <p:nvPr/>
          </p:nvSpPr>
          <p:spPr>
            <a:xfrm>
              <a:off x="13628370" y="6874193"/>
              <a:ext cx="102870" cy="113348"/>
            </a:xfrm>
            <a:prstGeom prst="rect">
              <a:avLst/>
            </a:prstGeom>
            <a:solidFill>
              <a:srgbClr val="AFD1DE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201" name="residual_cell_3_7">
              <a:extLst>
                <a:ext uri="{FF2B5EF4-FFF2-40B4-BE49-F238E27FC236}">
                  <a16:creationId xmlns:a16="http://schemas.microsoft.com/office/drawing/2014/main" id="{D3A47EB8-2DA1-48CF-8632-4D7C7603536D}"/>
                </a:ext>
              </a:extLst>
            </p:cNvPr>
            <p:cNvSpPr>
              <a:spLocks/>
            </p:cNvSpPr>
            <p:nvPr/>
          </p:nvSpPr>
          <p:spPr>
            <a:xfrm>
              <a:off x="13731240" y="6874193"/>
              <a:ext cx="102870" cy="113348"/>
            </a:xfrm>
            <a:prstGeom prst="rect">
              <a:avLst/>
            </a:prstGeom>
            <a:solidFill>
              <a:srgbClr val="C5E1E9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202" name="residual_cell_3_8">
              <a:extLst>
                <a:ext uri="{FF2B5EF4-FFF2-40B4-BE49-F238E27FC236}">
                  <a16:creationId xmlns:a16="http://schemas.microsoft.com/office/drawing/2014/main" id="{CC8F2677-A945-403E-9CE1-81491FB48239}"/>
                </a:ext>
              </a:extLst>
            </p:cNvPr>
            <p:cNvSpPr>
              <a:spLocks/>
            </p:cNvSpPr>
            <p:nvPr/>
          </p:nvSpPr>
          <p:spPr>
            <a:xfrm>
              <a:off x="13834110" y="6874193"/>
              <a:ext cx="102870" cy="113348"/>
            </a:xfrm>
            <a:prstGeom prst="rect">
              <a:avLst/>
            </a:prstGeom>
            <a:solidFill>
              <a:srgbClr val="D8EBF0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203" name="residual_cell_4_0">
              <a:extLst>
                <a:ext uri="{FF2B5EF4-FFF2-40B4-BE49-F238E27FC236}">
                  <a16:creationId xmlns:a16="http://schemas.microsoft.com/office/drawing/2014/main" id="{432927C3-9527-4769-A9C6-032776662A8C}"/>
                </a:ext>
              </a:extLst>
            </p:cNvPr>
            <p:cNvSpPr>
              <a:spLocks/>
            </p:cNvSpPr>
            <p:nvPr/>
          </p:nvSpPr>
          <p:spPr>
            <a:xfrm>
              <a:off x="13011150" y="6987540"/>
              <a:ext cx="102870" cy="113348"/>
            </a:xfrm>
            <a:prstGeom prst="rect">
              <a:avLst/>
            </a:prstGeom>
            <a:solidFill>
              <a:srgbClr val="AFD1DE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204" name="residual_cell_4_1">
              <a:extLst>
                <a:ext uri="{FF2B5EF4-FFF2-40B4-BE49-F238E27FC236}">
                  <a16:creationId xmlns:a16="http://schemas.microsoft.com/office/drawing/2014/main" id="{29288930-6A42-4B9B-95ED-BC3BE68A3738}"/>
                </a:ext>
              </a:extLst>
            </p:cNvPr>
            <p:cNvSpPr>
              <a:spLocks/>
            </p:cNvSpPr>
            <p:nvPr/>
          </p:nvSpPr>
          <p:spPr>
            <a:xfrm>
              <a:off x="13114020" y="6987540"/>
              <a:ext cx="102870" cy="113348"/>
            </a:xfrm>
            <a:prstGeom prst="rect">
              <a:avLst/>
            </a:prstGeom>
            <a:solidFill>
              <a:srgbClr val="94BFCE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205" name="residual_cell_4_2">
              <a:extLst>
                <a:ext uri="{FF2B5EF4-FFF2-40B4-BE49-F238E27FC236}">
                  <a16:creationId xmlns:a16="http://schemas.microsoft.com/office/drawing/2014/main" id="{37D5E2AE-E9DA-4F0D-93CA-34130E5F03D6}"/>
                </a:ext>
              </a:extLst>
            </p:cNvPr>
            <p:cNvSpPr>
              <a:spLocks/>
            </p:cNvSpPr>
            <p:nvPr/>
          </p:nvSpPr>
          <p:spPr>
            <a:xfrm>
              <a:off x="13216890" y="6987540"/>
              <a:ext cx="102870" cy="113348"/>
            </a:xfrm>
            <a:prstGeom prst="rect">
              <a:avLst/>
            </a:prstGeom>
            <a:solidFill>
              <a:srgbClr val="C5E1E9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206" name="residual_cell_4_3">
              <a:extLst>
                <a:ext uri="{FF2B5EF4-FFF2-40B4-BE49-F238E27FC236}">
                  <a16:creationId xmlns:a16="http://schemas.microsoft.com/office/drawing/2014/main" id="{832A6487-0E9A-4044-9627-913AE6C8E6D6}"/>
                </a:ext>
              </a:extLst>
            </p:cNvPr>
            <p:cNvSpPr>
              <a:spLocks/>
            </p:cNvSpPr>
            <p:nvPr/>
          </p:nvSpPr>
          <p:spPr>
            <a:xfrm>
              <a:off x="13319760" y="6987540"/>
              <a:ext cx="102870" cy="113348"/>
            </a:xfrm>
            <a:prstGeom prst="rect">
              <a:avLst/>
            </a:prstGeom>
            <a:solidFill>
              <a:srgbClr val="D8EBF0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207" name="residual_cell_4_4">
              <a:extLst>
                <a:ext uri="{FF2B5EF4-FFF2-40B4-BE49-F238E27FC236}">
                  <a16:creationId xmlns:a16="http://schemas.microsoft.com/office/drawing/2014/main" id="{E7843117-FC3A-4DCB-B45C-3CF1464675D3}"/>
                </a:ext>
              </a:extLst>
            </p:cNvPr>
            <p:cNvSpPr>
              <a:spLocks/>
            </p:cNvSpPr>
            <p:nvPr/>
          </p:nvSpPr>
          <p:spPr>
            <a:xfrm>
              <a:off x="13422630" y="6987540"/>
              <a:ext cx="102870" cy="113348"/>
            </a:xfrm>
            <a:prstGeom prst="rect">
              <a:avLst/>
            </a:prstGeom>
            <a:solidFill>
              <a:srgbClr val="AFD1DE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208" name="residual_cell_4_5">
              <a:extLst>
                <a:ext uri="{FF2B5EF4-FFF2-40B4-BE49-F238E27FC236}">
                  <a16:creationId xmlns:a16="http://schemas.microsoft.com/office/drawing/2014/main" id="{176E08F6-669D-4DCF-A186-D516016F521B}"/>
                </a:ext>
              </a:extLst>
            </p:cNvPr>
            <p:cNvSpPr>
              <a:spLocks/>
            </p:cNvSpPr>
            <p:nvPr/>
          </p:nvSpPr>
          <p:spPr>
            <a:xfrm>
              <a:off x="13525500" y="6987540"/>
              <a:ext cx="102870" cy="113348"/>
            </a:xfrm>
            <a:prstGeom prst="rect">
              <a:avLst/>
            </a:prstGeom>
            <a:solidFill>
              <a:srgbClr val="AFD1DE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209" name="residual_cell_4_6">
              <a:extLst>
                <a:ext uri="{FF2B5EF4-FFF2-40B4-BE49-F238E27FC236}">
                  <a16:creationId xmlns:a16="http://schemas.microsoft.com/office/drawing/2014/main" id="{1948E024-340D-4E98-BF35-42D6A8AB8151}"/>
                </a:ext>
              </a:extLst>
            </p:cNvPr>
            <p:cNvSpPr>
              <a:spLocks/>
            </p:cNvSpPr>
            <p:nvPr/>
          </p:nvSpPr>
          <p:spPr>
            <a:xfrm>
              <a:off x="13628370" y="6987540"/>
              <a:ext cx="102870" cy="113348"/>
            </a:xfrm>
            <a:prstGeom prst="rect">
              <a:avLst/>
            </a:prstGeom>
            <a:solidFill>
              <a:srgbClr val="94BFCE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210" name="residual_cell_4_7">
              <a:extLst>
                <a:ext uri="{FF2B5EF4-FFF2-40B4-BE49-F238E27FC236}">
                  <a16:creationId xmlns:a16="http://schemas.microsoft.com/office/drawing/2014/main" id="{91E74491-F5F5-4975-8AB3-BAF8022FE456}"/>
                </a:ext>
              </a:extLst>
            </p:cNvPr>
            <p:cNvSpPr>
              <a:spLocks/>
            </p:cNvSpPr>
            <p:nvPr/>
          </p:nvSpPr>
          <p:spPr>
            <a:xfrm>
              <a:off x="13731240" y="6987540"/>
              <a:ext cx="102870" cy="113348"/>
            </a:xfrm>
            <a:prstGeom prst="rect">
              <a:avLst/>
            </a:prstGeom>
            <a:solidFill>
              <a:srgbClr val="C5E1E9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211" name="residual_cell_4_8">
              <a:extLst>
                <a:ext uri="{FF2B5EF4-FFF2-40B4-BE49-F238E27FC236}">
                  <a16:creationId xmlns:a16="http://schemas.microsoft.com/office/drawing/2014/main" id="{6FB286E6-7F46-4BA5-8C61-7B958934059E}"/>
                </a:ext>
              </a:extLst>
            </p:cNvPr>
            <p:cNvSpPr>
              <a:spLocks/>
            </p:cNvSpPr>
            <p:nvPr/>
          </p:nvSpPr>
          <p:spPr>
            <a:xfrm>
              <a:off x="13834110" y="6987540"/>
              <a:ext cx="102870" cy="113348"/>
            </a:xfrm>
            <a:prstGeom prst="rect">
              <a:avLst/>
            </a:prstGeom>
            <a:solidFill>
              <a:srgbClr val="AFD1DE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212" name="residual_cell_5_0">
              <a:extLst>
                <a:ext uri="{FF2B5EF4-FFF2-40B4-BE49-F238E27FC236}">
                  <a16:creationId xmlns:a16="http://schemas.microsoft.com/office/drawing/2014/main" id="{E3DCB4B4-BC36-42A9-8E3A-94F67B901D8B}"/>
                </a:ext>
              </a:extLst>
            </p:cNvPr>
            <p:cNvSpPr>
              <a:spLocks/>
            </p:cNvSpPr>
            <p:nvPr/>
          </p:nvSpPr>
          <p:spPr>
            <a:xfrm>
              <a:off x="13011150" y="7100888"/>
              <a:ext cx="102870" cy="113348"/>
            </a:xfrm>
            <a:prstGeom prst="rect">
              <a:avLst/>
            </a:prstGeom>
            <a:solidFill>
              <a:srgbClr val="94BFCE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213" name="residual_cell_5_1">
              <a:extLst>
                <a:ext uri="{FF2B5EF4-FFF2-40B4-BE49-F238E27FC236}">
                  <a16:creationId xmlns:a16="http://schemas.microsoft.com/office/drawing/2014/main" id="{F2915449-0A80-4D7F-BAAA-D95759553B68}"/>
                </a:ext>
              </a:extLst>
            </p:cNvPr>
            <p:cNvSpPr>
              <a:spLocks/>
            </p:cNvSpPr>
            <p:nvPr/>
          </p:nvSpPr>
          <p:spPr>
            <a:xfrm>
              <a:off x="13114020" y="7100888"/>
              <a:ext cx="102870" cy="113348"/>
            </a:xfrm>
            <a:prstGeom prst="rect">
              <a:avLst/>
            </a:prstGeom>
            <a:solidFill>
              <a:srgbClr val="AFD1DE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214" name="residual_cell_5_2">
              <a:extLst>
                <a:ext uri="{FF2B5EF4-FFF2-40B4-BE49-F238E27FC236}">
                  <a16:creationId xmlns:a16="http://schemas.microsoft.com/office/drawing/2014/main" id="{A36278F3-E9AC-45FA-9711-636E0C4BF228}"/>
                </a:ext>
              </a:extLst>
            </p:cNvPr>
            <p:cNvSpPr>
              <a:spLocks/>
            </p:cNvSpPr>
            <p:nvPr/>
          </p:nvSpPr>
          <p:spPr>
            <a:xfrm>
              <a:off x="13216890" y="7100888"/>
              <a:ext cx="102870" cy="113348"/>
            </a:xfrm>
            <a:prstGeom prst="rect">
              <a:avLst/>
            </a:prstGeom>
            <a:solidFill>
              <a:srgbClr val="C5E1E9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215" name="residual_cell_5_3">
              <a:extLst>
                <a:ext uri="{FF2B5EF4-FFF2-40B4-BE49-F238E27FC236}">
                  <a16:creationId xmlns:a16="http://schemas.microsoft.com/office/drawing/2014/main" id="{6FF01F23-011A-4B51-A87A-9379E2BD3DBE}"/>
                </a:ext>
              </a:extLst>
            </p:cNvPr>
            <p:cNvSpPr>
              <a:spLocks/>
            </p:cNvSpPr>
            <p:nvPr/>
          </p:nvSpPr>
          <p:spPr>
            <a:xfrm>
              <a:off x="13319760" y="7100888"/>
              <a:ext cx="102870" cy="113348"/>
            </a:xfrm>
            <a:prstGeom prst="rect">
              <a:avLst/>
            </a:prstGeom>
            <a:solidFill>
              <a:srgbClr val="C5E1E9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216" name="residual_cell_5_4">
              <a:extLst>
                <a:ext uri="{FF2B5EF4-FFF2-40B4-BE49-F238E27FC236}">
                  <a16:creationId xmlns:a16="http://schemas.microsoft.com/office/drawing/2014/main" id="{081DDCAB-58F9-49C4-9768-2957C3CBC9D2}"/>
                </a:ext>
              </a:extLst>
            </p:cNvPr>
            <p:cNvSpPr>
              <a:spLocks/>
            </p:cNvSpPr>
            <p:nvPr/>
          </p:nvSpPr>
          <p:spPr>
            <a:xfrm>
              <a:off x="13422630" y="7100888"/>
              <a:ext cx="102870" cy="113348"/>
            </a:xfrm>
            <a:prstGeom prst="rect">
              <a:avLst/>
            </a:prstGeom>
            <a:solidFill>
              <a:srgbClr val="D8EBF0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217" name="residual_cell_5_5">
              <a:extLst>
                <a:ext uri="{FF2B5EF4-FFF2-40B4-BE49-F238E27FC236}">
                  <a16:creationId xmlns:a16="http://schemas.microsoft.com/office/drawing/2014/main" id="{83BB4556-CF4E-4E4B-8492-133CF9A88C4D}"/>
                </a:ext>
              </a:extLst>
            </p:cNvPr>
            <p:cNvSpPr>
              <a:spLocks/>
            </p:cNvSpPr>
            <p:nvPr/>
          </p:nvSpPr>
          <p:spPr>
            <a:xfrm>
              <a:off x="13525500" y="7100888"/>
              <a:ext cx="102870" cy="113348"/>
            </a:xfrm>
            <a:prstGeom prst="rect">
              <a:avLst/>
            </a:prstGeom>
            <a:solidFill>
              <a:srgbClr val="AFD1DE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218" name="residual_cell_5_6">
              <a:extLst>
                <a:ext uri="{FF2B5EF4-FFF2-40B4-BE49-F238E27FC236}">
                  <a16:creationId xmlns:a16="http://schemas.microsoft.com/office/drawing/2014/main" id="{5AA3B960-8016-44EC-B171-957C692BFF88}"/>
                </a:ext>
              </a:extLst>
            </p:cNvPr>
            <p:cNvSpPr>
              <a:spLocks/>
            </p:cNvSpPr>
            <p:nvPr/>
          </p:nvSpPr>
          <p:spPr>
            <a:xfrm>
              <a:off x="13628370" y="7100888"/>
              <a:ext cx="102870" cy="113348"/>
            </a:xfrm>
            <a:prstGeom prst="rect">
              <a:avLst/>
            </a:prstGeom>
            <a:solidFill>
              <a:srgbClr val="C5E1E9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219" name="residual_cell_5_7">
              <a:extLst>
                <a:ext uri="{FF2B5EF4-FFF2-40B4-BE49-F238E27FC236}">
                  <a16:creationId xmlns:a16="http://schemas.microsoft.com/office/drawing/2014/main" id="{82DB042C-0453-46D2-8628-9253C05CA4F4}"/>
                </a:ext>
              </a:extLst>
            </p:cNvPr>
            <p:cNvSpPr>
              <a:spLocks/>
            </p:cNvSpPr>
            <p:nvPr/>
          </p:nvSpPr>
          <p:spPr>
            <a:xfrm>
              <a:off x="13731240" y="7100888"/>
              <a:ext cx="102870" cy="113348"/>
            </a:xfrm>
            <a:prstGeom prst="rect">
              <a:avLst/>
            </a:prstGeom>
            <a:solidFill>
              <a:srgbClr val="94BFCE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220" name="residual_cell_5_8">
              <a:extLst>
                <a:ext uri="{FF2B5EF4-FFF2-40B4-BE49-F238E27FC236}">
                  <a16:creationId xmlns:a16="http://schemas.microsoft.com/office/drawing/2014/main" id="{6701ED1C-77A0-4015-91CD-6848D74AF70E}"/>
                </a:ext>
              </a:extLst>
            </p:cNvPr>
            <p:cNvSpPr>
              <a:spLocks/>
            </p:cNvSpPr>
            <p:nvPr/>
          </p:nvSpPr>
          <p:spPr>
            <a:xfrm>
              <a:off x="13834110" y="7100888"/>
              <a:ext cx="102870" cy="113348"/>
            </a:xfrm>
            <a:prstGeom prst="rect">
              <a:avLst/>
            </a:prstGeom>
            <a:solidFill>
              <a:srgbClr val="C5E1E9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221" name="residual_cell_6_0">
              <a:extLst>
                <a:ext uri="{FF2B5EF4-FFF2-40B4-BE49-F238E27FC236}">
                  <a16:creationId xmlns:a16="http://schemas.microsoft.com/office/drawing/2014/main" id="{E8BF5FA7-759D-4094-977A-2B65FE2E717F}"/>
                </a:ext>
              </a:extLst>
            </p:cNvPr>
            <p:cNvSpPr>
              <a:spLocks/>
            </p:cNvSpPr>
            <p:nvPr/>
          </p:nvSpPr>
          <p:spPr>
            <a:xfrm>
              <a:off x="13011150" y="7214235"/>
              <a:ext cx="102870" cy="113348"/>
            </a:xfrm>
            <a:prstGeom prst="rect">
              <a:avLst/>
            </a:prstGeom>
            <a:solidFill>
              <a:srgbClr val="C5E1E9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222" name="residual_cell_6_1">
              <a:extLst>
                <a:ext uri="{FF2B5EF4-FFF2-40B4-BE49-F238E27FC236}">
                  <a16:creationId xmlns:a16="http://schemas.microsoft.com/office/drawing/2014/main" id="{33BC2E75-BB6C-4799-9444-3B9CEED4B848}"/>
                </a:ext>
              </a:extLst>
            </p:cNvPr>
            <p:cNvSpPr>
              <a:spLocks/>
            </p:cNvSpPr>
            <p:nvPr/>
          </p:nvSpPr>
          <p:spPr>
            <a:xfrm>
              <a:off x="13114020" y="7214235"/>
              <a:ext cx="102870" cy="113348"/>
            </a:xfrm>
            <a:prstGeom prst="rect">
              <a:avLst/>
            </a:prstGeom>
            <a:solidFill>
              <a:srgbClr val="D8EBF0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223" name="residual_cell_6_2">
              <a:extLst>
                <a:ext uri="{FF2B5EF4-FFF2-40B4-BE49-F238E27FC236}">
                  <a16:creationId xmlns:a16="http://schemas.microsoft.com/office/drawing/2014/main" id="{332B9E53-95BA-4205-B8FA-74EBAA8735FB}"/>
                </a:ext>
              </a:extLst>
            </p:cNvPr>
            <p:cNvSpPr>
              <a:spLocks/>
            </p:cNvSpPr>
            <p:nvPr/>
          </p:nvSpPr>
          <p:spPr>
            <a:xfrm>
              <a:off x="13216890" y="7214235"/>
              <a:ext cx="102870" cy="113348"/>
            </a:xfrm>
            <a:prstGeom prst="rect">
              <a:avLst/>
            </a:prstGeom>
            <a:solidFill>
              <a:srgbClr val="AFD1DE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224" name="residual_cell_6_3">
              <a:extLst>
                <a:ext uri="{FF2B5EF4-FFF2-40B4-BE49-F238E27FC236}">
                  <a16:creationId xmlns:a16="http://schemas.microsoft.com/office/drawing/2014/main" id="{A165D294-3223-4F75-9FA5-BC76951151EB}"/>
                </a:ext>
              </a:extLst>
            </p:cNvPr>
            <p:cNvSpPr>
              <a:spLocks/>
            </p:cNvSpPr>
            <p:nvPr/>
          </p:nvSpPr>
          <p:spPr>
            <a:xfrm>
              <a:off x="13319760" y="7214235"/>
              <a:ext cx="102870" cy="113348"/>
            </a:xfrm>
            <a:prstGeom prst="rect">
              <a:avLst/>
            </a:prstGeom>
            <a:solidFill>
              <a:srgbClr val="94BFCE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225" name="residual_cell_6_4">
              <a:extLst>
                <a:ext uri="{FF2B5EF4-FFF2-40B4-BE49-F238E27FC236}">
                  <a16:creationId xmlns:a16="http://schemas.microsoft.com/office/drawing/2014/main" id="{00FBCC57-AFFA-4468-AD56-66690EE5499D}"/>
                </a:ext>
              </a:extLst>
            </p:cNvPr>
            <p:cNvSpPr>
              <a:spLocks/>
            </p:cNvSpPr>
            <p:nvPr/>
          </p:nvSpPr>
          <p:spPr>
            <a:xfrm>
              <a:off x="13422630" y="7214235"/>
              <a:ext cx="102870" cy="113348"/>
            </a:xfrm>
            <a:prstGeom prst="rect">
              <a:avLst/>
            </a:prstGeom>
            <a:solidFill>
              <a:srgbClr val="C5E1E9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226" name="residual_cell_6_5">
              <a:extLst>
                <a:ext uri="{FF2B5EF4-FFF2-40B4-BE49-F238E27FC236}">
                  <a16:creationId xmlns:a16="http://schemas.microsoft.com/office/drawing/2014/main" id="{5BFCEE41-4B8E-447D-AD6C-5072ECC6F8EF}"/>
                </a:ext>
              </a:extLst>
            </p:cNvPr>
            <p:cNvSpPr>
              <a:spLocks/>
            </p:cNvSpPr>
            <p:nvPr/>
          </p:nvSpPr>
          <p:spPr>
            <a:xfrm>
              <a:off x="13525500" y="7214235"/>
              <a:ext cx="102870" cy="113348"/>
            </a:xfrm>
            <a:prstGeom prst="rect">
              <a:avLst/>
            </a:prstGeom>
            <a:solidFill>
              <a:srgbClr val="C5E1E9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227" name="residual_cell_6_6">
              <a:extLst>
                <a:ext uri="{FF2B5EF4-FFF2-40B4-BE49-F238E27FC236}">
                  <a16:creationId xmlns:a16="http://schemas.microsoft.com/office/drawing/2014/main" id="{72CA3E9A-804F-4EA7-B848-EA1FA2D78ACB}"/>
                </a:ext>
              </a:extLst>
            </p:cNvPr>
            <p:cNvSpPr>
              <a:spLocks/>
            </p:cNvSpPr>
            <p:nvPr/>
          </p:nvSpPr>
          <p:spPr>
            <a:xfrm>
              <a:off x="13628370" y="7214235"/>
              <a:ext cx="102870" cy="113348"/>
            </a:xfrm>
            <a:prstGeom prst="rect">
              <a:avLst/>
            </a:prstGeom>
            <a:solidFill>
              <a:srgbClr val="AFD1DE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228" name="residual_cell_6_7">
              <a:extLst>
                <a:ext uri="{FF2B5EF4-FFF2-40B4-BE49-F238E27FC236}">
                  <a16:creationId xmlns:a16="http://schemas.microsoft.com/office/drawing/2014/main" id="{33D8B234-1E26-41ED-9E1A-6B0A1A58F476}"/>
                </a:ext>
              </a:extLst>
            </p:cNvPr>
            <p:cNvSpPr>
              <a:spLocks/>
            </p:cNvSpPr>
            <p:nvPr/>
          </p:nvSpPr>
          <p:spPr>
            <a:xfrm>
              <a:off x="13731240" y="7214235"/>
              <a:ext cx="102870" cy="113348"/>
            </a:xfrm>
            <a:prstGeom prst="rect">
              <a:avLst/>
            </a:prstGeom>
            <a:solidFill>
              <a:srgbClr val="C5E1E9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229" name="residual_cell_6_8">
              <a:extLst>
                <a:ext uri="{FF2B5EF4-FFF2-40B4-BE49-F238E27FC236}">
                  <a16:creationId xmlns:a16="http://schemas.microsoft.com/office/drawing/2014/main" id="{7F646D77-A3FA-4687-BF87-98C6B8F1E39A}"/>
                </a:ext>
              </a:extLst>
            </p:cNvPr>
            <p:cNvSpPr>
              <a:spLocks/>
            </p:cNvSpPr>
            <p:nvPr/>
          </p:nvSpPr>
          <p:spPr>
            <a:xfrm>
              <a:off x="13834110" y="7214235"/>
              <a:ext cx="102870" cy="113348"/>
            </a:xfrm>
            <a:prstGeom prst="rect">
              <a:avLst/>
            </a:prstGeom>
            <a:solidFill>
              <a:srgbClr val="AFD1DE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230" name="residual_cell_7_0">
              <a:extLst>
                <a:ext uri="{FF2B5EF4-FFF2-40B4-BE49-F238E27FC236}">
                  <a16:creationId xmlns:a16="http://schemas.microsoft.com/office/drawing/2014/main" id="{B9778A65-B2B7-446C-91C2-6BB8051F6586}"/>
                </a:ext>
              </a:extLst>
            </p:cNvPr>
            <p:cNvSpPr>
              <a:spLocks/>
            </p:cNvSpPr>
            <p:nvPr/>
          </p:nvSpPr>
          <p:spPr>
            <a:xfrm>
              <a:off x="13011150" y="7327583"/>
              <a:ext cx="102870" cy="113348"/>
            </a:xfrm>
            <a:prstGeom prst="rect">
              <a:avLst/>
            </a:prstGeom>
            <a:solidFill>
              <a:srgbClr val="AFD1DE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231" name="residual_cell_7_1">
              <a:extLst>
                <a:ext uri="{FF2B5EF4-FFF2-40B4-BE49-F238E27FC236}">
                  <a16:creationId xmlns:a16="http://schemas.microsoft.com/office/drawing/2014/main" id="{B70E14D0-7A8C-4214-AA0C-8A213B0CC581}"/>
                </a:ext>
              </a:extLst>
            </p:cNvPr>
            <p:cNvSpPr>
              <a:spLocks/>
            </p:cNvSpPr>
            <p:nvPr/>
          </p:nvSpPr>
          <p:spPr>
            <a:xfrm>
              <a:off x="13114020" y="7327583"/>
              <a:ext cx="102870" cy="113348"/>
            </a:xfrm>
            <a:prstGeom prst="rect">
              <a:avLst/>
            </a:prstGeom>
            <a:solidFill>
              <a:srgbClr val="C5E1E9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232" name="residual_cell_7_2">
              <a:extLst>
                <a:ext uri="{FF2B5EF4-FFF2-40B4-BE49-F238E27FC236}">
                  <a16:creationId xmlns:a16="http://schemas.microsoft.com/office/drawing/2014/main" id="{A83C0C72-653E-4A32-AAD9-E411DFBDE5C0}"/>
                </a:ext>
              </a:extLst>
            </p:cNvPr>
            <p:cNvSpPr>
              <a:spLocks/>
            </p:cNvSpPr>
            <p:nvPr/>
          </p:nvSpPr>
          <p:spPr>
            <a:xfrm>
              <a:off x="13216890" y="7327583"/>
              <a:ext cx="102870" cy="113348"/>
            </a:xfrm>
            <a:prstGeom prst="rect">
              <a:avLst/>
            </a:prstGeom>
            <a:solidFill>
              <a:srgbClr val="94BFCE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233" name="residual_cell_7_3">
              <a:extLst>
                <a:ext uri="{FF2B5EF4-FFF2-40B4-BE49-F238E27FC236}">
                  <a16:creationId xmlns:a16="http://schemas.microsoft.com/office/drawing/2014/main" id="{EDF4150F-D549-46FE-B148-AC6996E1BD0C}"/>
                </a:ext>
              </a:extLst>
            </p:cNvPr>
            <p:cNvSpPr>
              <a:spLocks/>
            </p:cNvSpPr>
            <p:nvPr/>
          </p:nvSpPr>
          <p:spPr>
            <a:xfrm>
              <a:off x="13319760" y="7327583"/>
              <a:ext cx="102870" cy="113348"/>
            </a:xfrm>
            <a:prstGeom prst="rect">
              <a:avLst/>
            </a:prstGeom>
            <a:solidFill>
              <a:srgbClr val="AFD1DE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234" name="residual_cell_7_4">
              <a:extLst>
                <a:ext uri="{FF2B5EF4-FFF2-40B4-BE49-F238E27FC236}">
                  <a16:creationId xmlns:a16="http://schemas.microsoft.com/office/drawing/2014/main" id="{08124759-A1EA-4AFA-8189-1953E8BDD018}"/>
                </a:ext>
              </a:extLst>
            </p:cNvPr>
            <p:cNvSpPr>
              <a:spLocks/>
            </p:cNvSpPr>
            <p:nvPr/>
          </p:nvSpPr>
          <p:spPr>
            <a:xfrm>
              <a:off x="13422630" y="7327583"/>
              <a:ext cx="102870" cy="113348"/>
            </a:xfrm>
            <a:prstGeom prst="rect">
              <a:avLst/>
            </a:prstGeom>
            <a:solidFill>
              <a:srgbClr val="C5E1E9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235" name="residual_cell_7_5">
              <a:extLst>
                <a:ext uri="{FF2B5EF4-FFF2-40B4-BE49-F238E27FC236}">
                  <a16:creationId xmlns:a16="http://schemas.microsoft.com/office/drawing/2014/main" id="{7EE1777A-1DE9-4873-A29A-7D73DDE02B62}"/>
                </a:ext>
              </a:extLst>
            </p:cNvPr>
            <p:cNvSpPr>
              <a:spLocks/>
            </p:cNvSpPr>
            <p:nvPr/>
          </p:nvSpPr>
          <p:spPr>
            <a:xfrm>
              <a:off x="13525500" y="7327583"/>
              <a:ext cx="102870" cy="113348"/>
            </a:xfrm>
            <a:prstGeom prst="rect">
              <a:avLst/>
            </a:prstGeom>
            <a:solidFill>
              <a:srgbClr val="D8EBF0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236" name="residual_cell_7_6">
              <a:extLst>
                <a:ext uri="{FF2B5EF4-FFF2-40B4-BE49-F238E27FC236}">
                  <a16:creationId xmlns:a16="http://schemas.microsoft.com/office/drawing/2014/main" id="{F7D5775E-F18D-43CD-A651-CCE0EE481F23}"/>
                </a:ext>
              </a:extLst>
            </p:cNvPr>
            <p:cNvSpPr>
              <a:spLocks/>
            </p:cNvSpPr>
            <p:nvPr/>
          </p:nvSpPr>
          <p:spPr>
            <a:xfrm>
              <a:off x="13628370" y="7327583"/>
              <a:ext cx="102870" cy="113348"/>
            </a:xfrm>
            <a:prstGeom prst="rect">
              <a:avLst/>
            </a:prstGeom>
            <a:solidFill>
              <a:srgbClr val="C5E1E9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237" name="residual_cell_7_7">
              <a:extLst>
                <a:ext uri="{FF2B5EF4-FFF2-40B4-BE49-F238E27FC236}">
                  <a16:creationId xmlns:a16="http://schemas.microsoft.com/office/drawing/2014/main" id="{20FB9AC8-543D-49FC-871E-134284BB551E}"/>
                </a:ext>
              </a:extLst>
            </p:cNvPr>
            <p:cNvSpPr>
              <a:spLocks/>
            </p:cNvSpPr>
            <p:nvPr/>
          </p:nvSpPr>
          <p:spPr>
            <a:xfrm>
              <a:off x="13731240" y="7327583"/>
              <a:ext cx="102870" cy="113348"/>
            </a:xfrm>
            <a:prstGeom prst="rect">
              <a:avLst/>
            </a:prstGeom>
            <a:solidFill>
              <a:srgbClr val="AFD1DE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238" name="residual_cell_7_8">
              <a:extLst>
                <a:ext uri="{FF2B5EF4-FFF2-40B4-BE49-F238E27FC236}">
                  <a16:creationId xmlns:a16="http://schemas.microsoft.com/office/drawing/2014/main" id="{E961FDDC-7DAA-4B53-9FC9-9DFC3D3C0DBE}"/>
                </a:ext>
              </a:extLst>
            </p:cNvPr>
            <p:cNvSpPr>
              <a:spLocks/>
            </p:cNvSpPr>
            <p:nvPr/>
          </p:nvSpPr>
          <p:spPr>
            <a:xfrm>
              <a:off x="13834110" y="7327583"/>
              <a:ext cx="102870" cy="113348"/>
            </a:xfrm>
            <a:prstGeom prst="rect">
              <a:avLst/>
            </a:prstGeom>
            <a:solidFill>
              <a:srgbClr val="D8EBF0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239" name="residual_cell_8_0">
              <a:extLst>
                <a:ext uri="{FF2B5EF4-FFF2-40B4-BE49-F238E27FC236}">
                  <a16:creationId xmlns:a16="http://schemas.microsoft.com/office/drawing/2014/main" id="{1BD51A55-EEAF-4429-AB15-E16FD41C72B3}"/>
                </a:ext>
              </a:extLst>
            </p:cNvPr>
            <p:cNvSpPr>
              <a:spLocks/>
            </p:cNvSpPr>
            <p:nvPr/>
          </p:nvSpPr>
          <p:spPr>
            <a:xfrm>
              <a:off x="13011150" y="7440930"/>
              <a:ext cx="102870" cy="113348"/>
            </a:xfrm>
            <a:prstGeom prst="rect">
              <a:avLst/>
            </a:prstGeom>
            <a:solidFill>
              <a:srgbClr val="94BFCE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240" name="residual_cell_8_1">
              <a:extLst>
                <a:ext uri="{FF2B5EF4-FFF2-40B4-BE49-F238E27FC236}">
                  <a16:creationId xmlns:a16="http://schemas.microsoft.com/office/drawing/2014/main" id="{BF4DA771-7999-4492-A88D-F0EDC4AA8CA6}"/>
                </a:ext>
              </a:extLst>
            </p:cNvPr>
            <p:cNvSpPr>
              <a:spLocks/>
            </p:cNvSpPr>
            <p:nvPr/>
          </p:nvSpPr>
          <p:spPr>
            <a:xfrm>
              <a:off x="13114020" y="7440930"/>
              <a:ext cx="102870" cy="113348"/>
            </a:xfrm>
            <a:prstGeom prst="rect">
              <a:avLst/>
            </a:prstGeom>
            <a:solidFill>
              <a:srgbClr val="AFD1DE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241" name="residual_cell_8_2">
              <a:extLst>
                <a:ext uri="{FF2B5EF4-FFF2-40B4-BE49-F238E27FC236}">
                  <a16:creationId xmlns:a16="http://schemas.microsoft.com/office/drawing/2014/main" id="{1572D414-183C-4B36-A445-24FF86FF16DF}"/>
                </a:ext>
              </a:extLst>
            </p:cNvPr>
            <p:cNvSpPr>
              <a:spLocks/>
            </p:cNvSpPr>
            <p:nvPr/>
          </p:nvSpPr>
          <p:spPr>
            <a:xfrm>
              <a:off x="13216890" y="7440930"/>
              <a:ext cx="102870" cy="113348"/>
            </a:xfrm>
            <a:prstGeom prst="rect">
              <a:avLst/>
            </a:prstGeom>
            <a:solidFill>
              <a:srgbClr val="C5E1E9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242" name="residual_cell_8_3">
              <a:extLst>
                <a:ext uri="{FF2B5EF4-FFF2-40B4-BE49-F238E27FC236}">
                  <a16:creationId xmlns:a16="http://schemas.microsoft.com/office/drawing/2014/main" id="{6CB42F66-E2CF-4A69-9B7A-6E6F12496A6B}"/>
                </a:ext>
              </a:extLst>
            </p:cNvPr>
            <p:cNvSpPr>
              <a:spLocks/>
            </p:cNvSpPr>
            <p:nvPr/>
          </p:nvSpPr>
          <p:spPr>
            <a:xfrm>
              <a:off x="13319760" y="7440930"/>
              <a:ext cx="102870" cy="113348"/>
            </a:xfrm>
            <a:prstGeom prst="rect">
              <a:avLst/>
            </a:prstGeom>
            <a:solidFill>
              <a:srgbClr val="C5E1E9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243" name="residual_cell_8_4">
              <a:extLst>
                <a:ext uri="{FF2B5EF4-FFF2-40B4-BE49-F238E27FC236}">
                  <a16:creationId xmlns:a16="http://schemas.microsoft.com/office/drawing/2014/main" id="{9E74D5D6-5615-406C-A0F2-D8DBD2BD61C6}"/>
                </a:ext>
              </a:extLst>
            </p:cNvPr>
            <p:cNvSpPr>
              <a:spLocks/>
            </p:cNvSpPr>
            <p:nvPr/>
          </p:nvSpPr>
          <p:spPr>
            <a:xfrm>
              <a:off x="13422630" y="7440930"/>
              <a:ext cx="102870" cy="113348"/>
            </a:xfrm>
            <a:prstGeom prst="rect">
              <a:avLst/>
            </a:prstGeom>
            <a:solidFill>
              <a:srgbClr val="AFD1DE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244" name="residual_cell_8_5">
              <a:extLst>
                <a:ext uri="{FF2B5EF4-FFF2-40B4-BE49-F238E27FC236}">
                  <a16:creationId xmlns:a16="http://schemas.microsoft.com/office/drawing/2014/main" id="{FAAABE6F-E815-4DA8-A82C-4909DFD1F84E}"/>
                </a:ext>
              </a:extLst>
            </p:cNvPr>
            <p:cNvSpPr>
              <a:spLocks/>
            </p:cNvSpPr>
            <p:nvPr/>
          </p:nvSpPr>
          <p:spPr>
            <a:xfrm>
              <a:off x="13525500" y="7440930"/>
              <a:ext cx="102870" cy="113348"/>
            </a:xfrm>
            <a:prstGeom prst="rect">
              <a:avLst/>
            </a:prstGeom>
            <a:solidFill>
              <a:srgbClr val="94BFCE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245" name="residual_cell_8_6">
              <a:extLst>
                <a:ext uri="{FF2B5EF4-FFF2-40B4-BE49-F238E27FC236}">
                  <a16:creationId xmlns:a16="http://schemas.microsoft.com/office/drawing/2014/main" id="{D68C0FEA-72CC-4E0B-83C0-B8A99F55F71D}"/>
                </a:ext>
              </a:extLst>
            </p:cNvPr>
            <p:cNvSpPr>
              <a:spLocks/>
            </p:cNvSpPr>
            <p:nvPr/>
          </p:nvSpPr>
          <p:spPr>
            <a:xfrm>
              <a:off x="13628370" y="7440930"/>
              <a:ext cx="102870" cy="113348"/>
            </a:xfrm>
            <a:prstGeom prst="rect">
              <a:avLst/>
            </a:prstGeom>
            <a:solidFill>
              <a:srgbClr val="D8EBF0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246" name="residual_cell_8_7">
              <a:extLst>
                <a:ext uri="{FF2B5EF4-FFF2-40B4-BE49-F238E27FC236}">
                  <a16:creationId xmlns:a16="http://schemas.microsoft.com/office/drawing/2014/main" id="{FCCB8957-809D-41BB-A276-40C7FDFBB9D0}"/>
                </a:ext>
              </a:extLst>
            </p:cNvPr>
            <p:cNvSpPr>
              <a:spLocks/>
            </p:cNvSpPr>
            <p:nvPr/>
          </p:nvSpPr>
          <p:spPr>
            <a:xfrm>
              <a:off x="13731240" y="7440930"/>
              <a:ext cx="102870" cy="113348"/>
            </a:xfrm>
            <a:prstGeom prst="rect">
              <a:avLst/>
            </a:prstGeom>
            <a:solidFill>
              <a:srgbClr val="C5E1E9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247" name="residual_cell_8_8">
              <a:extLst>
                <a:ext uri="{FF2B5EF4-FFF2-40B4-BE49-F238E27FC236}">
                  <a16:creationId xmlns:a16="http://schemas.microsoft.com/office/drawing/2014/main" id="{73DC3D2C-D65E-4F7E-A99F-CF4253D5E24F}"/>
                </a:ext>
              </a:extLst>
            </p:cNvPr>
            <p:cNvSpPr>
              <a:spLocks/>
            </p:cNvSpPr>
            <p:nvPr/>
          </p:nvSpPr>
          <p:spPr>
            <a:xfrm>
              <a:off x="13834110" y="7440930"/>
              <a:ext cx="102870" cy="113348"/>
            </a:xfrm>
            <a:prstGeom prst="rect">
              <a:avLst/>
            </a:prstGeom>
            <a:solidFill>
              <a:srgbClr val="AFD1DE"/>
            </a:solidFill>
            <a:ln w="6191">
              <a:solidFill>
                <a:srgbClr val="F5FAFD"/>
              </a:solidFill>
              <a:prstDash val="solid"/>
            </a:ln>
          </p:spPr>
        </p:sp>
        <p:sp>
          <p:nvSpPr>
            <p:cNvPr id="248" name="residual_matrix_frame">
              <a:extLst>
                <a:ext uri="{FF2B5EF4-FFF2-40B4-BE49-F238E27FC236}">
                  <a16:creationId xmlns:a16="http://schemas.microsoft.com/office/drawing/2014/main" id="{7338276C-8966-4EDB-9FB1-FC5629EE9A83}"/>
                </a:ext>
              </a:extLst>
            </p:cNvPr>
            <p:cNvSpPr>
              <a:spLocks/>
            </p:cNvSpPr>
            <p:nvPr/>
          </p:nvSpPr>
          <p:spPr>
            <a:xfrm>
              <a:off x="13011150" y="6534150"/>
              <a:ext cx="925830" cy="1020128"/>
            </a:xfrm>
            <a:prstGeom prst="rect">
              <a:avLst/>
            </a:prstGeom>
            <a:noFill/>
            <a:ln w="9525">
              <a:solidFill>
                <a:srgbClr val="8DB5C5"/>
              </a:solidFill>
              <a:prstDash val="solid"/>
            </a:ln>
          </p:spPr>
        </p:sp>
        <p:sp>
          <p:nvSpPr>
            <p:cNvPr id="249" name="residual_color_scale">
              <a:extLst>
                <a:ext uri="{FF2B5EF4-FFF2-40B4-BE49-F238E27FC236}">
                  <a16:creationId xmlns:a16="http://schemas.microsoft.com/office/drawing/2014/main" id="{3B1D0CDD-E9C2-474E-B03C-FDBA5A9B3AE8}"/>
                </a:ext>
              </a:extLst>
            </p:cNvPr>
            <p:cNvSpPr>
              <a:spLocks/>
            </p:cNvSpPr>
            <p:nvPr/>
          </p:nvSpPr>
          <p:spPr>
            <a:xfrm>
              <a:off x="14011275" y="6534150"/>
              <a:ext cx="104775" cy="1019175"/>
            </a:xfrm>
            <a:prstGeom prst="rect">
              <a:avLst/>
            </a:prstGeom>
            <a:gradFill>
              <a:gsLst>
                <a:gs pos="0">
                  <a:srgbClr val="334979"/>
                </a:gs>
                <a:gs pos="50000">
                  <a:srgbClr val="73AFC1"/>
                </a:gs>
                <a:gs pos="100000">
                  <a:srgbClr val="E7F3F6"/>
                </a:gs>
              </a:gsLst>
              <a:lin ang="5400000"/>
            </a:gradFill>
            <a:ln w="4763">
              <a:solidFill>
                <a:srgbClr val="93A9C0"/>
              </a:solidFill>
              <a:prstDash val="solid"/>
            </a:ln>
          </p:spPr>
        </p:sp>
        <p:sp>
          <p:nvSpPr>
            <p:cNvPr id="250" name="execution_record_frame">
              <a:extLst>
                <a:ext uri="{FF2B5EF4-FFF2-40B4-BE49-F238E27FC236}">
                  <a16:creationId xmlns:a16="http://schemas.microsoft.com/office/drawing/2014/main" id="{D6E664C4-EE57-4CFA-935D-819899B116CA}"/>
                </a:ext>
              </a:extLst>
            </p:cNvPr>
            <p:cNvSpPr>
              <a:spLocks/>
            </p:cNvSpPr>
            <p:nvPr/>
          </p:nvSpPr>
          <p:spPr>
            <a:xfrm>
              <a:off x="14373225" y="6429375"/>
              <a:ext cx="1181100" cy="1219200"/>
            </a:xfrm>
            <a:prstGeom prst="roundRect">
              <a:avLst>
                <a:gd name="adj" fmla="val 4032"/>
              </a:avLst>
            </a:prstGeom>
            <a:solidFill>
              <a:srgbClr val="FDFEFF"/>
            </a:solidFill>
            <a:ln w="15240">
              <a:solidFill>
                <a:srgbClr val="37487F"/>
              </a:solidFill>
              <a:prstDash val="solid"/>
            </a:ln>
          </p:spPr>
        </p:sp>
        <p:sp>
          <p:nvSpPr>
            <p:cNvPr id="251" name="execution_record_lines_line_0">
              <a:extLst>
                <a:ext uri="{FF2B5EF4-FFF2-40B4-BE49-F238E27FC236}">
                  <a16:creationId xmlns:a16="http://schemas.microsoft.com/office/drawing/2014/main" id="{BC54ECF0-EF86-413E-90ED-D9995189B519}"/>
                </a:ext>
              </a:extLst>
            </p:cNvPr>
            <p:cNvSpPr>
              <a:spLocks/>
            </p:cNvSpPr>
            <p:nvPr/>
          </p:nvSpPr>
          <p:spPr>
            <a:xfrm>
              <a:off x="14516100" y="6622371"/>
              <a:ext cx="981075" cy="15285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885" b="0">
                  <a:solidFill>
                    <a:srgbClr val="1D2D60"/>
                  </a:solidFill>
                  <a:latin typeface="Consolas"/>
                  <a:ea typeface="Consolas"/>
                  <a:cs typeface="Consolas"/>
                </a:defRPr>
              </a:defPPr>
            </a:lstStyle>
            <a:p>
              <a:pPr algn="l">
                <a:defRPr sz="885" b="0">
                  <a:solidFill>
                    <a:srgbClr val="1D2D60"/>
                  </a:solidFill>
                  <a:latin typeface="Consolas"/>
                  <a:ea typeface="Consolas"/>
                  <a:cs typeface="Consolas"/>
                </a:defRPr>
              </a:pPr>
              <a:r>
                <a:rPr sz="885" b="0">
                  <a:solidFill>
                    <a:srgbClr val="1D2D60"/>
                  </a:solidFill>
                  <a:latin typeface="Consolas" panose="020B0609020204030204" pitchFamily="49" charset="0"/>
                  <a:ea typeface="Consolas"/>
                  <a:cs typeface="Consolas"/>
                </a:rPr>
                <a:t>status: success</a:t>
              </a:r>
            </a:p>
          </p:txBody>
        </p:sp>
        <p:sp>
          <p:nvSpPr>
            <p:cNvPr id="252" name="execution_record_lines_line_1">
              <a:extLst>
                <a:ext uri="{FF2B5EF4-FFF2-40B4-BE49-F238E27FC236}">
                  <a16:creationId xmlns:a16="http://schemas.microsoft.com/office/drawing/2014/main" id="{012AC8BD-E316-41A9-BAC9-08EFD3B283E4}"/>
                </a:ext>
              </a:extLst>
            </p:cNvPr>
            <p:cNvSpPr>
              <a:spLocks/>
            </p:cNvSpPr>
            <p:nvPr/>
          </p:nvSpPr>
          <p:spPr>
            <a:xfrm>
              <a:off x="14516100" y="6808108"/>
              <a:ext cx="981075" cy="15285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885" b="0">
                  <a:solidFill>
                    <a:srgbClr val="1D2D60"/>
                  </a:solidFill>
                  <a:latin typeface="Consolas"/>
                  <a:ea typeface="Consolas"/>
                  <a:cs typeface="Consolas"/>
                </a:defRPr>
              </a:defPPr>
            </a:lstStyle>
            <a:p>
              <a:pPr algn="l">
                <a:defRPr sz="885" b="0">
                  <a:solidFill>
                    <a:srgbClr val="1D2D60"/>
                  </a:solidFill>
                  <a:latin typeface="Consolas"/>
                  <a:ea typeface="Consolas"/>
                  <a:cs typeface="Consolas"/>
                </a:defRPr>
              </a:pPr>
              <a:r>
                <a:rPr sz="885" b="0">
                  <a:solidFill>
                    <a:srgbClr val="1D2D60"/>
                  </a:solidFill>
                  <a:latin typeface="Consolas" panose="020B0609020204030204" pitchFamily="49" charset="0"/>
                  <a:ea typeface="Consolas"/>
                  <a:cs typeface="Consolas"/>
                </a:rPr>
                <a:t>steps: ...</a:t>
              </a:r>
            </a:p>
          </p:txBody>
        </p:sp>
        <p:sp>
          <p:nvSpPr>
            <p:cNvPr id="253" name="execution_record_lines_line_2">
              <a:extLst>
                <a:ext uri="{FF2B5EF4-FFF2-40B4-BE49-F238E27FC236}">
                  <a16:creationId xmlns:a16="http://schemas.microsoft.com/office/drawing/2014/main" id="{20BF2CA3-18A6-44F0-AFC9-5CE0FB7805B8}"/>
                </a:ext>
              </a:extLst>
            </p:cNvPr>
            <p:cNvSpPr>
              <a:spLocks/>
            </p:cNvSpPr>
            <p:nvPr/>
          </p:nvSpPr>
          <p:spPr>
            <a:xfrm>
              <a:off x="14516100" y="6993846"/>
              <a:ext cx="981075" cy="15285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885" b="0">
                  <a:solidFill>
                    <a:srgbClr val="1D2D60"/>
                  </a:solidFill>
                  <a:latin typeface="Consolas"/>
                  <a:ea typeface="Consolas"/>
                  <a:cs typeface="Consolas"/>
                </a:defRPr>
              </a:defPPr>
            </a:lstStyle>
            <a:p>
              <a:pPr algn="l">
                <a:defRPr sz="885" b="0">
                  <a:solidFill>
                    <a:srgbClr val="1D2D60"/>
                  </a:solidFill>
                  <a:latin typeface="Consolas"/>
                  <a:ea typeface="Consolas"/>
                  <a:cs typeface="Consolas"/>
                </a:defRPr>
              </a:pPr>
              <a:r>
                <a:rPr sz="885" b="0">
                  <a:solidFill>
                    <a:srgbClr val="1D2D60"/>
                  </a:solidFill>
                  <a:latin typeface="Consolas" panose="020B0609020204030204" pitchFamily="49" charset="0"/>
                  <a:ea typeface="Consolas"/>
                  <a:cs typeface="Consolas"/>
                </a:rPr>
                <a:t>tools: ...</a:t>
              </a:r>
            </a:p>
          </p:txBody>
        </p:sp>
        <p:sp>
          <p:nvSpPr>
            <p:cNvPr id="254" name="execution_record_lines_line_3">
              <a:extLst>
                <a:ext uri="{FF2B5EF4-FFF2-40B4-BE49-F238E27FC236}">
                  <a16:creationId xmlns:a16="http://schemas.microsoft.com/office/drawing/2014/main" id="{FA23A6A2-DB81-4C7C-B779-B9248AA68D6B}"/>
                </a:ext>
              </a:extLst>
            </p:cNvPr>
            <p:cNvSpPr>
              <a:spLocks/>
            </p:cNvSpPr>
            <p:nvPr/>
          </p:nvSpPr>
          <p:spPr>
            <a:xfrm>
              <a:off x="14516100" y="7179583"/>
              <a:ext cx="981075" cy="15285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885" b="0">
                  <a:solidFill>
                    <a:srgbClr val="1D2D60"/>
                  </a:solidFill>
                  <a:latin typeface="Consolas"/>
                  <a:ea typeface="Consolas"/>
                  <a:cs typeface="Consolas"/>
                </a:defRPr>
              </a:defPPr>
            </a:lstStyle>
            <a:p>
              <a:pPr algn="l">
                <a:defRPr sz="885" b="0">
                  <a:solidFill>
                    <a:srgbClr val="1D2D60"/>
                  </a:solidFill>
                  <a:latin typeface="Consolas"/>
                  <a:ea typeface="Consolas"/>
                  <a:cs typeface="Consolas"/>
                </a:defRPr>
              </a:pPr>
              <a:r>
                <a:rPr sz="885" b="0">
                  <a:solidFill>
                    <a:srgbClr val="1D2D60"/>
                  </a:solidFill>
                  <a:latin typeface="Consolas" panose="020B0609020204030204" pitchFamily="49" charset="0"/>
                  <a:ea typeface="Consolas"/>
                  <a:cs typeface="Consolas"/>
                </a:rPr>
                <a:t>artifacts: ...</a:t>
              </a:r>
            </a:p>
          </p:txBody>
        </p:sp>
        <p:sp>
          <p:nvSpPr>
            <p:cNvPr id="255" name="execution_record_lines_line_4">
              <a:extLst>
                <a:ext uri="{FF2B5EF4-FFF2-40B4-BE49-F238E27FC236}">
                  <a16:creationId xmlns:a16="http://schemas.microsoft.com/office/drawing/2014/main" id="{FEDA8742-2ECB-4083-B608-F669F180CD26}"/>
                </a:ext>
              </a:extLst>
            </p:cNvPr>
            <p:cNvSpPr>
              <a:spLocks/>
            </p:cNvSpPr>
            <p:nvPr/>
          </p:nvSpPr>
          <p:spPr>
            <a:xfrm>
              <a:off x="14516100" y="7365321"/>
              <a:ext cx="981075" cy="15285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885" b="0">
                  <a:solidFill>
                    <a:srgbClr val="1D2D60"/>
                  </a:solidFill>
                  <a:latin typeface="Consolas"/>
                  <a:ea typeface="Consolas"/>
                  <a:cs typeface="Consolas"/>
                </a:defRPr>
              </a:defPPr>
            </a:lstStyle>
            <a:p>
              <a:pPr algn="l">
                <a:defRPr sz="885" b="0">
                  <a:solidFill>
                    <a:srgbClr val="1D2D60"/>
                  </a:solidFill>
                  <a:latin typeface="Consolas"/>
                  <a:ea typeface="Consolas"/>
                  <a:cs typeface="Consolas"/>
                </a:defRPr>
              </a:pPr>
              <a:r>
                <a:rPr sz="885" b="0">
                  <a:solidFill>
                    <a:srgbClr val="1D2D60"/>
                  </a:solidFill>
                  <a:latin typeface="Consolas" panose="020B0609020204030204" pitchFamily="49" charset="0"/>
                  <a:ea typeface="Consolas"/>
                  <a:cs typeface="Consolas"/>
                </a:rPr>
                <a:t>...</a:t>
              </a:r>
            </a:p>
          </p:txBody>
        </p:sp>
        <p:sp>
          <p:nvSpPr>
            <p:cNvPr id="256" name="forecast_artifact_caption_line_0">
              <a:extLst>
                <a:ext uri="{FF2B5EF4-FFF2-40B4-BE49-F238E27FC236}">
                  <a16:creationId xmlns:a16="http://schemas.microsoft.com/office/drawing/2014/main" id="{FFE55884-C902-43F5-9D15-70A7FD530459}"/>
                </a:ext>
              </a:extLst>
            </p:cNvPr>
            <p:cNvSpPr>
              <a:spLocks/>
            </p:cNvSpPr>
            <p:nvPr/>
          </p:nvSpPr>
          <p:spPr>
            <a:xfrm>
              <a:off x="11391900" y="7844123"/>
              <a:ext cx="1381125" cy="22021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12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0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Forecast curves</a:t>
              </a:r>
            </a:p>
          </p:txBody>
        </p:sp>
        <p:sp>
          <p:nvSpPr>
            <p:cNvPr id="257" name="forecast_artifact_caption_line_1">
              <a:extLst>
                <a:ext uri="{FF2B5EF4-FFF2-40B4-BE49-F238E27FC236}">
                  <a16:creationId xmlns:a16="http://schemas.microsoft.com/office/drawing/2014/main" id="{D62D71E4-B0D8-4A53-B6E6-15CF46B5FE03}"/>
                </a:ext>
              </a:extLst>
            </p:cNvPr>
            <p:cNvSpPr>
              <a:spLocks/>
            </p:cNvSpPr>
            <p:nvPr/>
          </p:nvSpPr>
          <p:spPr>
            <a:xfrm>
              <a:off x="11391900" y="8034623"/>
              <a:ext cx="1381125" cy="22021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12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0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(with uncertainty)</a:t>
              </a:r>
            </a:p>
          </p:txBody>
        </p:sp>
        <p:sp>
          <p:nvSpPr>
            <p:cNvPr id="258" name="residual_artifact_caption_line_0">
              <a:extLst>
                <a:ext uri="{FF2B5EF4-FFF2-40B4-BE49-F238E27FC236}">
                  <a16:creationId xmlns:a16="http://schemas.microsoft.com/office/drawing/2014/main" id="{A4724B8F-48B8-4D53-8861-7EF68AB6CC21}"/>
                </a:ext>
              </a:extLst>
            </p:cNvPr>
            <p:cNvSpPr>
              <a:spLocks/>
            </p:cNvSpPr>
            <p:nvPr/>
          </p:nvSpPr>
          <p:spPr>
            <a:xfrm>
              <a:off x="12749213" y="7848457"/>
              <a:ext cx="1581150" cy="21374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38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1238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38" b="0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Aligned residual matrix</a:t>
              </a:r>
            </a:p>
          </p:txBody>
        </p:sp>
        <p:sp>
          <p:nvSpPr>
            <p:cNvPr id="259" name="residual_artifact_caption_line_1">
              <a:extLst>
                <a:ext uri="{FF2B5EF4-FFF2-40B4-BE49-F238E27FC236}">
                  <a16:creationId xmlns:a16="http://schemas.microsoft.com/office/drawing/2014/main" id="{C30A346A-3B33-4981-AAF3-7A40978CB5C6}"/>
                </a:ext>
              </a:extLst>
            </p:cNvPr>
            <p:cNvSpPr>
              <a:spLocks/>
            </p:cNvSpPr>
            <p:nvPr/>
          </p:nvSpPr>
          <p:spPr>
            <a:xfrm>
              <a:off x="12749213" y="8038957"/>
              <a:ext cx="1581150" cy="21374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38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1238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38" b="0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(actual vs. forecast)</a:t>
              </a:r>
            </a:p>
          </p:txBody>
        </p:sp>
        <p:sp>
          <p:nvSpPr>
            <p:cNvPr id="260" name="execution_artifact_caption_line_0">
              <a:extLst>
                <a:ext uri="{FF2B5EF4-FFF2-40B4-BE49-F238E27FC236}">
                  <a16:creationId xmlns:a16="http://schemas.microsoft.com/office/drawing/2014/main" id="{A52BA539-0494-4783-B2F1-75667FED3E0D}"/>
                </a:ext>
              </a:extLst>
            </p:cNvPr>
            <p:cNvSpPr>
              <a:spLocks/>
            </p:cNvSpPr>
            <p:nvPr/>
          </p:nvSpPr>
          <p:spPr>
            <a:xfrm>
              <a:off x="14297025" y="7844123"/>
              <a:ext cx="1295400" cy="22021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12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0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Execution record</a:t>
              </a:r>
            </a:p>
          </p:txBody>
        </p:sp>
        <p:sp>
          <p:nvSpPr>
            <p:cNvPr id="261" name="execution_artifact_caption_line_1">
              <a:extLst>
                <a:ext uri="{FF2B5EF4-FFF2-40B4-BE49-F238E27FC236}">
                  <a16:creationId xmlns:a16="http://schemas.microsoft.com/office/drawing/2014/main" id="{83B53944-6FFC-4537-832C-1887A8B77114}"/>
                </a:ext>
              </a:extLst>
            </p:cNvPr>
            <p:cNvSpPr>
              <a:spLocks/>
            </p:cNvSpPr>
            <p:nvPr/>
          </p:nvSpPr>
          <p:spPr>
            <a:xfrm>
              <a:off x="14297025" y="8034623"/>
              <a:ext cx="1295400" cy="22021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12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0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(parameters, logs)</a:t>
              </a:r>
            </a:p>
          </p:txBody>
        </p:sp>
      </p:grpSp>
      <p:grpSp>
        <p:nvGrpSpPr>
          <p:cNvPr id="350" name="evaluate">
            <a:extLst>
              <a:ext uri="{FF2B5EF4-FFF2-40B4-BE49-F238E27FC236}">
                <a16:creationId xmlns:a16="http://schemas.microsoft.com/office/drawing/2014/main" id="{242EDE09-6B0C-890B-3374-3234A449050B}"/>
              </a:ext>
            </a:extLst>
          </p:cNvPr>
          <p:cNvGrpSpPr/>
          <p:nvPr/>
        </p:nvGrpSpPr>
        <p:grpSpPr>
          <a:xfrm>
            <a:off x="6781800" y="5715000"/>
            <a:ext cx="4124325" cy="2619375"/>
            <a:chOff x="6781800" y="5715000"/>
            <a:chExt cx="4124325" cy="2619375"/>
          </a:xfrm>
        </p:grpSpPr>
        <p:sp>
          <p:nvSpPr>
            <p:cNvPr id="262" name="execute_to_evaluate">
              <a:extLst>
                <a:ext uri="{FF2B5EF4-FFF2-40B4-BE49-F238E27FC236}">
                  <a16:creationId xmlns:a16="http://schemas.microsoft.com/office/drawing/2014/main" id="{8DAFE0E9-D1B4-470D-8D71-C082D7A21760}"/>
                </a:ext>
              </a:extLst>
            </p:cNvPr>
            <p:cNvSpPr>
              <a:spLocks/>
            </p:cNvSpPr>
            <p:nvPr/>
          </p:nvSpPr>
          <p:spPr>
            <a:xfrm>
              <a:off x="9182100" y="6038850"/>
              <a:ext cx="895350" cy="704850"/>
            </a:xfrm>
            <a:custGeom>
              <a:avLst/>
              <a:gdLst/>
              <a:ahLst/>
              <a:cxnLst/>
              <a:rect l="0" t="0" r="0" b="0"/>
              <a:pathLst>
                <a:path w="895350" h="704850">
                  <a:moveTo>
                    <a:pt x="895350" y="0"/>
                  </a:moveTo>
                  <a:cubicBezTo>
                    <a:pt x="685800" y="314325"/>
                    <a:pt x="371475" y="533400"/>
                    <a:pt x="0" y="704850"/>
                  </a:cubicBezTo>
                </a:path>
              </a:pathLst>
            </a:custGeom>
            <a:noFill/>
            <a:ln w="34290">
              <a:solidFill>
                <a:srgbClr val="37487F"/>
              </a:solidFill>
              <a:prstDash val="solid"/>
              <a:tailEnd type="triangle" w="lg" len="lg"/>
            </a:ln>
          </p:spPr>
        </p:sp>
        <p:sp>
          <p:nvSpPr>
            <p:cNvPr id="263" name="return_artifacts_label_line_0">
              <a:extLst>
                <a:ext uri="{FF2B5EF4-FFF2-40B4-BE49-F238E27FC236}">
                  <a16:creationId xmlns:a16="http://schemas.microsoft.com/office/drawing/2014/main" id="{565C4446-DEF5-40E6-A1FF-59FA2EB0C999}"/>
                </a:ext>
              </a:extLst>
            </p:cNvPr>
            <p:cNvSpPr>
              <a:spLocks/>
            </p:cNvSpPr>
            <p:nvPr/>
          </p:nvSpPr>
          <p:spPr>
            <a:xfrm>
              <a:off x="9639300" y="6371177"/>
              <a:ext cx="1266825" cy="27203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Return</a:t>
              </a:r>
            </a:p>
          </p:txBody>
        </p:sp>
        <p:sp>
          <p:nvSpPr>
            <p:cNvPr id="264" name="return_artifacts_label_line_1">
              <a:extLst>
                <a:ext uri="{FF2B5EF4-FFF2-40B4-BE49-F238E27FC236}">
                  <a16:creationId xmlns:a16="http://schemas.microsoft.com/office/drawing/2014/main" id="{28C5C57A-BCDF-465D-AEE6-6ED8C45EE008}"/>
                </a:ext>
              </a:extLst>
            </p:cNvPr>
            <p:cNvSpPr>
              <a:spLocks/>
            </p:cNvSpPr>
            <p:nvPr/>
          </p:nvSpPr>
          <p:spPr>
            <a:xfrm>
              <a:off x="9639300" y="6590252"/>
              <a:ext cx="1266825" cy="27203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real artifacts</a:t>
              </a:r>
            </a:p>
          </p:txBody>
        </p:sp>
        <p:sp>
          <p:nvSpPr>
            <p:cNvPr id="265" name="evaluate_disc">
              <a:extLst>
                <a:ext uri="{FF2B5EF4-FFF2-40B4-BE49-F238E27FC236}">
                  <a16:creationId xmlns:a16="http://schemas.microsoft.com/office/drawing/2014/main" id="{4F982684-D70E-4AB3-A491-3F8CE4D1DA11}"/>
                </a:ext>
              </a:extLst>
            </p:cNvPr>
            <p:cNvSpPr>
              <a:spLocks/>
            </p:cNvSpPr>
            <p:nvPr/>
          </p:nvSpPr>
          <p:spPr>
            <a:xfrm>
              <a:off x="6781800" y="5934075"/>
              <a:ext cx="2400300" cy="2400300"/>
            </a:xfrm>
            <a:prstGeom prst="ellipse">
              <a:avLst/>
            </a:prstGeom>
            <a:gradFill>
              <a:gsLst>
                <a:gs pos="0">
                  <a:srgbClr val="E9EDFE"/>
                </a:gs>
                <a:gs pos="100000">
                  <a:srgbClr val="D9DDF7"/>
                </a:gs>
              </a:gsLst>
              <a:lin ang="5400000"/>
            </a:gradFill>
            <a:ln w="14764">
              <a:solidFill>
                <a:srgbClr val="37487F"/>
              </a:solidFill>
              <a:prstDash val="solid"/>
            </a:ln>
          </p:spPr>
        </p:sp>
        <p:sp>
          <p:nvSpPr>
            <p:cNvPr id="266" name="evaluate_step_ring">
              <a:extLst>
                <a:ext uri="{FF2B5EF4-FFF2-40B4-BE49-F238E27FC236}">
                  <a16:creationId xmlns:a16="http://schemas.microsoft.com/office/drawing/2014/main" id="{06397F1D-4202-4743-B26A-5BDEB264D7BA}"/>
                </a:ext>
              </a:extLst>
            </p:cNvPr>
            <p:cNvSpPr>
              <a:spLocks/>
            </p:cNvSpPr>
            <p:nvPr/>
          </p:nvSpPr>
          <p:spPr>
            <a:xfrm>
              <a:off x="7762875" y="5715000"/>
              <a:ext cx="438150" cy="438150"/>
            </a:xfrm>
            <a:prstGeom prst="ellipse">
              <a:avLst/>
            </a:prstGeom>
            <a:gradFill>
              <a:gsLst>
                <a:gs pos="0">
                  <a:srgbClr val="C7CEEE"/>
                </a:gs>
                <a:gs pos="100000">
                  <a:srgbClr val="AEB8E5"/>
                </a:gs>
              </a:gsLst>
              <a:lin ang="5400000"/>
            </a:gradFill>
            <a:ln w="14288">
              <a:solidFill>
                <a:srgbClr val="FFFFFF"/>
              </a:solidFill>
              <a:prstDash val="solid"/>
            </a:ln>
          </p:spPr>
        </p:sp>
        <p:sp>
          <p:nvSpPr>
            <p:cNvPr id="267" name="evaluate_step">
              <a:extLst>
                <a:ext uri="{FF2B5EF4-FFF2-40B4-BE49-F238E27FC236}">
                  <a16:creationId xmlns:a16="http://schemas.microsoft.com/office/drawing/2014/main" id="{1E89EA49-11A7-46F8-A62D-B6388715C7FA}"/>
                </a:ext>
              </a:extLst>
            </p:cNvPr>
            <p:cNvSpPr>
              <a:spLocks/>
            </p:cNvSpPr>
            <p:nvPr/>
          </p:nvSpPr>
          <p:spPr>
            <a:xfrm>
              <a:off x="7762875" y="5769293"/>
              <a:ext cx="438150" cy="3886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2250" b="1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2250" b="1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250" b="1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4</a:t>
              </a:r>
            </a:p>
          </p:txBody>
        </p:sp>
        <p:sp>
          <p:nvSpPr>
            <p:cNvPr id="268" name="evaluate_title">
              <a:extLst>
                <a:ext uri="{FF2B5EF4-FFF2-40B4-BE49-F238E27FC236}">
                  <a16:creationId xmlns:a16="http://schemas.microsoft.com/office/drawing/2014/main" id="{2C4A7394-9096-42DD-94AB-0A25D797ACAA}"/>
                </a:ext>
              </a:extLst>
            </p:cNvPr>
            <p:cNvSpPr>
              <a:spLocks/>
            </p:cNvSpPr>
            <p:nvPr/>
          </p:nvSpPr>
          <p:spPr>
            <a:xfrm>
              <a:off x="6924675" y="6172771"/>
              <a:ext cx="2114550" cy="44043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2550" b="1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2550" b="1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550" b="1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Evaluate</a:t>
              </a:r>
            </a:p>
          </p:txBody>
        </p:sp>
        <p:sp>
          <p:nvSpPr>
            <p:cNvPr id="269" name="evaluate_chart_frame">
              <a:extLst>
                <a:ext uri="{FF2B5EF4-FFF2-40B4-BE49-F238E27FC236}">
                  <a16:creationId xmlns:a16="http://schemas.microsoft.com/office/drawing/2014/main" id="{9FFBEC2A-E32C-4C87-B2B2-3FE00412E3BD}"/>
                </a:ext>
              </a:extLst>
            </p:cNvPr>
            <p:cNvSpPr>
              <a:spLocks/>
            </p:cNvSpPr>
            <p:nvPr/>
          </p:nvSpPr>
          <p:spPr>
            <a:xfrm>
              <a:off x="7629525" y="6686550"/>
              <a:ext cx="704850" cy="600075"/>
            </a:xfrm>
            <a:prstGeom prst="roundRect">
              <a:avLst>
                <a:gd name="adj" fmla="val 3175"/>
              </a:avLst>
            </a:prstGeom>
            <a:solidFill>
              <a:srgbClr val="F4F8FE"/>
            </a:solidFill>
            <a:ln w="23813">
              <a:solidFill>
                <a:srgbClr val="37487F"/>
              </a:solidFill>
              <a:prstDash val="solid"/>
            </a:ln>
          </p:spPr>
        </p:sp>
        <p:sp>
          <p:nvSpPr>
            <p:cNvPr id="270" name="evaluate_y_axis">
              <a:extLst>
                <a:ext uri="{FF2B5EF4-FFF2-40B4-BE49-F238E27FC236}">
                  <a16:creationId xmlns:a16="http://schemas.microsoft.com/office/drawing/2014/main" id="{930EBBD2-B0D0-4BAD-9736-434892F933A7}"/>
                </a:ext>
              </a:extLst>
            </p:cNvPr>
            <p:cNvSpPr>
              <a:spLocks/>
            </p:cNvSpPr>
            <p:nvPr/>
          </p:nvSpPr>
          <p:spPr>
            <a:xfrm>
              <a:off x="7734300" y="6772275"/>
              <a:ext cx="95" cy="419100"/>
            </a:xfrm>
            <a:custGeom>
              <a:avLst/>
              <a:gdLst/>
              <a:ahLst/>
              <a:cxnLst/>
              <a:rect l="0" t="0" r="0" b="0"/>
              <a:pathLst>
                <a:path w="95"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noFill/>
            <a:ln w="17145">
              <a:solidFill>
                <a:srgbClr val="37487F"/>
              </a:solidFill>
              <a:prstDash val="solid"/>
            </a:ln>
          </p:spPr>
        </p:sp>
        <p:sp>
          <p:nvSpPr>
            <p:cNvPr id="271" name="evaluate_x_axis">
              <a:extLst>
                <a:ext uri="{FF2B5EF4-FFF2-40B4-BE49-F238E27FC236}">
                  <a16:creationId xmlns:a16="http://schemas.microsoft.com/office/drawing/2014/main" id="{F6DD4C66-14CC-4188-B58C-8DED98D050FF}"/>
                </a:ext>
              </a:extLst>
            </p:cNvPr>
            <p:cNvSpPr>
              <a:spLocks/>
            </p:cNvSpPr>
            <p:nvPr/>
          </p:nvSpPr>
          <p:spPr>
            <a:xfrm>
              <a:off x="7734300" y="7191375"/>
              <a:ext cx="514350" cy="95"/>
            </a:xfrm>
            <a:custGeom>
              <a:avLst/>
              <a:gdLst/>
              <a:ahLst/>
              <a:cxnLst/>
              <a:rect l="0" t="0" r="0" b="0"/>
              <a:pathLst>
                <a:path w="514350" h="95">
                  <a:moveTo>
                    <a:pt x="0" y="0"/>
                  </a:moveTo>
                  <a:lnTo>
                    <a:pt x="514350" y="0"/>
                  </a:lnTo>
                </a:path>
              </a:pathLst>
            </a:custGeom>
            <a:noFill/>
            <a:ln w="17145">
              <a:solidFill>
                <a:srgbClr val="37487F"/>
              </a:solidFill>
              <a:prstDash val="solid"/>
            </a:ln>
          </p:spPr>
        </p:sp>
        <p:sp>
          <p:nvSpPr>
            <p:cNvPr id="272" name="evaluate_axis_tick_0">
              <a:extLst>
                <a:ext uri="{FF2B5EF4-FFF2-40B4-BE49-F238E27FC236}">
                  <a16:creationId xmlns:a16="http://schemas.microsoft.com/office/drawing/2014/main" id="{5B71C07B-FE1C-410B-9544-0B92F57D388E}"/>
                </a:ext>
              </a:extLst>
            </p:cNvPr>
            <p:cNvSpPr>
              <a:spLocks/>
            </p:cNvSpPr>
            <p:nvPr/>
          </p:nvSpPr>
          <p:spPr>
            <a:xfrm>
              <a:off x="7696200" y="6829425"/>
              <a:ext cx="95250" cy="95"/>
            </a:xfrm>
            <a:custGeom>
              <a:avLst/>
              <a:gdLst/>
              <a:ahLst/>
              <a:cxnLst/>
              <a:rect l="0" t="0" r="0" b="0"/>
              <a:pathLst>
                <a:path w="95250" h="95">
                  <a:moveTo>
                    <a:pt x="0" y="0"/>
                  </a:moveTo>
                  <a:lnTo>
                    <a:pt x="95250" y="0"/>
                  </a:lnTo>
                </a:path>
              </a:pathLst>
            </a:custGeom>
            <a:noFill/>
            <a:ln w="11430">
              <a:solidFill>
                <a:srgbClr val="37487F"/>
              </a:solidFill>
              <a:prstDash val="solid"/>
            </a:ln>
          </p:spPr>
        </p:sp>
        <p:sp>
          <p:nvSpPr>
            <p:cNvPr id="273" name="evaluate_axis_tick_1">
              <a:extLst>
                <a:ext uri="{FF2B5EF4-FFF2-40B4-BE49-F238E27FC236}">
                  <a16:creationId xmlns:a16="http://schemas.microsoft.com/office/drawing/2014/main" id="{3F01ECAE-56C6-4409-8361-843E8300B15C}"/>
                </a:ext>
              </a:extLst>
            </p:cNvPr>
            <p:cNvSpPr>
              <a:spLocks/>
            </p:cNvSpPr>
            <p:nvPr/>
          </p:nvSpPr>
          <p:spPr>
            <a:xfrm>
              <a:off x="7696200" y="6943725"/>
              <a:ext cx="95250" cy="95"/>
            </a:xfrm>
            <a:custGeom>
              <a:avLst/>
              <a:gdLst/>
              <a:ahLst/>
              <a:cxnLst/>
              <a:rect l="0" t="0" r="0" b="0"/>
              <a:pathLst>
                <a:path w="95250" h="95">
                  <a:moveTo>
                    <a:pt x="0" y="0"/>
                  </a:moveTo>
                  <a:lnTo>
                    <a:pt x="95250" y="0"/>
                  </a:lnTo>
                </a:path>
              </a:pathLst>
            </a:custGeom>
            <a:noFill/>
            <a:ln w="11430">
              <a:solidFill>
                <a:srgbClr val="37487F"/>
              </a:solidFill>
              <a:prstDash val="solid"/>
            </a:ln>
          </p:spPr>
        </p:sp>
        <p:sp>
          <p:nvSpPr>
            <p:cNvPr id="274" name="evaluate_axis_tick_2">
              <a:extLst>
                <a:ext uri="{FF2B5EF4-FFF2-40B4-BE49-F238E27FC236}">
                  <a16:creationId xmlns:a16="http://schemas.microsoft.com/office/drawing/2014/main" id="{ACD92CCB-D87C-4F9C-909B-23C4ED932DA5}"/>
                </a:ext>
              </a:extLst>
            </p:cNvPr>
            <p:cNvSpPr>
              <a:spLocks/>
            </p:cNvSpPr>
            <p:nvPr/>
          </p:nvSpPr>
          <p:spPr>
            <a:xfrm>
              <a:off x="7696200" y="7058025"/>
              <a:ext cx="95250" cy="95"/>
            </a:xfrm>
            <a:custGeom>
              <a:avLst/>
              <a:gdLst/>
              <a:ahLst/>
              <a:cxnLst/>
              <a:rect l="0" t="0" r="0" b="0"/>
              <a:pathLst>
                <a:path w="95250" h="95">
                  <a:moveTo>
                    <a:pt x="0" y="0"/>
                  </a:moveTo>
                  <a:lnTo>
                    <a:pt x="95250" y="0"/>
                  </a:lnTo>
                </a:path>
              </a:pathLst>
            </a:custGeom>
            <a:noFill/>
            <a:ln w="11430">
              <a:solidFill>
                <a:srgbClr val="37487F"/>
              </a:solidFill>
              <a:prstDash val="solid"/>
            </a:ln>
          </p:spPr>
        </p:sp>
        <p:sp>
          <p:nvSpPr>
            <p:cNvPr id="275" name="evaluate_bar_0">
              <a:extLst>
                <a:ext uri="{FF2B5EF4-FFF2-40B4-BE49-F238E27FC236}">
                  <a16:creationId xmlns:a16="http://schemas.microsoft.com/office/drawing/2014/main" id="{F4B2BFCA-2CB3-4063-8217-2D85E2429138}"/>
                </a:ext>
              </a:extLst>
            </p:cNvPr>
            <p:cNvSpPr>
              <a:spLocks/>
            </p:cNvSpPr>
            <p:nvPr/>
          </p:nvSpPr>
          <p:spPr>
            <a:xfrm>
              <a:off x="7886700" y="7038975"/>
              <a:ext cx="85725" cy="142875"/>
            </a:xfrm>
            <a:prstGeom prst="rect">
              <a:avLst/>
            </a:prstGeom>
            <a:solidFill>
              <a:srgbClr val="A7ADD7"/>
            </a:solidFill>
            <a:ln w="0">
              <a:noFill/>
              <a:prstDash val="solid"/>
            </a:ln>
          </p:spPr>
        </p:sp>
        <p:sp>
          <p:nvSpPr>
            <p:cNvPr id="276" name="evaluate_bar_1">
              <a:extLst>
                <a:ext uri="{FF2B5EF4-FFF2-40B4-BE49-F238E27FC236}">
                  <a16:creationId xmlns:a16="http://schemas.microsoft.com/office/drawing/2014/main" id="{78705BE2-69EA-4E09-803C-EBA52BFD3DE8}"/>
                </a:ext>
              </a:extLst>
            </p:cNvPr>
            <p:cNvSpPr>
              <a:spLocks/>
            </p:cNvSpPr>
            <p:nvPr/>
          </p:nvSpPr>
          <p:spPr>
            <a:xfrm>
              <a:off x="8020050" y="6934200"/>
              <a:ext cx="85725" cy="247650"/>
            </a:xfrm>
            <a:prstGeom prst="rect">
              <a:avLst/>
            </a:prstGeom>
            <a:solidFill>
              <a:srgbClr val="6975B7"/>
            </a:solidFill>
            <a:ln w="0">
              <a:noFill/>
              <a:prstDash val="solid"/>
            </a:ln>
          </p:spPr>
        </p:sp>
        <p:sp>
          <p:nvSpPr>
            <p:cNvPr id="277" name="evaluate_bar_2">
              <a:extLst>
                <a:ext uri="{FF2B5EF4-FFF2-40B4-BE49-F238E27FC236}">
                  <a16:creationId xmlns:a16="http://schemas.microsoft.com/office/drawing/2014/main" id="{188B9071-AE39-414B-9F2E-CB4AD80DD8C3}"/>
                </a:ext>
              </a:extLst>
            </p:cNvPr>
            <p:cNvSpPr>
              <a:spLocks/>
            </p:cNvSpPr>
            <p:nvPr/>
          </p:nvSpPr>
          <p:spPr>
            <a:xfrm>
              <a:off x="8153400" y="6810375"/>
              <a:ext cx="85725" cy="371475"/>
            </a:xfrm>
            <a:prstGeom prst="rect">
              <a:avLst/>
            </a:prstGeom>
            <a:solidFill>
              <a:srgbClr val="3D4E97"/>
            </a:solidFill>
            <a:ln w="0">
              <a:noFill/>
              <a:prstDash val="solid"/>
            </a:ln>
          </p:spPr>
        </p:sp>
        <p:sp>
          <p:nvSpPr>
            <p:cNvPr id="278" name="evaluate_description_line_0">
              <a:extLst>
                <a:ext uri="{FF2B5EF4-FFF2-40B4-BE49-F238E27FC236}">
                  <a16:creationId xmlns:a16="http://schemas.microsoft.com/office/drawing/2014/main" id="{FBF719AF-6022-4C5B-BD9E-736D3B455F7C}"/>
                </a:ext>
              </a:extLst>
            </p:cNvPr>
            <p:cNvSpPr>
              <a:spLocks/>
            </p:cNvSpPr>
            <p:nvPr/>
          </p:nvSpPr>
          <p:spPr>
            <a:xfrm>
              <a:off x="7000875" y="7361777"/>
              <a:ext cx="1962150" cy="27203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Assess artifacts,</a:t>
              </a:r>
            </a:p>
          </p:txBody>
        </p:sp>
        <p:sp>
          <p:nvSpPr>
            <p:cNvPr id="279" name="evaluate_description_line_1">
              <a:extLst>
                <a:ext uri="{FF2B5EF4-FFF2-40B4-BE49-F238E27FC236}">
                  <a16:creationId xmlns:a16="http://schemas.microsoft.com/office/drawing/2014/main" id="{32263024-A2EC-4830-B6A9-998791F86ED5}"/>
                </a:ext>
              </a:extLst>
            </p:cNvPr>
            <p:cNvSpPr>
              <a:spLocks/>
            </p:cNvSpPr>
            <p:nvPr/>
          </p:nvSpPr>
          <p:spPr>
            <a:xfrm>
              <a:off x="7000875" y="7580852"/>
              <a:ext cx="1962150" cy="27203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update beliefs,</a:t>
              </a:r>
            </a:p>
          </p:txBody>
        </p:sp>
        <p:sp>
          <p:nvSpPr>
            <p:cNvPr id="280" name="evaluate_description_line_2">
              <a:extLst>
                <a:ext uri="{FF2B5EF4-FFF2-40B4-BE49-F238E27FC236}">
                  <a16:creationId xmlns:a16="http://schemas.microsoft.com/office/drawing/2014/main" id="{D0933ACA-E80A-4630-A222-BA33FC182F02}"/>
                </a:ext>
              </a:extLst>
            </p:cNvPr>
            <p:cNvSpPr>
              <a:spLocks/>
            </p:cNvSpPr>
            <p:nvPr/>
          </p:nvSpPr>
          <p:spPr>
            <a:xfrm>
              <a:off x="7000875" y="7799927"/>
              <a:ext cx="1962150" cy="27203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propose next action</a:t>
              </a:r>
            </a:p>
          </p:txBody>
        </p:sp>
      </p:grpSp>
      <p:grpSp>
        <p:nvGrpSpPr>
          <p:cNvPr id="351" name="experience_memory">
            <a:extLst>
              <a:ext uri="{FF2B5EF4-FFF2-40B4-BE49-F238E27FC236}">
                <a16:creationId xmlns:a16="http://schemas.microsoft.com/office/drawing/2014/main" id="{F2D1744D-9F19-032E-ACE0-F56E9C8C892A}"/>
              </a:ext>
            </a:extLst>
          </p:cNvPr>
          <p:cNvGrpSpPr/>
          <p:nvPr/>
        </p:nvGrpSpPr>
        <p:grpSpPr>
          <a:xfrm>
            <a:off x="247650" y="5838825"/>
            <a:ext cx="6524625" cy="2628900"/>
            <a:chOff x="247650" y="5838825"/>
            <a:chExt cx="6524625" cy="2628900"/>
          </a:xfrm>
        </p:grpSpPr>
        <p:sp>
          <p:nvSpPr>
            <p:cNvPr id="281" name="evaluate_to_memory">
              <a:extLst>
                <a:ext uri="{FF2B5EF4-FFF2-40B4-BE49-F238E27FC236}">
                  <a16:creationId xmlns:a16="http://schemas.microsoft.com/office/drawing/2014/main" id="{8B2D1DD8-A01C-4020-A38F-26E103B11CA1}"/>
                </a:ext>
              </a:extLst>
            </p:cNvPr>
            <p:cNvSpPr>
              <a:spLocks/>
            </p:cNvSpPr>
            <p:nvPr/>
          </p:nvSpPr>
          <p:spPr>
            <a:xfrm>
              <a:off x="4619625" y="6981825"/>
              <a:ext cx="2152650" cy="276225"/>
            </a:xfrm>
            <a:custGeom>
              <a:avLst/>
              <a:gdLst/>
              <a:ahLst/>
              <a:cxnLst/>
              <a:rect l="0" t="0" r="0" b="0"/>
              <a:pathLst>
                <a:path w="2152650" h="276225">
                  <a:moveTo>
                    <a:pt x="2152650" y="152400"/>
                  </a:moveTo>
                  <a:cubicBezTo>
                    <a:pt x="1371600" y="0"/>
                    <a:pt x="628650" y="95250"/>
                    <a:pt x="0" y="276225"/>
                  </a:cubicBezTo>
                </a:path>
              </a:pathLst>
            </a:custGeom>
            <a:noFill/>
            <a:ln w="32385">
              <a:solidFill>
                <a:srgbClr val="37487F"/>
              </a:solidFill>
              <a:prstDash val="solid"/>
              <a:tailEnd type="triangle" w="lg" len="lg"/>
            </a:ln>
          </p:spPr>
        </p:sp>
        <p:sp>
          <p:nvSpPr>
            <p:cNvPr id="282" name="memory_update_label_line_0">
              <a:extLst>
                <a:ext uri="{FF2B5EF4-FFF2-40B4-BE49-F238E27FC236}">
                  <a16:creationId xmlns:a16="http://schemas.microsoft.com/office/drawing/2014/main" id="{16EF4A92-7EBF-40B7-8E56-B71306AE06CB}"/>
                </a:ext>
              </a:extLst>
            </p:cNvPr>
            <p:cNvSpPr>
              <a:spLocks/>
            </p:cNvSpPr>
            <p:nvPr/>
          </p:nvSpPr>
          <p:spPr>
            <a:xfrm>
              <a:off x="5019675" y="7218902"/>
              <a:ext cx="1619250" cy="27203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Update memory</a:t>
              </a:r>
            </a:p>
          </p:txBody>
        </p:sp>
        <p:sp>
          <p:nvSpPr>
            <p:cNvPr id="283" name="memory_update_label_line_1">
              <a:extLst>
                <a:ext uri="{FF2B5EF4-FFF2-40B4-BE49-F238E27FC236}">
                  <a16:creationId xmlns:a16="http://schemas.microsoft.com/office/drawing/2014/main" id="{EBC4F5FF-68DC-49A1-AF19-A60C93FBFBEE}"/>
                </a:ext>
              </a:extLst>
            </p:cNvPr>
            <p:cNvSpPr>
              <a:spLocks/>
            </p:cNvSpPr>
            <p:nvPr/>
          </p:nvSpPr>
          <p:spPr>
            <a:xfrm>
              <a:off x="5019675" y="7437977"/>
              <a:ext cx="1619250" cy="27203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and next action</a:t>
              </a:r>
            </a:p>
          </p:txBody>
        </p:sp>
        <p:sp>
          <p:nvSpPr>
            <p:cNvPr id="284" name="memory_frame">
              <a:extLst>
                <a:ext uri="{FF2B5EF4-FFF2-40B4-BE49-F238E27FC236}">
                  <a16:creationId xmlns:a16="http://schemas.microsoft.com/office/drawing/2014/main" id="{84F31BBC-C387-4FF7-9E56-FB663DB74C40}"/>
                </a:ext>
              </a:extLst>
            </p:cNvPr>
            <p:cNvSpPr>
              <a:spLocks/>
            </p:cNvSpPr>
            <p:nvPr/>
          </p:nvSpPr>
          <p:spPr>
            <a:xfrm>
              <a:off x="247650" y="5838825"/>
              <a:ext cx="4314825" cy="2628900"/>
            </a:xfrm>
            <a:prstGeom prst="roundRect">
              <a:avLst>
                <a:gd name="adj" fmla="val 5072"/>
              </a:avLst>
            </a:prstGeom>
            <a:gradFill>
              <a:gsLst>
                <a:gs pos="0">
                  <a:srgbClr val="FCFDFE"/>
                </a:gs>
                <a:gs pos="100000">
                  <a:srgbClr val="F4F7FC"/>
                </a:gs>
              </a:gsLst>
              <a:lin ang="5400000"/>
            </a:gradFill>
            <a:ln w="14764">
              <a:solidFill>
                <a:srgbClr val="778BC1"/>
              </a:solidFill>
              <a:prstDash val="solid"/>
            </a:ln>
          </p:spPr>
        </p:sp>
        <p:sp>
          <p:nvSpPr>
            <p:cNvPr id="285" name="memory_header">
              <a:extLst>
                <a:ext uri="{FF2B5EF4-FFF2-40B4-BE49-F238E27FC236}">
                  <a16:creationId xmlns:a16="http://schemas.microsoft.com/office/drawing/2014/main" id="{3B5B9462-4BCC-402B-A5BD-250D5F478940}"/>
                </a:ext>
              </a:extLst>
            </p:cNvPr>
            <p:cNvSpPr>
              <a:spLocks/>
            </p:cNvSpPr>
            <p:nvPr/>
          </p:nvSpPr>
          <p:spPr>
            <a:xfrm>
              <a:off x="257175" y="5848350"/>
              <a:ext cx="4295775" cy="447675"/>
            </a:xfrm>
            <a:custGeom>
              <a:avLst/>
              <a:gdLst/>
              <a:ahLst/>
              <a:cxnLst/>
              <a:rect l="0" t="0" r="0" b="0"/>
              <a:pathLst>
                <a:path w="4295775" h="447675">
                  <a:moveTo>
                    <a:pt x="123825" y="0"/>
                  </a:moveTo>
                  <a:lnTo>
                    <a:pt x="4171950" y="0"/>
                  </a:lnTo>
                  <a:cubicBezTo>
                    <a:pt x="4267200" y="0"/>
                    <a:pt x="4295775" y="38100"/>
                    <a:pt x="4295775" y="123825"/>
                  </a:cubicBezTo>
                  <a:lnTo>
                    <a:pt x="4295775" y="447675"/>
                  </a:lnTo>
                  <a:lnTo>
                    <a:pt x="0" y="447675"/>
                  </a:lnTo>
                  <a:lnTo>
                    <a:pt x="0" y="123825"/>
                  </a:lnTo>
                  <a:cubicBezTo>
                    <a:pt x="0" y="38100"/>
                    <a:pt x="38100" y="0"/>
                    <a:pt x="123825" y="0"/>
                  </a:cubicBezTo>
                  <a:close/>
                </a:path>
              </a:pathLst>
            </a:custGeom>
            <a:gradFill>
              <a:gsLst>
                <a:gs pos="0">
                  <a:srgbClr val="E6EDF9"/>
                </a:gs>
                <a:gs pos="100000">
                  <a:srgbClr val="DDE7F8"/>
                </a:gs>
              </a:gsLst>
              <a:lin ang="5400000"/>
            </a:gradFill>
            <a:ln w="0">
              <a:noFill/>
              <a:prstDash val="solid"/>
            </a:ln>
          </p:spPr>
        </p:sp>
        <p:sp>
          <p:nvSpPr>
            <p:cNvPr id="286" name="memory_heading">
              <a:extLst>
                <a:ext uri="{FF2B5EF4-FFF2-40B4-BE49-F238E27FC236}">
                  <a16:creationId xmlns:a16="http://schemas.microsoft.com/office/drawing/2014/main" id="{E7787817-2AF6-487F-AC8A-D4BF8EDBFF2C}"/>
                </a:ext>
              </a:extLst>
            </p:cNvPr>
            <p:cNvSpPr>
              <a:spLocks/>
            </p:cNvSpPr>
            <p:nvPr/>
          </p:nvSpPr>
          <p:spPr>
            <a:xfrm>
              <a:off x="428625" y="5885307"/>
              <a:ext cx="3971925" cy="41452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2400" b="1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defRPr sz="2400" b="1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400" b="1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Experience memory</a:t>
              </a:r>
            </a:p>
          </p:txBody>
        </p:sp>
        <p:sp>
          <p:nvSpPr>
            <p:cNvPr id="287" name="memory_document_back">
              <a:extLst>
                <a:ext uri="{FF2B5EF4-FFF2-40B4-BE49-F238E27FC236}">
                  <a16:creationId xmlns:a16="http://schemas.microsoft.com/office/drawing/2014/main" id="{E5D07AA0-8CDC-40B1-AF3F-E3E77AC07827}"/>
                </a:ext>
              </a:extLst>
            </p:cNvPr>
            <p:cNvSpPr>
              <a:spLocks/>
            </p:cNvSpPr>
            <p:nvPr/>
          </p:nvSpPr>
          <p:spPr>
            <a:xfrm>
              <a:off x="647700" y="6505575"/>
              <a:ext cx="1104900" cy="1419225"/>
            </a:xfrm>
            <a:prstGeom prst="roundRect">
              <a:avLst>
                <a:gd name="adj" fmla="val 1724"/>
              </a:avLst>
            </a:prstGeom>
            <a:solidFill>
              <a:srgbClr val="F3F8FC"/>
            </a:solidFill>
            <a:ln w="15240">
              <a:solidFill>
                <a:srgbClr val="37487F"/>
              </a:solidFill>
              <a:prstDash val="solid"/>
            </a:ln>
          </p:spPr>
        </p:sp>
        <p:sp>
          <p:nvSpPr>
            <p:cNvPr id="288" name="memory_document_middle">
              <a:extLst>
                <a:ext uri="{FF2B5EF4-FFF2-40B4-BE49-F238E27FC236}">
                  <a16:creationId xmlns:a16="http://schemas.microsoft.com/office/drawing/2014/main" id="{3F5D6C63-26AE-4276-AA9F-CF4D811EE9BB}"/>
                </a:ext>
              </a:extLst>
            </p:cNvPr>
            <p:cNvSpPr>
              <a:spLocks/>
            </p:cNvSpPr>
            <p:nvPr/>
          </p:nvSpPr>
          <p:spPr>
            <a:xfrm>
              <a:off x="552450" y="6610350"/>
              <a:ext cx="1104900" cy="1419225"/>
            </a:xfrm>
            <a:prstGeom prst="roundRect">
              <a:avLst>
                <a:gd name="adj" fmla="val 1724"/>
              </a:avLst>
            </a:prstGeom>
            <a:solidFill>
              <a:srgbClr val="ECF5FB"/>
            </a:solidFill>
            <a:ln w="15240">
              <a:solidFill>
                <a:srgbClr val="37487F"/>
              </a:solidFill>
              <a:prstDash val="solid"/>
            </a:ln>
          </p:spPr>
        </p:sp>
        <p:sp>
          <p:nvSpPr>
            <p:cNvPr id="289" name="memory_document_front">
              <a:extLst>
                <a:ext uri="{FF2B5EF4-FFF2-40B4-BE49-F238E27FC236}">
                  <a16:creationId xmlns:a16="http://schemas.microsoft.com/office/drawing/2014/main" id="{71A9AB21-A573-4B3D-B314-7751802F7C59}"/>
                </a:ext>
              </a:extLst>
            </p:cNvPr>
            <p:cNvSpPr>
              <a:spLocks/>
            </p:cNvSpPr>
            <p:nvPr/>
          </p:nvSpPr>
          <p:spPr>
            <a:xfrm>
              <a:off x="438150" y="6724650"/>
              <a:ext cx="1133475" cy="1409700"/>
            </a:xfrm>
            <a:prstGeom prst="roundRect">
              <a:avLst>
                <a:gd name="adj" fmla="val 1681"/>
              </a:avLst>
            </a:prstGeom>
            <a:gradFill>
              <a:gsLst>
                <a:gs pos="0">
                  <a:srgbClr val="F7FBFE"/>
                </a:gs>
                <a:gs pos="100000">
                  <a:srgbClr val="E6F0F8"/>
                </a:gs>
              </a:gsLst>
              <a:lin ang="5400000"/>
            </a:gradFill>
            <a:ln w="17145">
              <a:solidFill>
                <a:srgbClr val="37487F"/>
              </a:solidFill>
              <a:prstDash val="solid"/>
            </a:ln>
          </p:spPr>
        </p:sp>
        <p:sp>
          <p:nvSpPr>
            <p:cNvPr id="290" name="memory_document_line_0">
              <a:extLst>
                <a:ext uri="{FF2B5EF4-FFF2-40B4-BE49-F238E27FC236}">
                  <a16:creationId xmlns:a16="http://schemas.microsoft.com/office/drawing/2014/main" id="{62C47300-408A-4939-9556-7785228FBB35}"/>
                </a:ext>
              </a:extLst>
            </p:cNvPr>
            <p:cNvSpPr>
              <a:spLocks/>
            </p:cNvSpPr>
            <p:nvPr/>
          </p:nvSpPr>
          <p:spPr>
            <a:xfrm>
              <a:off x="581025" y="6915150"/>
              <a:ext cx="619125" cy="95"/>
            </a:xfrm>
            <a:custGeom>
              <a:avLst/>
              <a:gdLst/>
              <a:ahLst/>
              <a:cxnLst/>
              <a:rect l="0" t="0" r="0" b="0"/>
              <a:pathLst>
                <a:path w="619125" h="9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17145">
              <a:solidFill>
                <a:srgbClr val="37487F"/>
              </a:solidFill>
              <a:prstDash val="solid"/>
            </a:ln>
          </p:spPr>
        </p:sp>
        <p:sp>
          <p:nvSpPr>
            <p:cNvPr id="291" name="memory_document_line_1">
              <a:extLst>
                <a:ext uri="{FF2B5EF4-FFF2-40B4-BE49-F238E27FC236}">
                  <a16:creationId xmlns:a16="http://schemas.microsoft.com/office/drawing/2014/main" id="{FA6C595C-8334-4AD5-94D0-6A2F0F89A08D}"/>
                </a:ext>
              </a:extLst>
            </p:cNvPr>
            <p:cNvSpPr>
              <a:spLocks/>
            </p:cNvSpPr>
            <p:nvPr/>
          </p:nvSpPr>
          <p:spPr>
            <a:xfrm>
              <a:off x="581025" y="7048500"/>
              <a:ext cx="819150" cy="95"/>
            </a:xfrm>
            <a:custGeom>
              <a:avLst/>
              <a:gdLst/>
              <a:ahLst/>
              <a:cxnLst/>
              <a:rect l="0" t="0" r="0" b="0"/>
              <a:pathLst>
                <a:path w="819150" h="95">
                  <a:moveTo>
                    <a:pt x="0" y="0"/>
                  </a:moveTo>
                  <a:lnTo>
                    <a:pt x="819150" y="0"/>
                  </a:lnTo>
                </a:path>
              </a:pathLst>
            </a:custGeom>
            <a:noFill/>
            <a:ln w="17145">
              <a:solidFill>
                <a:srgbClr val="37487F"/>
              </a:solidFill>
              <a:prstDash val="solid"/>
            </a:ln>
          </p:spPr>
        </p:sp>
        <p:sp>
          <p:nvSpPr>
            <p:cNvPr id="292" name="memory_document_line_2">
              <a:extLst>
                <a:ext uri="{FF2B5EF4-FFF2-40B4-BE49-F238E27FC236}">
                  <a16:creationId xmlns:a16="http://schemas.microsoft.com/office/drawing/2014/main" id="{3E7BEB11-6C9C-4505-8B9C-A36C68F36763}"/>
                </a:ext>
              </a:extLst>
            </p:cNvPr>
            <p:cNvSpPr>
              <a:spLocks/>
            </p:cNvSpPr>
            <p:nvPr/>
          </p:nvSpPr>
          <p:spPr>
            <a:xfrm>
              <a:off x="581025" y="7181850"/>
              <a:ext cx="819150" cy="95"/>
            </a:xfrm>
            <a:custGeom>
              <a:avLst/>
              <a:gdLst/>
              <a:ahLst/>
              <a:cxnLst/>
              <a:rect l="0" t="0" r="0" b="0"/>
              <a:pathLst>
                <a:path w="819150" h="95">
                  <a:moveTo>
                    <a:pt x="0" y="0"/>
                  </a:moveTo>
                  <a:lnTo>
                    <a:pt x="819150" y="0"/>
                  </a:lnTo>
                </a:path>
              </a:pathLst>
            </a:custGeom>
            <a:noFill/>
            <a:ln w="17145">
              <a:solidFill>
                <a:srgbClr val="37487F"/>
              </a:solidFill>
              <a:prstDash val="solid"/>
            </a:ln>
          </p:spPr>
        </p:sp>
        <p:sp>
          <p:nvSpPr>
            <p:cNvPr id="293" name="memory_document_line_3">
              <a:extLst>
                <a:ext uri="{FF2B5EF4-FFF2-40B4-BE49-F238E27FC236}">
                  <a16:creationId xmlns:a16="http://schemas.microsoft.com/office/drawing/2014/main" id="{8681BA48-2C20-41BE-B0E3-E6364442C277}"/>
                </a:ext>
              </a:extLst>
            </p:cNvPr>
            <p:cNvSpPr>
              <a:spLocks/>
            </p:cNvSpPr>
            <p:nvPr/>
          </p:nvSpPr>
          <p:spPr>
            <a:xfrm>
              <a:off x="581025" y="7315200"/>
              <a:ext cx="619125" cy="95"/>
            </a:xfrm>
            <a:custGeom>
              <a:avLst/>
              <a:gdLst/>
              <a:ahLst/>
              <a:cxnLst/>
              <a:rect l="0" t="0" r="0" b="0"/>
              <a:pathLst>
                <a:path w="619125" h="9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17145">
              <a:solidFill>
                <a:srgbClr val="37487F"/>
              </a:solidFill>
              <a:prstDash val="solid"/>
            </a:ln>
          </p:spPr>
        </p:sp>
        <p:sp>
          <p:nvSpPr>
            <p:cNvPr id="294" name="memory_document_line_4">
              <a:extLst>
                <a:ext uri="{FF2B5EF4-FFF2-40B4-BE49-F238E27FC236}">
                  <a16:creationId xmlns:a16="http://schemas.microsoft.com/office/drawing/2014/main" id="{09D786F1-D3F4-4088-BD1E-DE2FEF729004}"/>
                </a:ext>
              </a:extLst>
            </p:cNvPr>
            <p:cNvSpPr>
              <a:spLocks/>
            </p:cNvSpPr>
            <p:nvPr/>
          </p:nvSpPr>
          <p:spPr>
            <a:xfrm>
              <a:off x="581025" y="7448550"/>
              <a:ext cx="819150" cy="95"/>
            </a:xfrm>
            <a:custGeom>
              <a:avLst/>
              <a:gdLst/>
              <a:ahLst/>
              <a:cxnLst/>
              <a:rect l="0" t="0" r="0" b="0"/>
              <a:pathLst>
                <a:path w="819150" h="95">
                  <a:moveTo>
                    <a:pt x="0" y="0"/>
                  </a:moveTo>
                  <a:lnTo>
                    <a:pt x="819150" y="0"/>
                  </a:lnTo>
                </a:path>
              </a:pathLst>
            </a:custGeom>
            <a:noFill/>
            <a:ln w="17145">
              <a:solidFill>
                <a:srgbClr val="37487F"/>
              </a:solidFill>
              <a:prstDash val="solid"/>
            </a:ln>
          </p:spPr>
        </p:sp>
        <p:sp>
          <p:nvSpPr>
            <p:cNvPr id="295" name="memory_document_line_5">
              <a:extLst>
                <a:ext uri="{FF2B5EF4-FFF2-40B4-BE49-F238E27FC236}">
                  <a16:creationId xmlns:a16="http://schemas.microsoft.com/office/drawing/2014/main" id="{2D41575A-4C02-42BB-AE64-1AC11C6C25B0}"/>
                </a:ext>
              </a:extLst>
            </p:cNvPr>
            <p:cNvSpPr>
              <a:spLocks/>
            </p:cNvSpPr>
            <p:nvPr/>
          </p:nvSpPr>
          <p:spPr>
            <a:xfrm>
              <a:off x="581025" y="7581900"/>
              <a:ext cx="819150" cy="95"/>
            </a:xfrm>
            <a:custGeom>
              <a:avLst/>
              <a:gdLst/>
              <a:ahLst/>
              <a:cxnLst/>
              <a:rect l="0" t="0" r="0" b="0"/>
              <a:pathLst>
                <a:path w="819150" h="95">
                  <a:moveTo>
                    <a:pt x="0" y="0"/>
                  </a:moveTo>
                  <a:lnTo>
                    <a:pt x="819150" y="0"/>
                  </a:lnTo>
                </a:path>
              </a:pathLst>
            </a:custGeom>
            <a:noFill/>
            <a:ln w="17145">
              <a:solidFill>
                <a:srgbClr val="37487F"/>
              </a:solidFill>
              <a:prstDash val="solid"/>
            </a:ln>
          </p:spPr>
        </p:sp>
        <p:sp>
          <p:nvSpPr>
            <p:cNvPr id="296" name="memory_document_line_6">
              <a:extLst>
                <a:ext uri="{FF2B5EF4-FFF2-40B4-BE49-F238E27FC236}">
                  <a16:creationId xmlns:a16="http://schemas.microsoft.com/office/drawing/2014/main" id="{ACFFEDA2-8FA9-4B56-9475-57B846CFE123}"/>
                </a:ext>
              </a:extLst>
            </p:cNvPr>
            <p:cNvSpPr>
              <a:spLocks/>
            </p:cNvSpPr>
            <p:nvPr/>
          </p:nvSpPr>
          <p:spPr>
            <a:xfrm>
              <a:off x="581025" y="7715250"/>
              <a:ext cx="619125" cy="95"/>
            </a:xfrm>
            <a:custGeom>
              <a:avLst/>
              <a:gdLst/>
              <a:ahLst/>
              <a:cxnLst/>
              <a:rect l="0" t="0" r="0" b="0"/>
              <a:pathLst>
                <a:path w="619125" h="9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17145">
              <a:solidFill>
                <a:srgbClr val="37487F"/>
              </a:solidFill>
              <a:prstDash val="solid"/>
            </a:ln>
          </p:spPr>
        </p:sp>
        <p:sp>
          <p:nvSpPr>
            <p:cNvPr id="297" name="memory_document_line_7">
              <a:extLst>
                <a:ext uri="{FF2B5EF4-FFF2-40B4-BE49-F238E27FC236}">
                  <a16:creationId xmlns:a16="http://schemas.microsoft.com/office/drawing/2014/main" id="{C6DA050A-DBBB-4019-B0C8-9B230A92E00A}"/>
                </a:ext>
              </a:extLst>
            </p:cNvPr>
            <p:cNvSpPr>
              <a:spLocks/>
            </p:cNvSpPr>
            <p:nvPr/>
          </p:nvSpPr>
          <p:spPr>
            <a:xfrm>
              <a:off x="581025" y="7848600"/>
              <a:ext cx="819150" cy="95"/>
            </a:xfrm>
            <a:custGeom>
              <a:avLst/>
              <a:gdLst/>
              <a:ahLst/>
              <a:cxnLst/>
              <a:rect l="0" t="0" r="0" b="0"/>
              <a:pathLst>
                <a:path w="819150" h="95">
                  <a:moveTo>
                    <a:pt x="0" y="0"/>
                  </a:moveTo>
                  <a:lnTo>
                    <a:pt x="819150" y="0"/>
                  </a:lnTo>
                </a:path>
              </a:pathLst>
            </a:custGeom>
            <a:noFill/>
            <a:ln w="17145">
              <a:solidFill>
                <a:srgbClr val="37487F"/>
              </a:solidFill>
              <a:prstDash val="solid"/>
            </a:ln>
          </p:spPr>
        </p:sp>
        <p:sp>
          <p:nvSpPr>
            <p:cNvPr id="298" name="memory_task_icon_side">
              <a:extLst>
                <a:ext uri="{FF2B5EF4-FFF2-40B4-BE49-F238E27FC236}">
                  <a16:creationId xmlns:a16="http://schemas.microsoft.com/office/drawing/2014/main" id="{D99999BF-5988-4462-A449-C9C9AB00CF84}"/>
                </a:ext>
              </a:extLst>
            </p:cNvPr>
            <p:cNvSpPr>
              <a:spLocks/>
            </p:cNvSpPr>
            <p:nvPr/>
          </p:nvSpPr>
          <p:spPr>
            <a:xfrm>
              <a:off x="2181225" y="6477000"/>
              <a:ext cx="228600" cy="152400"/>
            </a:xfrm>
            <a:prstGeom prst="rect">
              <a:avLst/>
            </a:prstGeom>
            <a:solidFill>
              <a:srgbClr val="F4F9FC"/>
            </a:solidFill>
            <a:ln w="17145">
              <a:solidFill>
                <a:srgbClr val="1D2D60"/>
              </a:solidFill>
              <a:prstDash val="solid"/>
            </a:ln>
          </p:spPr>
        </p:sp>
        <p:sp>
          <p:nvSpPr>
            <p:cNvPr id="299" name="memory_task_icon_ring_1">
              <a:extLst>
                <a:ext uri="{FF2B5EF4-FFF2-40B4-BE49-F238E27FC236}">
                  <a16:creationId xmlns:a16="http://schemas.microsoft.com/office/drawing/2014/main" id="{82DEC7CA-8FF9-4623-8D94-08D3C87A06ED}"/>
                </a:ext>
              </a:extLst>
            </p:cNvPr>
            <p:cNvSpPr>
              <a:spLocks/>
            </p:cNvSpPr>
            <p:nvPr/>
          </p:nvSpPr>
          <p:spPr>
            <a:xfrm>
              <a:off x="2181225" y="6527800"/>
              <a:ext cx="228600" cy="76200"/>
            </a:xfrm>
            <a:custGeom>
              <a:avLst/>
              <a:gdLst/>
              <a:ahLst/>
              <a:cxnLst/>
              <a:rect l="0" t="0" r="0" b="0"/>
              <a:pathLst>
                <a:path w="228600" h="76200">
                  <a:moveTo>
                    <a:pt x="0" y="0"/>
                  </a:moveTo>
                  <a:cubicBezTo>
                    <a:pt x="27432" y="76200"/>
                    <a:pt x="194310" y="76200"/>
                    <a:pt x="228600" y="0"/>
                  </a:cubicBezTo>
                </a:path>
              </a:pathLst>
            </a:custGeom>
            <a:noFill/>
            <a:ln w="15240">
              <a:solidFill>
                <a:srgbClr val="1D2D60"/>
              </a:solidFill>
              <a:prstDash val="solid"/>
            </a:ln>
          </p:spPr>
        </p:sp>
        <p:sp>
          <p:nvSpPr>
            <p:cNvPr id="300" name="memory_task_icon_ring_2">
              <a:extLst>
                <a:ext uri="{FF2B5EF4-FFF2-40B4-BE49-F238E27FC236}">
                  <a16:creationId xmlns:a16="http://schemas.microsoft.com/office/drawing/2014/main" id="{F954C386-D63E-4E31-8A89-3848CA4BA03B}"/>
                </a:ext>
              </a:extLst>
            </p:cNvPr>
            <p:cNvSpPr>
              <a:spLocks/>
            </p:cNvSpPr>
            <p:nvPr/>
          </p:nvSpPr>
          <p:spPr>
            <a:xfrm>
              <a:off x="2181225" y="6578600"/>
              <a:ext cx="228600" cy="76200"/>
            </a:xfrm>
            <a:custGeom>
              <a:avLst/>
              <a:gdLst/>
              <a:ahLst/>
              <a:cxnLst/>
              <a:rect l="0" t="0" r="0" b="0"/>
              <a:pathLst>
                <a:path w="228600" h="76200">
                  <a:moveTo>
                    <a:pt x="0" y="0"/>
                  </a:moveTo>
                  <a:cubicBezTo>
                    <a:pt x="27432" y="76200"/>
                    <a:pt x="194310" y="76200"/>
                    <a:pt x="228600" y="0"/>
                  </a:cubicBezTo>
                </a:path>
              </a:pathLst>
            </a:custGeom>
            <a:noFill/>
            <a:ln w="15240">
              <a:solidFill>
                <a:srgbClr val="1D2D60"/>
              </a:solidFill>
              <a:prstDash val="solid"/>
            </a:ln>
          </p:spPr>
        </p:sp>
        <p:sp>
          <p:nvSpPr>
            <p:cNvPr id="301" name="memory_task_icon_ring_3">
              <a:extLst>
                <a:ext uri="{FF2B5EF4-FFF2-40B4-BE49-F238E27FC236}">
                  <a16:creationId xmlns:a16="http://schemas.microsoft.com/office/drawing/2014/main" id="{C99EEC0C-2E6A-457F-9267-5F93D0B3446F}"/>
                </a:ext>
              </a:extLst>
            </p:cNvPr>
            <p:cNvSpPr>
              <a:spLocks/>
            </p:cNvSpPr>
            <p:nvPr/>
          </p:nvSpPr>
          <p:spPr>
            <a:xfrm>
              <a:off x="2181225" y="6629400"/>
              <a:ext cx="228600" cy="76200"/>
            </a:xfrm>
            <a:custGeom>
              <a:avLst/>
              <a:gdLst/>
              <a:ahLst/>
              <a:cxnLst/>
              <a:rect l="0" t="0" r="0" b="0"/>
              <a:pathLst>
                <a:path w="228600" h="76200">
                  <a:moveTo>
                    <a:pt x="0" y="0"/>
                  </a:moveTo>
                  <a:cubicBezTo>
                    <a:pt x="27432" y="76200"/>
                    <a:pt x="194310" y="76200"/>
                    <a:pt x="228600" y="0"/>
                  </a:cubicBezTo>
                </a:path>
              </a:pathLst>
            </a:custGeom>
            <a:noFill/>
            <a:ln w="15240">
              <a:solidFill>
                <a:srgbClr val="1D2D60"/>
              </a:solidFill>
              <a:prstDash val="solid"/>
            </a:ln>
          </p:spPr>
        </p:sp>
        <p:sp>
          <p:nvSpPr>
            <p:cNvPr id="302" name="memory_task_icon_top">
              <a:extLst>
                <a:ext uri="{FF2B5EF4-FFF2-40B4-BE49-F238E27FC236}">
                  <a16:creationId xmlns:a16="http://schemas.microsoft.com/office/drawing/2014/main" id="{B7E34D51-8FAC-4073-8C8A-85159E91CFBB}"/>
                </a:ext>
              </a:extLst>
            </p:cNvPr>
            <p:cNvSpPr>
              <a:spLocks/>
            </p:cNvSpPr>
            <p:nvPr/>
          </p:nvSpPr>
          <p:spPr>
            <a:xfrm>
              <a:off x="2181225" y="6429375"/>
              <a:ext cx="228600" cy="95250"/>
            </a:xfrm>
            <a:prstGeom prst="ellipse">
              <a:avLst/>
            </a:prstGeom>
            <a:solidFill>
              <a:srgbClr val="FAFCFD"/>
            </a:solidFill>
            <a:ln w="17145">
              <a:solidFill>
                <a:srgbClr val="1D2D60"/>
              </a:solidFill>
              <a:prstDash val="solid"/>
            </a:ln>
          </p:spPr>
        </p:sp>
        <p:sp>
          <p:nvSpPr>
            <p:cNvPr id="303" name="memory_record_icon_outline">
              <a:extLst>
                <a:ext uri="{FF2B5EF4-FFF2-40B4-BE49-F238E27FC236}">
                  <a16:creationId xmlns:a16="http://schemas.microsoft.com/office/drawing/2014/main" id="{179E4670-3320-446C-8F1E-418273E799B0}"/>
                </a:ext>
              </a:extLst>
            </p:cNvPr>
            <p:cNvSpPr>
              <a:spLocks/>
            </p:cNvSpPr>
            <p:nvPr/>
          </p:nvSpPr>
          <p:spPr>
            <a:xfrm>
              <a:off x="2181225" y="6781800"/>
              <a:ext cx="219075" cy="276225"/>
            </a:xfrm>
            <a:custGeom>
              <a:avLst/>
              <a:gdLst/>
              <a:ahLst/>
              <a:cxnLst/>
              <a:rect l="0" t="0" r="0" b="0"/>
              <a:pathLst>
                <a:path w="219075" h="276225">
                  <a:moveTo>
                    <a:pt x="0" y="0"/>
                  </a:moveTo>
                  <a:lnTo>
                    <a:pt x="166497" y="0"/>
                  </a:lnTo>
                  <a:lnTo>
                    <a:pt x="219075" y="49721"/>
                  </a:lnTo>
                  <a:lnTo>
                    <a:pt x="219075" y="276225"/>
                  </a:lnTo>
                  <a:lnTo>
                    <a:pt x="0" y="276225"/>
                  </a:lnTo>
                  <a:close/>
                </a:path>
              </a:pathLst>
            </a:custGeom>
            <a:gradFill>
              <a:gsLst>
                <a:gs pos="0">
                  <a:srgbClr val="F7FBFE"/>
                </a:gs>
                <a:gs pos="100000">
                  <a:srgbClr val="E6F0F8"/>
                </a:gs>
              </a:gsLst>
              <a:lin ang="5400000"/>
            </a:gradFill>
            <a:ln w="20955">
              <a:solidFill>
                <a:srgbClr val="1D2D60"/>
              </a:solidFill>
              <a:prstDash val="solid"/>
            </a:ln>
          </p:spPr>
        </p:sp>
        <p:sp>
          <p:nvSpPr>
            <p:cNvPr id="304" name="memory_record_icon_fold">
              <a:extLst>
                <a:ext uri="{FF2B5EF4-FFF2-40B4-BE49-F238E27FC236}">
                  <a16:creationId xmlns:a16="http://schemas.microsoft.com/office/drawing/2014/main" id="{77893547-7630-4C2C-80E5-92E5E247862C}"/>
                </a:ext>
              </a:extLst>
            </p:cNvPr>
            <p:cNvSpPr>
              <a:spLocks/>
            </p:cNvSpPr>
            <p:nvPr/>
          </p:nvSpPr>
          <p:spPr>
            <a:xfrm>
              <a:off x="2347722" y="6781800"/>
              <a:ext cx="52578" cy="49721"/>
            </a:xfrm>
            <a:custGeom>
              <a:avLst/>
              <a:gdLst/>
              <a:ahLst/>
              <a:cxnLst/>
              <a:rect l="0" t="0" r="0" b="0"/>
              <a:pathLst>
                <a:path w="52578" h="49721">
                  <a:moveTo>
                    <a:pt x="0" y="0"/>
                  </a:moveTo>
                  <a:lnTo>
                    <a:pt x="0" y="49721"/>
                  </a:lnTo>
                  <a:lnTo>
                    <a:pt x="52578" y="49721"/>
                  </a:lnTo>
                </a:path>
              </a:pathLst>
            </a:custGeom>
            <a:noFill/>
            <a:ln w="16193">
              <a:solidFill>
                <a:srgbClr val="1D2D60"/>
              </a:solidFill>
              <a:prstDash val="solid"/>
            </a:ln>
          </p:spPr>
        </p:sp>
        <p:sp>
          <p:nvSpPr>
            <p:cNvPr id="305" name="memory_record_icon_line_0">
              <a:extLst>
                <a:ext uri="{FF2B5EF4-FFF2-40B4-BE49-F238E27FC236}">
                  <a16:creationId xmlns:a16="http://schemas.microsoft.com/office/drawing/2014/main" id="{641343E1-CE6D-4003-953C-32C200AF32D6}"/>
                </a:ext>
              </a:extLst>
            </p:cNvPr>
            <p:cNvSpPr>
              <a:spLocks/>
            </p:cNvSpPr>
            <p:nvPr/>
          </p:nvSpPr>
          <p:spPr>
            <a:xfrm>
              <a:off x="2228850" y="6878479"/>
              <a:ext cx="123825" cy="95"/>
            </a:xfrm>
            <a:custGeom>
              <a:avLst/>
              <a:gdLst/>
              <a:ahLst/>
              <a:cxnLst/>
              <a:rect l="0" t="0" r="0" b="0"/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/>
            <a:ln w="12383">
              <a:solidFill>
                <a:srgbClr val="37487F"/>
              </a:solidFill>
              <a:prstDash val="solid"/>
            </a:ln>
          </p:spPr>
        </p:sp>
        <p:sp>
          <p:nvSpPr>
            <p:cNvPr id="306" name="memory_record_icon_line_1">
              <a:extLst>
                <a:ext uri="{FF2B5EF4-FFF2-40B4-BE49-F238E27FC236}">
                  <a16:creationId xmlns:a16="http://schemas.microsoft.com/office/drawing/2014/main" id="{BFF0E05F-D721-4FEA-AD0D-A17291A648EA}"/>
                </a:ext>
              </a:extLst>
            </p:cNvPr>
            <p:cNvSpPr>
              <a:spLocks/>
            </p:cNvSpPr>
            <p:nvPr/>
          </p:nvSpPr>
          <p:spPr>
            <a:xfrm>
              <a:off x="2228850" y="6917150"/>
              <a:ext cx="123825" cy="95"/>
            </a:xfrm>
            <a:custGeom>
              <a:avLst/>
              <a:gdLst/>
              <a:ahLst/>
              <a:cxnLst/>
              <a:rect l="0" t="0" r="0" b="0"/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/>
            <a:ln w="12383">
              <a:solidFill>
                <a:srgbClr val="37487F"/>
              </a:solidFill>
              <a:prstDash val="solid"/>
            </a:ln>
          </p:spPr>
        </p:sp>
        <p:sp>
          <p:nvSpPr>
            <p:cNvPr id="307" name="memory_record_icon_line_2">
              <a:extLst>
                <a:ext uri="{FF2B5EF4-FFF2-40B4-BE49-F238E27FC236}">
                  <a16:creationId xmlns:a16="http://schemas.microsoft.com/office/drawing/2014/main" id="{1603322D-B2B9-473D-8F3E-9B8806717356}"/>
                </a:ext>
              </a:extLst>
            </p:cNvPr>
            <p:cNvSpPr>
              <a:spLocks/>
            </p:cNvSpPr>
            <p:nvPr/>
          </p:nvSpPr>
          <p:spPr>
            <a:xfrm>
              <a:off x="2228850" y="6955822"/>
              <a:ext cx="123825" cy="95"/>
            </a:xfrm>
            <a:custGeom>
              <a:avLst/>
              <a:gdLst/>
              <a:ahLst/>
              <a:cxnLst/>
              <a:rect l="0" t="0" r="0" b="0"/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/>
            <a:ln w="12383">
              <a:solidFill>
                <a:srgbClr val="37487F"/>
              </a:solidFill>
              <a:prstDash val="solid"/>
            </a:ln>
          </p:spPr>
        </p:sp>
        <p:sp>
          <p:nvSpPr>
            <p:cNvPr id="308" name="memory_results_bar_0">
              <a:extLst>
                <a:ext uri="{FF2B5EF4-FFF2-40B4-BE49-F238E27FC236}">
                  <a16:creationId xmlns:a16="http://schemas.microsoft.com/office/drawing/2014/main" id="{1CD3920A-3F1E-4327-9E5D-9097B95B3E05}"/>
                </a:ext>
              </a:extLst>
            </p:cNvPr>
            <p:cNvSpPr>
              <a:spLocks/>
            </p:cNvSpPr>
            <p:nvPr/>
          </p:nvSpPr>
          <p:spPr>
            <a:xfrm>
              <a:off x="2171700" y="7362825"/>
              <a:ext cx="57150" cy="95250"/>
            </a:xfrm>
            <a:prstGeom prst="rect">
              <a:avLst/>
            </a:prstGeom>
            <a:solidFill>
              <a:srgbClr val="529EAC"/>
            </a:solidFill>
            <a:ln w="0">
              <a:noFill/>
              <a:prstDash val="solid"/>
            </a:ln>
          </p:spPr>
        </p:sp>
        <p:sp>
          <p:nvSpPr>
            <p:cNvPr id="309" name="memory_results_bar_1">
              <a:extLst>
                <a:ext uri="{FF2B5EF4-FFF2-40B4-BE49-F238E27FC236}">
                  <a16:creationId xmlns:a16="http://schemas.microsoft.com/office/drawing/2014/main" id="{0AF2A9D5-AF8A-4563-83AE-FDDC8946241C}"/>
                </a:ext>
              </a:extLst>
            </p:cNvPr>
            <p:cNvSpPr>
              <a:spLocks/>
            </p:cNvSpPr>
            <p:nvPr/>
          </p:nvSpPr>
          <p:spPr>
            <a:xfrm>
              <a:off x="2257425" y="7286625"/>
              <a:ext cx="57150" cy="171450"/>
            </a:xfrm>
            <a:prstGeom prst="rect">
              <a:avLst/>
            </a:prstGeom>
            <a:solidFill>
              <a:srgbClr val="2D889A"/>
            </a:solidFill>
            <a:ln w="0">
              <a:noFill/>
              <a:prstDash val="solid"/>
            </a:ln>
          </p:spPr>
        </p:sp>
        <p:sp>
          <p:nvSpPr>
            <p:cNvPr id="310" name="memory_results_bar_2">
              <a:extLst>
                <a:ext uri="{FF2B5EF4-FFF2-40B4-BE49-F238E27FC236}">
                  <a16:creationId xmlns:a16="http://schemas.microsoft.com/office/drawing/2014/main" id="{897B419B-2DB8-4DDD-9B90-4B46982B3FBA}"/>
                </a:ext>
              </a:extLst>
            </p:cNvPr>
            <p:cNvSpPr>
              <a:spLocks/>
            </p:cNvSpPr>
            <p:nvPr/>
          </p:nvSpPr>
          <p:spPr>
            <a:xfrm>
              <a:off x="2343150" y="7210425"/>
              <a:ext cx="57150" cy="247650"/>
            </a:xfrm>
            <a:prstGeom prst="rect">
              <a:avLst/>
            </a:prstGeom>
            <a:solidFill>
              <a:srgbClr val="64B6C0"/>
            </a:solidFill>
            <a:ln w="0">
              <a:noFill/>
              <a:prstDash val="solid"/>
            </a:ln>
          </p:spPr>
        </p:sp>
        <p:sp>
          <p:nvSpPr>
            <p:cNvPr id="311" name="memory_pattern_edge_0">
              <a:extLst>
                <a:ext uri="{FF2B5EF4-FFF2-40B4-BE49-F238E27FC236}">
                  <a16:creationId xmlns:a16="http://schemas.microsoft.com/office/drawing/2014/main" id="{0C223038-D135-41D1-981C-0B4FBF7A2C08}"/>
                </a:ext>
              </a:extLst>
            </p:cNvPr>
            <p:cNvSpPr>
              <a:spLocks/>
            </p:cNvSpPr>
            <p:nvPr/>
          </p:nvSpPr>
          <p:spPr>
            <a:xfrm>
              <a:off x="2219325" y="7686675"/>
              <a:ext cx="85725" cy="123825"/>
            </a:xfrm>
            <a:custGeom>
              <a:avLst/>
              <a:gdLst/>
              <a:ahLst/>
              <a:cxnLst/>
              <a:rect l="0" t="0" r="0" b="0"/>
              <a:pathLst>
                <a:path w="85725" h="123825">
                  <a:moveTo>
                    <a:pt x="0" y="123825"/>
                  </a:moveTo>
                  <a:lnTo>
                    <a:pt x="85725" y="0"/>
                  </a:lnTo>
                </a:path>
              </a:pathLst>
            </a:custGeom>
            <a:noFill/>
            <a:ln w="14288">
              <a:solidFill>
                <a:srgbClr val="37487F"/>
              </a:solidFill>
              <a:prstDash val="solid"/>
            </a:ln>
          </p:spPr>
        </p:sp>
        <p:sp>
          <p:nvSpPr>
            <p:cNvPr id="312" name="memory_pattern_edge_1">
              <a:extLst>
                <a:ext uri="{FF2B5EF4-FFF2-40B4-BE49-F238E27FC236}">
                  <a16:creationId xmlns:a16="http://schemas.microsoft.com/office/drawing/2014/main" id="{BC40134C-A66F-4930-9086-B56B04D9B699}"/>
                </a:ext>
              </a:extLst>
            </p:cNvPr>
            <p:cNvSpPr>
              <a:spLocks/>
            </p:cNvSpPr>
            <p:nvPr/>
          </p:nvSpPr>
          <p:spPr>
            <a:xfrm>
              <a:off x="2305050" y="7686675"/>
              <a:ext cx="95250" cy="9525"/>
            </a:xfrm>
            <a:custGeom>
              <a:avLst/>
              <a:gdLst/>
              <a:ahLst/>
              <a:cxnLst/>
              <a:rect l="0" t="0" r="0" b="0"/>
              <a:pathLst>
                <a:path w="95250" h="9525">
                  <a:moveTo>
                    <a:pt x="0" y="0"/>
                  </a:moveTo>
                  <a:lnTo>
                    <a:pt x="95250" y="9525"/>
                  </a:lnTo>
                </a:path>
              </a:pathLst>
            </a:custGeom>
            <a:noFill/>
            <a:ln w="14288">
              <a:solidFill>
                <a:srgbClr val="37487F"/>
              </a:solidFill>
              <a:prstDash val="solid"/>
            </a:ln>
          </p:spPr>
        </p:sp>
        <p:sp>
          <p:nvSpPr>
            <p:cNvPr id="313" name="memory_pattern_edge_2">
              <a:extLst>
                <a:ext uri="{FF2B5EF4-FFF2-40B4-BE49-F238E27FC236}">
                  <a16:creationId xmlns:a16="http://schemas.microsoft.com/office/drawing/2014/main" id="{4F6DBBCC-3DDC-491D-8B1C-76DA84F5A75B}"/>
                </a:ext>
              </a:extLst>
            </p:cNvPr>
            <p:cNvSpPr>
              <a:spLocks/>
            </p:cNvSpPr>
            <p:nvPr/>
          </p:nvSpPr>
          <p:spPr>
            <a:xfrm>
              <a:off x="2238375" y="7620000"/>
              <a:ext cx="66675" cy="66675"/>
            </a:xfrm>
            <a:custGeom>
              <a:avLst/>
              <a:gdLst/>
              <a:ahLst/>
              <a:cxnLst/>
              <a:rect l="0" t="0" r="0" b="0"/>
              <a:pathLst>
                <a:path w="66675" h="66675">
                  <a:moveTo>
                    <a:pt x="66675" y="66675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37487F"/>
              </a:solidFill>
              <a:prstDash val="solid"/>
            </a:ln>
          </p:spPr>
        </p:sp>
        <p:sp>
          <p:nvSpPr>
            <p:cNvPr id="314" name="memory_pattern_edge_3">
              <a:extLst>
                <a:ext uri="{FF2B5EF4-FFF2-40B4-BE49-F238E27FC236}">
                  <a16:creationId xmlns:a16="http://schemas.microsoft.com/office/drawing/2014/main" id="{0AA88DDA-3080-4812-B7A1-BA8EFFF694EE}"/>
                </a:ext>
              </a:extLst>
            </p:cNvPr>
            <p:cNvSpPr>
              <a:spLocks/>
            </p:cNvSpPr>
            <p:nvPr/>
          </p:nvSpPr>
          <p:spPr>
            <a:xfrm>
              <a:off x="2305050" y="7686675"/>
              <a:ext cx="19050" cy="57150"/>
            </a:xfrm>
            <a:custGeom>
              <a:avLst/>
              <a:gdLst/>
              <a:ahLst/>
              <a:cxnLst/>
              <a:rect l="0" t="0" r="0" b="0"/>
              <a:pathLst>
                <a:path w="19050" h="57150">
                  <a:moveTo>
                    <a:pt x="0" y="0"/>
                  </a:moveTo>
                  <a:lnTo>
                    <a:pt x="19050" y="57150"/>
                  </a:lnTo>
                </a:path>
              </a:pathLst>
            </a:custGeom>
            <a:noFill/>
            <a:ln w="14288">
              <a:solidFill>
                <a:srgbClr val="37487F"/>
              </a:solidFill>
              <a:prstDash val="solid"/>
            </a:ln>
          </p:spPr>
        </p:sp>
        <p:sp>
          <p:nvSpPr>
            <p:cNvPr id="315" name="memory_pattern_edge_4">
              <a:extLst>
                <a:ext uri="{FF2B5EF4-FFF2-40B4-BE49-F238E27FC236}">
                  <a16:creationId xmlns:a16="http://schemas.microsoft.com/office/drawing/2014/main" id="{D2FD9204-D335-48C0-9972-8AF33847DAE1}"/>
                </a:ext>
              </a:extLst>
            </p:cNvPr>
            <p:cNvSpPr>
              <a:spLocks/>
            </p:cNvSpPr>
            <p:nvPr/>
          </p:nvSpPr>
          <p:spPr>
            <a:xfrm>
              <a:off x="2324100" y="7696200"/>
              <a:ext cx="76200" cy="47625"/>
            </a:xfrm>
            <a:custGeom>
              <a:avLst/>
              <a:gdLst/>
              <a:ahLst/>
              <a:cxnLst/>
              <a:rect l="0" t="0" r="0" b="0"/>
              <a:pathLst>
                <a:path w="76200" h="47625">
                  <a:moveTo>
                    <a:pt x="0" y="47625"/>
                  </a:moveTo>
                  <a:lnTo>
                    <a:pt x="76200" y="0"/>
                  </a:lnTo>
                </a:path>
              </a:pathLst>
            </a:custGeom>
            <a:noFill/>
            <a:ln w="14288">
              <a:solidFill>
                <a:srgbClr val="37487F"/>
              </a:solidFill>
              <a:prstDash val="solid"/>
            </a:ln>
          </p:spPr>
        </p:sp>
        <p:sp>
          <p:nvSpPr>
            <p:cNvPr id="316" name="memory_pattern_node_0">
              <a:extLst>
                <a:ext uri="{FF2B5EF4-FFF2-40B4-BE49-F238E27FC236}">
                  <a16:creationId xmlns:a16="http://schemas.microsoft.com/office/drawing/2014/main" id="{977E9171-F318-447A-A596-939269671A70}"/>
                </a:ext>
              </a:extLst>
            </p:cNvPr>
            <p:cNvSpPr>
              <a:spLocks/>
            </p:cNvSpPr>
            <p:nvPr/>
          </p:nvSpPr>
          <p:spPr>
            <a:xfrm>
              <a:off x="2189798" y="7780973"/>
              <a:ext cx="59055" cy="59055"/>
            </a:xfrm>
            <a:prstGeom prst="ellipse">
              <a:avLst/>
            </a:prstGeom>
            <a:solidFill>
              <a:srgbClr val="37487F"/>
            </a:solidFill>
            <a:ln w="0">
              <a:noFill/>
              <a:prstDash val="solid"/>
            </a:ln>
          </p:spPr>
        </p:sp>
        <p:sp>
          <p:nvSpPr>
            <p:cNvPr id="317" name="memory_pattern_node_1">
              <a:extLst>
                <a:ext uri="{FF2B5EF4-FFF2-40B4-BE49-F238E27FC236}">
                  <a16:creationId xmlns:a16="http://schemas.microsoft.com/office/drawing/2014/main" id="{F5C1B72A-36C0-4EDF-9D0D-02BDF4C73D51}"/>
                </a:ext>
              </a:extLst>
            </p:cNvPr>
            <p:cNvSpPr>
              <a:spLocks/>
            </p:cNvSpPr>
            <p:nvPr/>
          </p:nvSpPr>
          <p:spPr>
            <a:xfrm>
              <a:off x="2275523" y="7657148"/>
              <a:ext cx="59055" cy="59055"/>
            </a:xfrm>
            <a:prstGeom prst="ellipse">
              <a:avLst/>
            </a:prstGeom>
            <a:solidFill>
              <a:srgbClr val="37487F"/>
            </a:solidFill>
            <a:ln w="0">
              <a:noFill/>
              <a:prstDash val="solid"/>
            </a:ln>
          </p:spPr>
        </p:sp>
        <p:sp>
          <p:nvSpPr>
            <p:cNvPr id="318" name="memory_pattern_node_2">
              <a:extLst>
                <a:ext uri="{FF2B5EF4-FFF2-40B4-BE49-F238E27FC236}">
                  <a16:creationId xmlns:a16="http://schemas.microsoft.com/office/drawing/2014/main" id="{878B5DA2-B4E4-4E19-AE5B-343EB2E3B635}"/>
                </a:ext>
              </a:extLst>
            </p:cNvPr>
            <p:cNvSpPr>
              <a:spLocks/>
            </p:cNvSpPr>
            <p:nvPr/>
          </p:nvSpPr>
          <p:spPr>
            <a:xfrm>
              <a:off x="2370773" y="7666673"/>
              <a:ext cx="59055" cy="59055"/>
            </a:xfrm>
            <a:prstGeom prst="ellipse">
              <a:avLst/>
            </a:prstGeom>
            <a:solidFill>
              <a:srgbClr val="37487F"/>
            </a:solidFill>
            <a:ln w="0">
              <a:noFill/>
              <a:prstDash val="solid"/>
            </a:ln>
          </p:spPr>
        </p:sp>
        <p:sp>
          <p:nvSpPr>
            <p:cNvPr id="319" name="memory_pattern_node_3">
              <a:extLst>
                <a:ext uri="{FF2B5EF4-FFF2-40B4-BE49-F238E27FC236}">
                  <a16:creationId xmlns:a16="http://schemas.microsoft.com/office/drawing/2014/main" id="{D32B1E61-7832-4B16-9D0F-75ED7ED8D3AF}"/>
                </a:ext>
              </a:extLst>
            </p:cNvPr>
            <p:cNvSpPr>
              <a:spLocks/>
            </p:cNvSpPr>
            <p:nvPr/>
          </p:nvSpPr>
          <p:spPr>
            <a:xfrm>
              <a:off x="2208848" y="7590473"/>
              <a:ext cx="59055" cy="59055"/>
            </a:xfrm>
            <a:prstGeom prst="ellipse">
              <a:avLst/>
            </a:prstGeom>
            <a:solidFill>
              <a:srgbClr val="37487F"/>
            </a:solidFill>
            <a:ln w="0">
              <a:noFill/>
              <a:prstDash val="solid"/>
            </a:ln>
          </p:spPr>
        </p:sp>
        <p:sp>
          <p:nvSpPr>
            <p:cNvPr id="320" name="memory_pattern_node_4">
              <a:extLst>
                <a:ext uri="{FF2B5EF4-FFF2-40B4-BE49-F238E27FC236}">
                  <a16:creationId xmlns:a16="http://schemas.microsoft.com/office/drawing/2014/main" id="{B9C9AB48-0CDC-4162-839A-43CF7BF6D78C}"/>
                </a:ext>
              </a:extLst>
            </p:cNvPr>
            <p:cNvSpPr>
              <a:spLocks/>
            </p:cNvSpPr>
            <p:nvPr/>
          </p:nvSpPr>
          <p:spPr>
            <a:xfrm>
              <a:off x="2294573" y="7714298"/>
              <a:ext cx="59055" cy="59055"/>
            </a:xfrm>
            <a:prstGeom prst="ellipse">
              <a:avLst/>
            </a:prstGeom>
            <a:solidFill>
              <a:srgbClr val="37487F"/>
            </a:solidFill>
            <a:ln w="0">
              <a:noFill/>
              <a:prstDash val="solid"/>
            </a:ln>
          </p:spPr>
        </p:sp>
        <p:sp>
          <p:nvSpPr>
            <p:cNvPr id="321" name="open_question_icon">
              <a:extLst>
                <a:ext uri="{FF2B5EF4-FFF2-40B4-BE49-F238E27FC236}">
                  <a16:creationId xmlns:a16="http://schemas.microsoft.com/office/drawing/2014/main" id="{53BF4CC6-B27D-41AC-B4BD-D76EE71AA749}"/>
                </a:ext>
              </a:extLst>
            </p:cNvPr>
            <p:cNvSpPr>
              <a:spLocks/>
            </p:cNvSpPr>
            <p:nvPr/>
          </p:nvSpPr>
          <p:spPr>
            <a:xfrm>
              <a:off x="2171700" y="7991475"/>
              <a:ext cx="247650" cy="247650"/>
            </a:xfrm>
            <a:prstGeom prst="ellipse">
              <a:avLst/>
            </a:prstGeom>
            <a:solidFill>
              <a:srgbClr val="F7FBFD"/>
            </a:solidFill>
            <a:ln w="19050">
              <a:solidFill>
                <a:srgbClr val="37487F"/>
              </a:solidFill>
              <a:prstDash val="solid"/>
            </a:ln>
          </p:spPr>
        </p:sp>
        <p:sp>
          <p:nvSpPr>
            <p:cNvPr id="322" name="open_question_glyph">
              <a:extLst>
                <a:ext uri="{FF2B5EF4-FFF2-40B4-BE49-F238E27FC236}">
                  <a16:creationId xmlns:a16="http://schemas.microsoft.com/office/drawing/2014/main" id="{4E156617-21CB-4CE0-9843-8386FCE28922}"/>
                </a:ext>
              </a:extLst>
            </p:cNvPr>
            <p:cNvSpPr>
              <a:spLocks/>
            </p:cNvSpPr>
            <p:nvPr/>
          </p:nvSpPr>
          <p:spPr>
            <a:xfrm>
              <a:off x="2209800" y="8000810"/>
              <a:ext cx="171450" cy="2849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650" b="1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defRPr sz="1650" b="1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650" b="1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?</a:t>
              </a:r>
            </a:p>
          </p:txBody>
        </p:sp>
        <p:sp>
          <p:nvSpPr>
            <p:cNvPr id="323" name="memory_item_0">
              <a:extLst>
                <a:ext uri="{FF2B5EF4-FFF2-40B4-BE49-F238E27FC236}">
                  <a16:creationId xmlns:a16="http://schemas.microsoft.com/office/drawing/2014/main" id="{CAE5AC02-3730-4593-9CAF-E145848A974D}"/>
                </a:ext>
              </a:extLst>
            </p:cNvPr>
            <p:cNvSpPr>
              <a:spLocks/>
            </p:cNvSpPr>
            <p:nvPr/>
          </p:nvSpPr>
          <p:spPr>
            <a:xfrm>
              <a:off x="2609850" y="6428327"/>
              <a:ext cx="1924050" cy="27203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Past tasks and plans</a:t>
              </a:r>
            </a:p>
          </p:txBody>
        </p:sp>
        <p:sp>
          <p:nvSpPr>
            <p:cNvPr id="324" name="memory_item_1">
              <a:extLst>
                <a:ext uri="{FF2B5EF4-FFF2-40B4-BE49-F238E27FC236}">
                  <a16:creationId xmlns:a16="http://schemas.microsoft.com/office/drawing/2014/main" id="{AC7D9F5C-4FE3-49FA-8A69-022F591DFB81}"/>
                </a:ext>
              </a:extLst>
            </p:cNvPr>
            <p:cNvSpPr>
              <a:spLocks/>
            </p:cNvSpPr>
            <p:nvPr/>
          </p:nvSpPr>
          <p:spPr>
            <a:xfrm>
              <a:off x="2609850" y="6818852"/>
              <a:ext cx="1924050" cy="27203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Tool use records</a:t>
              </a:r>
            </a:p>
          </p:txBody>
        </p:sp>
        <p:sp>
          <p:nvSpPr>
            <p:cNvPr id="325" name="memory_item_2">
              <a:extLst>
                <a:ext uri="{FF2B5EF4-FFF2-40B4-BE49-F238E27FC236}">
                  <a16:creationId xmlns:a16="http://schemas.microsoft.com/office/drawing/2014/main" id="{518EBE12-CED0-422E-A6A8-44923DA8ED6F}"/>
                </a:ext>
              </a:extLst>
            </p:cNvPr>
            <p:cNvSpPr>
              <a:spLocks/>
            </p:cNvSpPr>
            <p:nvPr/>
          </p:nvSpPr>
          <p:spPr>
            <a:xfrm>
              <a:off x="2609850" y="7209377"/>
              <a:ext cx="1924050" cy="27203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Results and reflections</a:t>
              </a:r>
            </a:p>
          </p:txBody>
        </p:sp>
        <p:sp>
          <p:nvSpPr>
            <p:cNvPr id="326" name="memory_item_3">
              <a:extLst>
                <a:ext uri="{FF2B5EF4-FFF2-40B4-BE49-F238E27FC236}">
                  <a16:creationId xmlns:a16="http://schemas.microsoft.com/office/drawing/2014/main" id="{7914F87D-861E-4D1B-B7BF-C5872B07C6F1}"/>
                </a:ext>
              </a:extLst>
            </p:cNvPr>
            <p:cNvSpPr>
              <a:spLocks/>
            </p:cNvSpPr>
            <p:nvPr/>
          </p:nvSpPr>
          <p:spPr>
            <a:xfrm>
              <a:off x="2609850" y="7599902"/>
              <a:ext cx="1924050" cy="27203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Useful patterns</a:t>
              </a:r>
            </a:p>
          </p:txBody>
        </p:sp>
        <p:sp>
          <p:nvSpPr>
            <p:cNvPr id="327" name="memory_item_4">
              <a:extLst>
                <a:ext uri="{FF2B5EF4-FFF2-40B4-BE49-F238E27FC236}">
                  <a16:creationId xmlns:a16="http://schemas.microsoft.com/office/drawing/2014/main" id="{99C0339A-348F-44A5-BB4C-CA347F597743}"/>
                </a:ext>
              </a:extLst>
            </p:cNvPr>
            <p:cNvSpPr>
              <a:spLocks/>
            </p:cNvSpPr>
            <p:nvPr/>
          </p:nvSpPr>
          <p:spPr>
            <a:xfrm>
              <a:off x="2609850" y="7990427"/>
              <a:ext cx="1924050" cy="27203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defRPr sz="157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Open questions</a:t>
              </a:r>
            </a:p>
          </p:txBody>
        </p:sp>
      </p:grpSp>
      <p:grpSp>
        <p:nvGrpSpPr>
          <p:cNvPr id="352" name="feedback_and_return">
            <a:extLst>
              <a:ext uri="{FF2B5EF4-FFF2-40B4-BE49-F238E27FC236}">
                <a16:creationId xmlns:a16="http://schemas.microsoft.com/office/drawing/2014/main" id="{2726D5D9-AAD6-2A1C-DD87-180523DC59B7}"/>
              </a:ext>
            </a:extLst>
          </p:cNvPr>
          <p:cNvGrpSpPr/>
          <p:nvPr/>
        </p:nvGrpSpPr>
        <p:grpSpPr>
          <a:xfrm>
            <a:off x="5838825" y="3895725"/>
            <a:ext cx="5457825" cy="4238625"/>
            <a:chOff x="5838825" y="3895725"/>
            <a:chExt cx="5457825" cy="4238625"/>
          </a:xfrm>
        </p:grpSpPr>
        <p:sp>
          <p:nvSpPr>
            <p:cNvPr id="328" name="evaluate_to_diagnose">
              <a:extLst>
                <a:ext uri="{FF2B5EF4-FFF2-40B4-BE49-F238E27FC236}">
                  <a16:creationId xmlns:a16="http://schemas.microsoft.com/office/drawing/2014/main" id="{0B3621C1-39DA-414B-BD07-6C6EA966DA25}"/>
                </a:ext>
              </a:extLst>
            </p:cNvPr>
            <p:cNvSpPr>
              <a:spLocks/>
            </p:cNvSpPr>
            <p:nvPr/>
          </p:nvSpPr>
          <p:spPr>
            <a:xfrm>
              <a:off x="5838825" y="6038850"/>
              <a:ext cx="962025" cy="904875"/>
            </a:xfrm>
            <a:custGeom>
              <a:avLst/>
              <a:gdLst/>
              <a:ahLst/>
              <a:cxnLst/>
              <a:rect l="0" t="0" r="0" b="0"/>
              <a:pathLst>
                <a:path w="962025" h="904875">
                  <a:moveTo>
                    <a:pt x="962025" y="904875"/>
                  </a:moveTo>
                  <a:cubicBezTo>
                    <a:pt x="504825" y="714375"/>
                    <a:pt x="200025" y="438150"/>
                    <a:pt x="0" y="0"/>
                  </a:cubicBezTo>
                </a:path>
              </a:pathLst>
            </a:custGeom>
            <a:noFill/>
            <a:ln w="30480">
              <a:solidFill>
                <a:srgbClr val="37487F"/>
              </a:solidFill>
              <a:prstDash val="solid"/>
              <a:tailEnd type="triangle" w="lg" len="lg"/>
            </a:ln>
          </p:spPr>
        </p:sp>
        <p:sp>
          <p:nvSpPr>
            <p:cNvPr id="329" name="refine_plan">
              <a:extLst>
                <a:ext uri="{FF2B5EF4-FFF2-40B4-BE49-F238E27FC236}">
                  <a16:creationId xmlns:a16="http://schemas.microsoft.com/office/drawing/2014/main" id="{C5A75071-DB98-4D34-B0D1-75FB5E7C1206}"/>
                </a:ext>
              </a:extLst>
            </p:cNvPr>
            <p:cNvSpPr>
              <a:spLocks/>
            </p:cNvSpPr>
            <p:nvPr/>
          </p:nvSpPr>
          <p:spPr>
            <a:xfrm>
              <a:off x="6562725" y="3895725"/>
              <a:ext cx="723900" cy="2257425"/>
            </a:xfrm>
            <a:custGeom>
              <a:avLst/>
              <a:gdLst/>
              <a:ahLst/>
              <a:cxnLst/>
              <a:rect l="0" t="0" r="0" b="0"/>
              <a:pathLst>
                <a:path w="723900" h="2257425">
                  <a:moveTo>
                    <a:pt x="723900" y="2257425"/>
                  </a:moveTo>
                  <a:cubicBezTo>
                    <a:pt x="285750" y="1704975"/>
                    <a:pt x="0" y="971550"/>
                    <a:pt x="552450" y="0"/>
                  </a:cubicBezTo>
                </a:path>
              </a:pathLst>
            </a:custGeom>
            <a:noFill/>
            <a:ln w="48578">
              <a:solidFill>
                <a:srgbClr val="C36F8C"/>
              </a:solidFill>
              <a:prstDash val="solid"/>
              <a:tailEnd type="triangle" w="lg" len="lg"/>
            </a:ln>
          </p:spPr>
        </p:sp>
        <p:sp>
          <p:nvSpPr>
            <p:cNvPr id="330" name="refine_plan_label_line_0">
              <a:extLst>
                <a:ext uri="{FF2B5EF4-FFF2-40B4-BE49-F238E27FC236}">
                  <a16:creationId xmlns:a16="http://schemas.microsoft.com/office/drawing/2014/main" id="{E4C7AB27-2249-4336-BAAE-CAB5B77EC2A7}"/>
                </a:ext>
              </a:extLst>
            </p:cNvPr>
            <p:cNvSpPr>
              <a:spLocks/>
            </p:cNvSpPr>
            <p:nvPr/>
          </p:nvSpPr>
          <p:spPr>
            <a:xfrm>
              <a:off x="6991350" y="4723352"/>
              <a:ext cx="1419225" cy="27203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575" b="0">
                  <a:solidFill>
                    <a:srgbClr val="C36F8C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defRPr sz="1575" b="0">
                  <a:solidFill>
                    <a:srgbClr val="C36F8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C36F8C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Refine plan</a:t>
              </a:r>
            </a:p>
          </p:txBody>
        </p:sp>
        <p:sp>
          <p:nvSpPr>
            <p:cNvPr id="331" name="refine_plan_label_line_1">
              <a:extLst>
                <a:ext uri="{FF2B5EF4-FFF2-40B4-BE49-F238E27FC236}">
                  <a16:creationId xmlns:a16="http://schemas.microsoft.com/office/drawing/2014/main" id="{3FEEDAF7-647A-4ACB-8F00-D55957BD3F29}"/>
                </a:ext>
              </a:extLst>
            </p:cNvPr>
            <p:cNvSpPr>
              <a:spLocks/>
            </p:cNvSpPr>
            <p:nvPr/>
          </p:nvSpPr>
          <p:spPr>
            <a:xfrm>
              <a:off x="6991350" y="4951952"/>
              <a:ext cx="1419225" cy="27203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575" b="0">
                  <a:solidFill>
                    <a:srgbClr val="C36F8C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defRPr sz="1575" b="0">
                  <a:solidFill>
                    <a:srgbClr val="C36F8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C36F8C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(if needed)</a:t>
              </a:r>
            </a:p>
          </p:txBody>
        </p:sp>
        <p:sp>
          <p:nvSpPr>
            <p:cNvPr id="332" name="evaluate_to_forecast">
              <a:extLst>
                <a:ext uri="{FF2B5EF4-FFF2-40B4-BE49-F238E27FC236}">
                  <a16:creationId xmlns:a16="http://schemas.microsoft.com/office/drawing/2014/main" id="{29F65091-EF5C-4C49-8B75-BB5CA3A02B58}"/>
                </a:ext>
              </a:extLst>
            </p:cNvPr>
            <p:cNvSpPr>
              <a:spLocks/>
            </p:cNvSpPr>
            <p:nvPr/>
          </p:nvSpPr>
          <p:spPr>
            <a:xfrm>
              <a:off x="8991600" y="7734300"/>
              <a:ext cx="447675" cy="142875"/>
            </a:xfrm>
            <a:custGeom>
              <a:avLst/>
              <a:gdLst/>
              <a:ahLst/>
              <a:cxnLst/>
              <a:rect l="0" t="0" r="0" b="0"/>
              <a:pathLst>
                <a:path w="447675" h="142875">
                  <a:moveTo>
                    <a:pt x="0" y="0"/>
                  </a:moveTo>
                  <a:cubicBezTo>
                    <a:pt x="200025" y="85725"/>
                    <a:pt x="314325" y="133350"/>
                    <a:pt x="447675" y="142875"/>
                  </a:cubicBezTo>
                </a:path>
              </a:pathLst>
            </a:custGeom>
            <a:noFill/>
            <a:ln w="20955">
              <a:solidFill>
                <a:srgbClr val="6C759B"/>
              </a:solidFill>
              <a:prstDash val="dash"/>
              <a:tailEnd type="triangle" w="lg" len="lg"/>
            </a:ln>
          </p:spPr>
        </p:sp>
        <p:sp>
          <p:nvSpPr>
            <p:cNvPr id="333" name="return_forecast_frame">
              <a:extLst>
                <a:ext uri="{FF2B5EF4-FFF2-40B4-BE49-F238E27FC236}">
                  <a16:creationId xmlns:a16="http://schemas.microsoft.com/office/drawing/2014/main" id="{2D5BF651-9C8E-44FF-96B6-58555D4DC5EB}"/>
                </a:ext>
              </a:extLst>
            </p:cNvPr>
            <p:cNvSpPr>
              <a:spLocks/>
            </p:cNvSpPr>
            <p:nvPr/>
          </p:nvSpPr>
          <p:spPr>
            <a:xfrm>
              <a:off x="9467850" y="7534275"/>
              <a:ext cx="1743075" cy="600075"/>
            </a:xfrm>
            <a:prstGeom prst="roundRect">
              <a:avLst>
                <a:gd name="adj" fmla="val 19048"/>
              </a:avLst>
            </a:prstGeom>
            <a:gradFill>
              <a:gsLst>
                <a:gs pos="0">
                  <a:srgbClr val="E9EDFE"/>
                </a:gs>
                <a:gs pos="100000">
                  <a:srgbClr val="D9DDF7"/>
                </a:gs>
              </a:gsLst>
              <a:lin ang="5400000"/>
            </a:gradFill>
            <a:ln w="14764">
              <a:solidFill>
                <a:srgbClr val="778BC1"/>
              </a:solidFill>
              <a:prstDash val="solid"/>
            </a:ln>
          </p:spPr>
        </p:sp>
        <p:sp>
          <p:nvSpPr>
            <p:cNvPr id="334" name="sufficient_evidence_label">
              <a:extLst>
                <a:ext uri="{FF2B5EF4-FFF2-40B4-BE49-F238E27FC236}">
                  <a16:creationId xmlns:a16="http://schemas.microsoft.com/office/drawing/2014/main" id="{51CAD72B-24DC-4165-B04B-917DC586A4F5}"/>
                </a:ext>
              </a:extLst>
            </p:cNvPr>
            <p:cNvSpPr>
              <a:spLocks/>
            </p:cNvSpPr>
            <p:nvPr/>
          </p:nvSpPr>
          <p:spPr>
            <a:xfrm>
              <a:off x="9534525" y="7255288"/>
              <a:ext cx="1762125" cy="24612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425" b="0">
                  <a:solidFill>
                    <a:srgbClr val="535E8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defRPr sz="1425" b="0">
                  <a:solidFill>
                    <a:srgbClr val="535E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0">
                  <a:solidFill>
                    <a:srgbClr val="535E8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Sufficient evidence</a:t>
              </a:r>
            </a:p>
          </p:txBody>
        </p:sp>
        <p:sp>
          <p:nvSpPr>
            <p:cNvPr id="335" name="return_top_arrow">
              <a:extLst>
                <a:ext uri="{FF2B5EF4-FFF2-40B4-BE49-F238E27FC236}">
                  <a16:creationId xmlns:a16="http://schemas.microsoft.com/office/drawing/2014/main" id="{DB0D63E0-FA8F-4617-984C-35D267610889}"/>
                </a:ext>
              </a:extLst>
            </p:cNvPr>
            <p:cNvSpPr>
              <a:spLocks/>
            </p:cNvSpPr>
            <p:nvPr/>
          </p:nvSpPr>
          <p:spPr>
            <a:xfrm>
              <a:off x="9563100" y="7524750"/>
              <a:ext cx="1600200" cy="95"/>
            </a:xfrm>
            <a:custGeom>
              <a:avLst/>
              <a:gdLst/>
              <a:ahLst/>
              <a:cxnLst/>
              <a:rect l="0" t="0" r="0" b="0"/>
              <a:pathLst>
                <a:path w="1600200" h="95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noFill/>
            <a:ln w="19050">
              <a:solidFill>
                <a:srgbClr val="6C759B"/>
              </a:solidFill>
              <a:prstDash val="dash"/>
              <a:tailEnd type="triangle" w="lg" len="lg"/>
            </a:ln>
          </p:spPr>
        </p:sp>
        <p:sp>
          <p:nvSpPr>
            <p:cNvPr id="336" name="return_forecast_document_outline">
              <a:extLst>
                <a:ext uri="{FF2B5EF4-FFF2-40B4-BE49-F238E27FC236}">
                  <a16:creationId xmlns:a16="http://schemas.microsoft.com/office/drawing/2014/main" id="{057E4EFA-DD1F-4C8C-97BC-E8690062B9DE}"/>
                </a:ext>
              </a:extLst>
            </p:cNvPr>
            <p:cNvSpPr>
              <a:spLocks/>
            </p:cNvSpPr>
            <p:nvPr/>
          </p:nvSpPr>
          <p:spPr>
            <a:xfrm>
              <a:off x="9677400" y="7696200"/>
              <a:ext cx="219075" cy="304800"/>
            </a:xfrm>
            <a:custGeom>
              <a:avLst/>
              <a:gdLst/>
              <a:ahLst/>
              <a:cxnLst/>
              <a:rect l="0" t="0" r="0" b="0"/>
              <a:pathLst>
                <a:path w="219075" h="304800">
                  <a:moveTo>
                    <a:pt x="0" y="0"/>
                  </a:moveTo>
                  <a:lnTo>
                    <a:pt x="166497" y="0"/>
                  </a:lnTo>
                  <a:lnTo>
                    <a:pt x="219075" y="54864"/>
                  </a:lnTo>
                  <a:lnTo>
                    <a:pt x="219075" y="304800"/>
                  </a:lnTo>
                  <a:lnTo>
                    <a:pt x="0" y="304800"/>
                  </a:lnTo>
                  <a:close/>
                </a:path>
              </a:pathLst>
            </a:custGeom>
            <a:gradFill>
              <a:gsLst>
                <a:gs pos="0">
                  <a:srgbClr val="F7FBFE"/>
                </a:gs>
                <a:gs pos="100000">
                  <a:srgbClr val="E6F0F8"/>
                </a:gs>
              </a:gsLst>
              <a:lin ang="5400000"/>
            </a:gradFill>
            <a:ln w="20955">
              <a:solidFill>
                <a:srgbClr val="1D2D60"/>
              </a:solidFill>
              <a:prstDash val="solid"/>
            </a:ln>
          </p:spPr>
        </p:sp>
        <p:sp>
          <p:nvSpPr>
            <p:cNvPr id="337" name="return_forecast_document_fold">
              <a:extLst>
                <a:ext uri="{FF2B5EF4-FFF2-40B4-BE49-F238E27FC236}">
                  <a16:creationId xmlns:a16="http://schemas.microsoft.com/office/drawing/2014/main" id="{2259124E-BFC1-473B-85D0-3432621F20D5}"/>
                </a:ext>
              </a:extLst>
            </p:cNvPr>
            <p:cNvSpPr>
              <a:spLocks/>
            </p:cNvSpPr>
            <p:nvPr/>
          </p:nvSpPr>
          <p:spPr>
            <a:xfrm>
              <a:off x="9843897" y="7696200"/>
              <a:ext cx="52578" cy="54864"/>
            </a:xfrm>
            <a:custGeom>
              <a:avLst/>
              <a:gdLst/>
              <a:ahLst/>
              <a:cxnLst/>
              <a:rect l="0" t="0" r="0" b="0"/>
              <a:pathLst>
                <a:path w="52578" h="54864">
                  <a:moveTo>
                    <a:pt x="0" y="0"/>
                  </a:moveTo>
                  <a:lnTo>
                    <a:pt x="0" y="54864"/>
                  </a:lnTo>
                  <a:lnTo>
                    <a:pt x="52578" y="54864"/>
                  </a:lnTo>
                </a:path>
              </a:pathLst>
            </a:custGeom>
            <a:noFill/>
            <a:ln w="16193">
              <a:solidFill>
                <a:srgbClr val="1D2D60"/>
              </a:solidFill>
              <a:prstDash val="solid"/>
            </a:ln>
          </p:spPr>
        </p:sp>
        <p:sp>
          <p:nvSpPr>
            <p:cNvPr id="338" name="return_forecast_document_line_0">
              <a:extLst>
                <a:ext uri="{FF2B5EF4-FFF2-40B4-BE49-F238E27FC236}">
                  <a16:creationId xmlns:a16="http://schemas.microsoft.com/office/drawing/2014/main" id="{8EB010A7-6AB3-4AC3-871D-67229C6695B2}"/>
                </a:ext>
              </a:extLst>
            </p:cNvPr>
            <p:cNvSpPr>
              <a:spLocks/>
            </p:cNvSpPr>
            <p:nvPr/>
          </p:nvSpPr>
          <p:spPr>
            <a:xfrm>
              <a:off x="9725025" y="7802880"/>
              <a:ext cx="123825" cy="95"/>
            </a:xfrm>
            <a:custGeom>
              <a:avLst/>
              <a:gdLst/>
              <a:ahLst/>
              <a:cxnLst/>
              <a:rect l="0" t="0" r="0" b="0"/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/>
            <a:ln w="12383">
              <a:solidFill>
                <a:srgbClr val="37487F"/>
              </a:solidFill>
              <a:prstDash val="solid"/>
            </a:ln>
          </p:spPr>
        </p:sp>
        <p:sp>
          <p:nvSpPr>
            <p:cNvPr id="339" name="return_forecast_document_line_1">
              <a:extLst>
                <a:ext uri="{FF2B5EF4-FFF2-40B4-BE49-F238E27FC236}">
                  <a16:creationId xmlns:a16="http://schemas.microsoft.com/office/drawing/2014/main" id="{09BD8379-330A-434F-8A3C-E5F2C7C2C783}"/>
                </a:ext>
              </a:extLst>
            </p:cNvPr>
            <p:cNvSpPr>
              <a:spLocks/>
            </p:cNvSpPr>
            <p:nvPr/>
          </p:nvSpPr>
          <p:spPr>
            <a:xfrm>
              <a:off x="9725025" y="7845552"/>
              <a:ext cx="123825" cy="95"/>
            </a:xfrm>
            <a:custGeom>
              <a:avLst/>
              <a:gdLst/>
              <a:ahLst/>
              <a:cxnLst/>
              <a:rect l="0" t="0" r="0" b="0"/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/>
            <a:ln w="12383">
              <a:solidFill>
                <a:srgbClr val="37487F"/>
              </a:solidFill>
              <a:prstDash val="solid"/>
            </a:ln>
          </p:spPr>
        </p:sp>
        <p:sp>
          <p:nvSpPr>
            <p:cNvPr id="340" name="return_forecast_document_line_2">
              <a:extLst>
                <a:ext uri="{FF2B5EF4-FFF2-40B4-BE49-F238E27FC236}">
                  <a16:creationId xmlns:a16="http://schemas.microsoft.com/office/drawing/2014/main" id="{8B1BD9A4-1609-4AE5-B17C-0D08F2CACCD4}"/>
                </a:ext>
              </a:extLst>
            </p:cNvPr>
            <p:cNvSpPr>
              <a:spLocks/>
            </p:cNvSpPr>
            <p:nvPr/>
          </p:nvSpPr>
          <p:spPr>
            <a:xfrm>
              <a:off x="9725025" y="7888224"/>
              <a:ext cx="123825" cy="95"/>
            </a:xfrm>
            <a:custGeom>
              <a:avLst/>
              <a:gdLst/>
              <a:ahLst/>
              <a:cxnLst/>
              <a:rect l="0" t="0" r="0" b="0"/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/>
            <a:ln w="12383">
              <a:solidFill>
                <a:srgbClr val="37487F"/>
              </a:solidFill>
              <a:prstDash val="solid"/>
            </a:ln>
          </p:spPr>
        </p:sp>
        <p:sp>
          <p:nvSpPr>
            <p:cNvPr id="341" name="return_forecast_label">
              <a:extLst>
                <a:ext uri="{FF2B5EF4-FFF2-40B4-BE49-F238E27FC236}">
                  <a16:creationId xmlns:a16="http://schemas.microsoft.com/office/drawing/2014/main" id="{69442D16-3047-4191-8A77-302739D11EFB}"/>
                </a:ext>
              </a:extLst>
            </p:cNvPr>
            <p:cNvSpPr>
              <a:spLocks/>
            </p:cNvSpPr>
            <p:nvPr/>
          </p:nvSpPr>
          <p:spPr>
            <a:xfrm>
              <a:off x="10010775" y="7750588"/>
              <a:ext cx="1200150" cy="24612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42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defRPr sz="1425" b="0">
                  <a:solidFill>
                    <a:srgbClr val="1D2D6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0">
                  <a:solidFill>
                    <a:srgbClr val="1D2D60"/>
                  </a:solidFill>
                  <a:latin typeface="Times New Roman" panose="02020603050405020304" pitchFamily="18" charset="0"/>
                  <a:ea typeface="Times New Roman"/>
                  <a:cs typeface="Times New Roman"/>
                </a:rPr>
                <a:t>Return forecast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55565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</Words>
  <Application>Microsoft Office PowerPoint</Application>
  <DocSecurity>0</DocSecurity>
  <PresentationFormat>自定义</PresentationFormat>
  <Paragraphs>74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Aptos</vt:lpstr>
      <vt:lpstr>Consolas</vt:lpstr>
      <vt:lpstr>Times New Roman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ASUS</cp:lastModifiedBy>
  <cp:revision>2</cp:revision>
  <dcterms:created xsi:type="dcterms:W3CDTF">2026-10-14T16:50:16Z</dcterms:created>
  <dcterms:modified xsi:type="dcterms:W3CDTF">2026-10-14T16:54:45Z</dcterms:modified>
</cp:coreProperties>
</file>